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AE26F-F1DA-D4C5-F9C0-7FA5DEE7D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F2669E-2275-8FC2-E674-6D8D3A280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2E0707-B4BD-C500-CB74-674C8B55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82CE95-B15A-2D0B-7137-564F0494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DF6D99-2465-8923-1FF1-34D6E78C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46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18EED-BA8D-F838-7CC4-4F760A67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A7D2F8-3ED6-9FC9-1CB5-B610A4ED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A79E4D-330E-FBD1-E546-F90618CD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B9FE69-B187-83AD-3356-6F9D9663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7B674C-0201-DEB0-BBFD-10FF1628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72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CAC43-24CE-2F71-91F5-DBCB57E1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F5EDA7-0FE5-6AB9-052B-8FCD83E68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65864A-AB59-BFD7-A39E-05A30369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8E070B-A06C-0F7C-DE09-D658EC1F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98EB2-3D6F-CB77-4E51-804FC383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3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B35BC-12D3-DD83-2066-7C022C7A9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B9F2D0-BD06-16D1-F08F-CEA453EF9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CC8A19-31BA-8813-EC57-92F5ACD3F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838ABE-95DE-B47F-9507-6B88E038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AF847D-4065-1385-8963-12CF8C68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DDE321-EEDB-EBB5-99C7-67619ACE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89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09356-C21B-AF48-ADCA-BE05C7FC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B0E5C1-4FB2-14AF-EEF2-C64AD6A6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41924E-8FF7-D094-8020-5476FCA0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6349E3-918B-F830-2C3E-A1FC3A5F9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1761BAB-12F7-776F-8627-9482D0DFF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0033882-A648-5204-E4B2-50CE4BA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82B9ED-B4F4-06F1-9C01-0B6AA6A6D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AFD78D-92B4-4357-59F5-0124FBC5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5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45D76-A45D-31B9-1300-78D7AAA8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A5AC48-A28E-1A64-BCB9-C87FC905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B033E4-8B6A-3BB0-CD89-B2518C9E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9843A9-2647-D4E5-8DA3-D68E2954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94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F90146-6D82-19CB-2CAE-3F0FF49D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C6AF1D-D3F3-6391-1E02-9200597B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5DAC90-537E-6C33-EC90-FE4C527C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372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5018F-5EB0-A165-A4F6-A0AD7BB4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8A5C6E-2944-0230-22A2-0E4A57FD6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CD07DD-3E58-9E26-CBAD-215DF202B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18977B-25C7-EA22-9D0C-F2DE71E4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9B7DCD-3092-D231-6F47-AD32D9E9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822397-1FF7-B729-E778-2F8566D9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30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03D7C-0884-D5CE-0CFB-D435EF0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347B047-DAEF-153A-F74B-C409FBE2A6C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3F9234-E9D8-7839-0B5F-429D6D80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6D6DC4-4986-32F5-C170-91B19AE3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9E372B-9BAC-7F8D-D771-17E20884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FA9F68-BFBC-4A50-CCB4-C0BC4947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65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329E7-B7EA-BA12-8E04-6EF9DF36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BCFF08-860A-92A5-834E-11FEA0CA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712A4-A257-0ADD-1C3B-FD74DA05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025AB6-522A-94AC-675B-2A943A42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121F67-3B97-8476-39BA-2777AADC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4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BABC9B-BE84-66F7-F55D-E02B1A9F6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AF473B5-55E4-30F7-9290-B24769690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5CBECE-F35F-4997-D284-25BFD41A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964F92-2E28-6AC8-32F6-E2041968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463E32-8F7D-441F-9849-A120C160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85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920BBF-626E-E65C-99DE-8D00E0DD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88E17E-A749-79FF-20EA-975C013B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CF892-8484-7629-89B8-2A71BE803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672E1-57E8-467C-8345-19D96DC8910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93EB86-36DA-7D9D-6ED9-15B3EF981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49CD69-6621-F146-CE12-3B9EA752B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AB598-4194-497E-883B-DA42DB1C22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34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3845D10F-4D81-876A-6805-DF04831D8219}"/>
              </a:ext>
            </a:extLst>
          </p:cNvPr>
          <p:cNvCxnSpPr/>
          <p:nvPr/>
        </p:nvCxnSpPr>
        <p:spPr>
          <a:xfrm>
            <a:off x="508000" y="508000"/>
            <a:ext cx="5080000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64F2B0BB-0BE6-2F68-90DF-0688B7BAB13E}"/>
              </a:ext>
            </a:extLst>
          </p:cNvPr>
          <p:cNvCxnSpPr/>
          <p:nvPr/>
        </p:nvCxnSpPr>
        <p:spPr>
          <a:xfrm>
            <a:off x="508000" y="889000"/>
            <a:ext cx="508000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C5A7151-7E00-2F07-E36C-A564AED78BAC}"/>
              </a:ext>
            </a:extLst>
          </p:cNvPr>
          <p:cNvCxnSpPr/>
          <p:nvPr/>
        </p:nvCxnSpPr>
        <p:spPr>
          <a:xfrm>
            <a:off x="508000" y="1270000"/>
            <a:ext cx="5080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C83A3B6-B0E9-AC8F-633D-547637FF4BB1}"/>
              </a:ext>
            </a:extLst>
          </p:cNvPr>
          <p:cNvCxnSpPr/>
          <p:nvPr/>
        </p:nvCxnSpPr>
        <p:spPr>
          <a:xfrm>
            <a:off x="508000" y="1651000"/>
            <a:ext cx="50800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D1E7A7E-EE20-2A29-5A88-7382C841B1AE}"/>
              </a:ext>
            </a:extLst>
          </p:cNvPr>
          <p:cNvCxnSpPr/>
          <p:nvPr/>
        </p:nvCxnSpPr>
        <p:spPr>
          <a:xfrm>
            <a:off x="508000" y="2032000"/>
            <a:ext cx="5080000" cy="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EA75BCF-5B57-7480-11BB-094EE46CFD40}"/>
              </a:ext>
            </a:extLst>
          </p:cNvPr>
          <p:cNvCxnSpPr/>
          <p:nvPr/>
        </p:nvCxnSpPr>
        <p:spPr>
          <a:xfrm>
            <a:off x="508000" y="2413000"/>
            <a:ext cx="5080000" cy="0"/>
          </a:xfrm>
          <a:prstGeom prst="line">
            <a:avLst/>
          </a:prstGeom>
          <a:ln w="127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BD12093-F4FA-9766-3A5B-01370F0437AB}"/>
              </a:ext>
            </a:extLst>
          </p:cNvPr>
          <p:cNvCxnSpPr/>
          <p:nvPr/>
        </p:nvCxnSpPr>
        <p:spPr>
          <a:xfrm>
            <a:off x="6350000" y="8636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A7810D1-32C6-A74F-566C-59862D912E5B}"/>
              </a:ext>
            </a:extLst>
          </p:cNvPr>
          <p:cNvCxnSpPr/>
          <p:nvPr/>
        </p:nvCxnSpPr>
        <p:spPr>
          <a:xfrm>
            <a:off x="6350000" y="1346200"/>
            <a:ext cx="5334000" cy="0"/>
          </a:xfrm>
          <a:prstGeom prst="line">
            <a:avLst/>
          </a:prstGeom>
          <a:ln w="38100" cap="sq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612EB82-39B0-15B6-6924-6ADADA4BEF57}"/>
              </a:ext>
            </a:extLst>
          </p:cNvPr>
          <p:cNvCxnSpPr/>
          <p:nvPr/>
        </p:nvCxnSpPr>
        <p:spPr>
          <a:xfrm>
            <a:off x="6350000" y="1828800"/>
            <a:ext cx="5334000" cy="0"/>
          </a:xfrm>
          <a:prstGeom prst="line">
            <a:avLst/>
          </a:prstGeom>
          <a:ln w="38100" cap="rnd"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60C17E6-B0E8-B419-19B9-975F53F87AF3}"/>
              </a:ext>
            </a:extLst>
          </p:cNvPr>
          <p:cNvCxnSpPr/>
          <p:nvPr/>
        </p:nvCxnSpPr>
        <p:spPr>
          <a:xfrm>
            <a:off x="6350000" y="23114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6E06694-92A9-06F4-0662-D902F4CC241F}"/>
              </a:ext>
            </a:extLst>
          </p:cNvPr>
          <p:cNvCxnSpPr/>
          <p:nvPr/>
        </p:nvCxnSpPr>
        <p:spPr>
          <a:xfrm>
            <a:off x="6350000" y="27940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8B08FF4-F424-6308-2736-4CB5D5B2F973}"/>
              </a:ext>
            </a:extLst>
          </p:cNvPr>
          <p:cNvCxnSpPr/>
          <p:nvPr/>
        </p:nvCxnSpPr>
        <p:spPr>
          <a:xfrm>
            <a:off x="6350000" y="32766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sys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AD9B4AF-FF81-4D7F-F383-B9EFAE329FF6}"/>
              </a:ext>
            </a:extLst>
          </p:cNvPr>
          <p:cNvCxnSpPr/>
          <p:nvPr/>
        </p:nvCxnSpPr>
        <p:spPr>
          <a:xfrm>
            <a:off x="6350000" y="37592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2243F4F-8024-89E9-B747-DEFC8E0A001C}"/>
              </a:ext>
            </a:extLst>
          </p:cNvPr>
          <p:cNvCxnSpPr/>
          <p:nvPr/>
        </p:nvCxnSpPr>
        <p:spPr>
          <a:xfrm>
            <a:off x="6350000" y="42418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206DD63-E2AE-76C0-02BF-53316C0BA103}"/>
              </a:ext>
            </a:extLst>
          </p:cNvPr>
          <p:cNvCxnSpPr/>
          <p:nvPr/>
        </p:nvCxnSpPr>
        <p:spPr>
          <a:xfrm>
            <a:off x="6350000" y="47244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BD90FF9-9640-45A6-6EAC-6679BF7FCAB5}"/>
              </a:ext>
            </a:extLst>
          </p:cNvPr>
          <p:cNvCxnSpPr/>
          <p:nvPr/>
        </p:nvCxnSpPr>
        <p:spPr>
          <a:xfrm>
            <a:off x="6350000" y="52070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66424F8-43CE-74F2-BE9C-E4781609E63B}"/>
              </a:ext>
            </a:extLst>
          </p:cNvPr>
          <p:cNvCxnSpPr/>
          <p:nvPr/>
        </p:nvCxnSpPr>
        <p:spPr>
          <a:xfrm>
            <a:off x="6350000" y="56896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982CBAB-6D44-29C5-9730-D8C910A9040F}"/>
              </a:ext>
            </a:extLst>
          </p:cNvPr>
          <p:cNvCxnSpPr/>
          <p:nvPr/>
        </p:nvCxnSpPr>
        <p:spPr>
          <a:xfrm>
            <a:off x="6350000" y="6172200"/>
            <a:ext cx="5334000" cy="0"/>
          </a:xfrm>
          <a:prstGeom prst="line">
            <a:avLst/>
          </a:prstGeom>
          <a:ln w="38100">
            <a:solidFill>
              <a:srgbClr val="000000"/>
            </a:solidFill>
            <a:prstDash val="sys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77C082D3-D7A0-9B3A-CB39-BBBFD212CB30}"/>
              </a:ext>
            </a:extLst>
          </p:cNvPr>
          <p:cNvSpPr/>
          <p:nvPr/>
        </p:nvSpPr>
        <p:spPr>
          <a:xfrm>
            <a:off x="508000" y="3302000"/>
            <a:ext cx="889000" cy="889000"/>
          </a:xfrm>
          <a:prstGeom prst="rect">
            <a:avLst/>
          </a:prstGeom>
          <a:noFill/>
          <a:ln w="101600" cap="flat" cmpd="sng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CB43605-7A8E-9B9B-8661-F98D33B3382A}"/>
              </a:ext>
            </a:extLst>
          </p:cNvPr>
          <p:cNvSpPr/>
          <p:nvPr/>
        </p:nvSpPr>
        <p:spPr>
          <a:xfrm>
            <a:off x="1587500" y="3302000"/>
            <a:ext cx="889000" cy="889000"/>
          </a:xfrm>
          <a:prstGeom prst="rect">
            <a:avLst/>
          </a:prstGeom>
          <a:noFill/>
          <a:ln w="101600" cap="flat" cmpd="dbl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E1C0EA4-6F46-6897-6FAF-A2CF47B13C66}"/>
              </a:ext>
            </a:extLst>
          </p:cNvPr>
          <p:cNvSpPr/>
          <p:nvPr/>
        </p:nvSpPr>
        <p:spPr>
          <a:xfrm>
            <a:off x="2667000" y="3302000"/>
            <a:ext cx="889000" cy="889000"/>
          </a:xfrm>
          <a:prstGeom prst="rect">
            <a:avLst/>
          </a:prstGeom>
          <a:noFill/>
          <a:ln w="101600" cap="flat" cmpd="thinThick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BD5F80D-D6BC-0371-C506-A5CC8FA2BC10}"/>
              </a:ext>
            </a:extLst>
          </p:cNvPr>
          <p:cNvSpPr/>
          <p:nvPr/>
        </p:nvSpPr>
        <p:spPr>
          <a:xfrm>
            <a:off x="3746500" y="3302000"/>
            <a:ext cx="889000" cy="889000"/>
          </a:xfrm>
          <a:prstGeom prst="rect">
            <a:avLst/>
          </a:prstGeom>
          <a:noFill/>
          <a:ln w="101600" cap="flat" cmpd="thickThin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24E7253-9065-8B92-A26E-7718A6CF7821}"/>
              </a:ext>
            </a:extLst>
          </p:cNvPr>
          <p:cNvSpPr/>
          <p:nvPr/>
        </p:nvSpPr>
        <p:spPr>
          <a:xfrm>
            <a:off x="4826000" y="3302000"/>
            <a:ext cx="889000" cy="889000"/>
          </a:xfrm>
          <a:prstGeom prst="rect">
            <a:avLst/>
          </a:prstGeom>
          <a:noFill/>
          <a:ln w="101600" cap="flat" cmpd="tri" algn="ctr">
            <a:solidFill>
              <a:srgbClr val="00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48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907C381-9359-7E62-E42A-52CA2071F9CA}"/>
              </a:ext>
            </a:extLst>
          </p:cNvPr>
          <p:cNvCxnSpPr/>
          <p:nvPr/>
        </p:nvCxnSpPr>
        <p:spPr>
          <a:xfrm>
            <a:off x="762000" y="698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triangle" w="sm" len="sm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58B9F011-99EF-18FF-8E20-F5116D261CF2}"/>
              </a:ext>
            </a:extLst>
          </p:cNvPr>
          <p:cNvCxnSpPr/>
          <p:nvPr/>
        </p:nvCxnSpPr>
        <p:spPr>
          <a:xfrm>
            <a:off x="6096000" y="50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1871E69-EEA2-283C-1ECC-271800B1C83C}"/>
              </a:ext>
            </a:extLst>
          </p:cNvPr>
          <p:cNvCxnSpPr/>
          <p:nvPr/>
        </p:nvCxnSpPr>
        <p:spPr>
          <a:xfrm>
            <a:off x="762000" y="10160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34D6D7F-1978-C352-739F-D3F863F93765}"/>
              </a:ext>
            </a:extLst>
          </p:cNvPr>
          <p:cNvCxnSpPr/>
          <p:nvPr/>
        </p:nvCxnSpPr>
        <p:spPr>
          <a:xfrm>
            <a:off x="8001000" y="50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77E103E-2988-DAE1-046D-D990161E9019}"/>
              </a:ext>
            </a:extLst>
          </p:cNvPr>
          <p:cNvCxnSpPr/>
          <p:nvPr/>
        </p:nvCxnSpPr>
        <p:spPr>
          <a:xfrm>
            <a:off x="762000" y="1333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triangle" w="lg" len="lg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85CE733-E052-54B5-F895-531D5EC18F01}"/>
              </a:ext>
            </a:extLst>
          </p:cNvPr>
          <p:cNvCxnSpPr/>
          <p:nvPr/>
        </p:nvCxnSpPr>
        <p:spPr>
          <a:xfrm>
            <a:off x="9906000" y="50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B88D880-6B3F-90EC-57C3-844D429D6AF5}"/>
              </a:ext>
            </a:extLst>
          </p:cNvPr>
          <p:cNvCxnSpPr/>
          <p:nvPr/>
        </p:nvCxnSpPr>
        <p:spPr>
          <a:xfrm>
            <a:off x="762000" y="1968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arrow" w="sm" len="sm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E37BC16-729A-1633-78B9-5B752251389E}"/>
              </a:ext>
            </a:extLst>
          </p:cNvPr>
          <p:cNvCxnSpPr/>
          <p:nvPr/>
        </p:nvCxnSpPr>
        <p:spPr>
          <a:xfrm>
            <a:off x="6096000" y="177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7315541-8F62-007A-CDAF-5847CD1A85F7}"/>
              </a:ext>
            </a:extLst>
          </p:cNvPr>
          <p:cNvCxnSpPr/>
          <p:nvPr/>
        </p:nvCxnSpPr>
        <p:spPr>
          <a:xfrm>
            <a:off x="762000" y="22860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E773A54-7478-41E0-9BA6-3E746939A8B5}"/>
              </a:ext>
            </a:extLst>
          </p:cNvPr>
          <p:cNvCxnSpPr/>
          <p:nvPr/>
        </p:nvCxnSpPr>
        <p:spPr>
          <a:xfrm>
            <a:off x="8001000" y="177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E3729E3-82B2-3416-4898-94A70ED76A3B}"/>
              </a:ext>
            </a:extLst>
          </p:cNvPr>
          <p:cNvCxnSpPr/>
          <p:nvPr/>
        </p:nvCxnSpPr>
        <p:spPr>
          <a:xfrm>
            <a:off x="762000" y="2603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arrow" w="lg" len="lg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65C76AE-FCE0-058D-F434-F5BCA22778C5}"/>
              </a:ext>
            </a:extLst>
          </p:cNvPr>
          <p:cNvCxnSpPr/>
          <p:nvPr/>
        </p:nvCxnSpPr>
        <p:spPr>
          <a:xfrm>
            <a:off x="9906000" y="177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8DCCE50-5253-3594-D61A-407B1994CB81}"/>
              </a:ext>
            </a:extLst>
          </p:cNvPr>
          <p:cNvCxnSpPr/>
          <p:nvPr/>
        </p:nvCxnSpPr>
        <p:spPr>
          <a:xfrm>
            <a:off x="762000" y="3238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stealth" w="sm" len="sm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60DB154-BDDF-398F-C0EB-50EB6C5FF764}"/>
              </a:ext>
            </a:extLst>
          </p:cNvPr>
          <p:cNvCxnSpPr/>
          <p:nvPr/>
        </p:nvCxnSpPr>
        <p:spPr>
          <a:xfrm>
            <a:off x="6096000" y="304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B9A5355-A724-3CC3-1EFB-B79C25527101}"/>
              </a:ext>
            </a:extLst>
          </p:cNvPr>
          <p:cNvCxnSpPr/>
          <p:nvPr/>
        </p:nvCxnSpPr>
        <p:spPr>
          <a:xfrm>
            <a:off x="762000" y="35560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9B0A7DE-1F8A-B2CD-34BB-8F80606446F2}"/>
              </a:ext>
            </a:extLst>
          </p:cNvPr>
          <p:cNvCxnSpPr/>
          <p:nvPr/>
        </p:nvCxnSpPr>
        <p:spPr>
          <a:xfrm>
            <a:off x="8001000" y="304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1EC0942-0170-1FCA-A024-D25FBB19BB65}"/>
              </a:ext>
            </a:extLst>
          </p:cNvPr>
          <p:cNvCxnSpPr/>
          <p:nvPr/>
        </p:nvCxnSpPr>
        <p:spPr>
          <a:xfrm>
            <a:off x="762000" y="3873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stealth" w="lg" len="lg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30F9FB5-C2F4-AC0E-410C-555DB454CC26}"/>
              </a:ext>
            </a:extLst>
          </p:cNvPr>
          <p:cNvCxnSpPr/>
          <p:nvPr/>
        </p:nvCxnSpPr>
        <p:spPr>
          <a:xfrm>
            <a:off x="9906000" y="304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56E3A2A-16BC-4E10-655F-A6006FE83876}"/>
              </a:ext>
            </a:extLst>
          </p:cNvPr>
          <p:cNvCxnSpPr/>
          <p:nvPr/>
        </p:nvCxnSpPr>
        <p:spPr>
          <a:xfrm>
            <a:off x="762000" y="4508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diamond" w="sm" len="sm"/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85D3D63-2559-A0DB-72F0-E6F1B5C0F1AE}"/>
              </a:ext>
            </a:extLst>
          </p:cNvPr>
          <p:cNvCxnSpPr/>
          <p:nvPr/>
        </p:nvCxnSpPr>
        <p:spPr>
          <a:xfrm>
            <a:off x="6096000" y="431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277911C-439D-7151-E63A-6B1ED14B7BDF}"/>
              </a:ext>
            </a:extLst>
          </p:cNvPr>
          <p:cNvCxnSpPr/>
          <p:nvPr/>
        </p:nvCxnSpPr>
        <p:spPr>
          <a:xfrm>
            <a:off x="762000" y="48260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831A61F-E9E1-F248-F446-09E156964AC1}"/>
              </a:ext>
            </a:extLst>
          </p:cNvPr>
          <p:cNvCxnSpPr/>
          <p:nvPr/>
        </p:nvCxnSpPr>
        <p:spPr>
          <a:xfrm>
            <a:off x="8001000" y="431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3E465D7-02B2-FD7C-DAF5-8C8C3B6245B2}"/>
              </a:ext>
            </a:extLst>
          </p:cNvPr>
          <p:cNvCxnSpPr/>
          <p:nvPr/>
        </p:nvCxnSpPr>
        <p:spPr>
          <a:xfrm>
            <a:off x="762000" y="5143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diamond" w="lg" len="lg"/>
            <a:tailEnd type="diamond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F4A8EC35-CD53-1E30-2B13-182699B90736}"/>
              </a:ext>
            </a:extLst>
          </p:cNvPr>
          <p:cNvCxnSpPr/>
          <p:nvPr/>
        </p:nvCxnSpPr>
        <p:spPr>
          <a:xfrm>
            <a:off x="9906000" y="431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17EE88E-A7A3-0682-2C67-E3BA4F23F488}"/>
              </a:ext>
            </a:extLst>
          </p:cNvPr>
          <p:cNvCxnSpPr/>
          <p:nvPr/>
        </p:nvCxnSpPr>
        <p:spPr>
          <a:xfrm>
            <a:off x="762000" y="5778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oval" w="sm" len="sm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17ABCB3-6D58-8678-76AF-949E3E9A6C70}"/>
              </a:ext>
            </a:extLst>
          </p:cNvPr>
          <p:cNvCxnSpPr/>
          <p:nvPr/>
        </p:nvCxnSpPr>
        <p:spPr>
          <a:xfrm>
            <a:off x="6096000" y="558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D3564ED-3C31-CFE0-126C-2C554BA2C89B}"/>
              </a:ext>
            </a:extLst>
          </p:cNvPr>
          <p:cNvCxnSpPr/>
          <p:nvPr/>
        </p:nvCxnSpPr>
        <p:spPr>
          <a:xfrm>
            <a:off x="762000" y="60960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2F699FB-A714-FE4B-4CC6-2EAFFB416F57}"/>
              </a:ext>
            </a:extLst>
          </p:cNvPr>
          <p:cNvCxnSpPr/>
          <p:nvPr/>
        </p:nvCxnSpPr>
        <p:spPr>
          <a:xfrm>
            <a:off x="8001000" y="558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23D18E1-70E0-A3B4-3906-AECA60749E05}"/>
              </a:ext>
            </a:extLst>
          </p:cNvPr>
          <p:cNvCxnSpPr/>
          <p:nvPr/>
        </p:nvCxnSpPr>
        <p:spPr>
          <a:xfrm>
            <a:off x="762000" y="6413500"/>
            <a:ext cx="4318000" cy="0"/>
          </a:xfrm>
          <a:prstGeom prst="line">
            <a:avLst/>
          </a:prstGeom>
          <a:ln w="28575">
            <a:solidFill>
              <a:srgbClr val="000000"/>
            </a:solidFill>
            <a:headEnd type="oval" w="lg" len="lg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D1C42326-FE6F-FB85-C659-B51473BBD146}"/>
              </a:ext>
            </a:extLst>
          </p:cNvPr>
          <p:cNvCxnSpPr/>
          <p:nvPr/>
        </p:nvCxnSpPr>
        <p:spPr>
          <a:xfrm>
            <a:off x="9906000" y="5588000"/>
            <a:ext cx="1524000" cy="889000"/>
          </a:xfrm>
          <a:prstGeom prst="line">
            <a:avLst/>
          </a:prstGeom>
          <a:ln w="76200">
            <a:solidFill>
              <a:srgbClr val="C0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41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rn: 5 Zacken 1">
            <a:extLst>
              <a:ext uri="{FF2B5EF4-FFF2-40B4-BE49-F238E27FC236}">
                <a16:creationId xmlns:a16="http://schemas.microsoft.com/office/drawing/2014/main" id="{982AA6CC-A08F-01BC-1CB0-557E42CE9FF6}"/>
              </a:ext>
            </a:extLst>
          </p:cNvPr>
          <p:cNvSpPr/>
          <p:nvPr/>
        </p:nvSpPr>
        <p:spPr>
          <a:xfrm>
            <a:off x="508000" y="1905000"/>
            <a:ext cx="1524000" cy="1524000"/>
          </a:xfrm>
          <a:prstGeom prst="star5">
            <a:avLst/>
          </a:prstGeom>
          <a:solidFill>
            <a:srgbClr val="FFE699"/>
          </a:solidFill>
          <a:ln w="127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80D9E88-9041-FD9E-F124-411D8B4143AA}"/>
              </a:ext>
            </a:extLst>
          </p:cNvPr>
          <p:cNvSpPr/>
          <p:nvPr/>
        </p:nvSpPr>
        <p:spPr>
          <a:xfrm>
            <a:off x="2413000" y="1905000"/>
            <a:ext cx="1524000" cy="1524000"/>
          </a:xfrm>
          <a:prstGeom prst="ellipse">
            <a:avLst/>
          </a:prstGeom>
          <a:solidFill>
            <a:srgbClr val="FFE699"/>
          </a:solidFill>
          <a:ln w="381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tern: 5 Zacken 3">
            <a:extLst>
              <a:ext uri="{FF2B5EF4-FFF2-40B4-BE49-F238E27FC236}">
                <a16:creationId xmlns:a16="http://schemas.microsoft.com/office/drawing/2014/main" id="{38D4618C-A3A1-1C64-79E8-742FACA418D0}"/>
              </a:ext>
            </a:extLst>
          </p:cNvPr>
          <p:cNvSpPr/>
          <p:nvPr/>
        </p:nvSpPr>
        <p:spPr>
          <a:xfrm>
            <a:off x="4318000" y="1905000"/>
            <a:ext cx="1524000" cy="1524000"/>
          </a:xfrm>
          <a:prstGeom prst="star5">
            <a:avLst/>
          </a:prstGeom>
          <a:solidFill>
            <a:srgbClr val="FFE699"/>
          </a:solidFill>
          <a:ln w="635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1009AD8-CFFD-46AB-E36F-F73E10026FFB}"/>
              </a:ext>
            </a:extLst>
          </p:cNvPr>
          <p:cNvSpPr/>
          <p:nvPr/>
        </p:nvSpPr>
        <p:spPr>
          <a:xfrm>
            <a:off x="6223000" y="1905000"/>
            <a:ext cx="1524000" cy="1524000"/>
          </a:xfrm>
          <a:prstGeom prst="ellipse">
            <a:avLst/>
          </a:prstGeom>
          <a:solidFill>
            <a:srgbClr val="FFE699"/>
          </a:solidFill>
          <a:ln w="889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Stern: 5 Zacken 5">
            <a:extLst>
              <a:ext uri="{FF2B5EF4-FFF2-40B4-BE49-F238E27FC236}">
                <a16:creationId xmlns:a16="http://schemas.microsoft.com/office/drawing/2014/main" id="{9D1D63D5-E295-047E-B5D9-978D2816FC96}"/>
              </a:ext>
            </a:extLst>
          </p:cNvPr>
          <p:cNvSpPr/>
          <p:nvPr/>
        </p:nvSpPr>
        <p:spPr>
          <a:xfrm>
            <a:off x="8128000" y="1905000"/>
            <a:ext cx="1524000" cy="1524000"/>
          </a:xfrm>
          <a:prstGeom prst="star5">
            <a:avLst/>
          </a:prstGeom>
          <a:solidFill>
            <a:srgbClr val="FFE699"/>
          </a:solidFill>
          <a:ln w="1143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5F323FE-42B9-10FA-B407-F28B808923C5}"/>
              </a:ext>
            </a:extLst>
          </p:cNvPr>
          <p:cNvSpPr/>
          <p:nvPr/>
        </p:nvSpPr>
        <p:spPr>
          <a:xfrm>
            <a:off x="10033000" y="1905000"/>
            <a:ext cx="1524000" cy="1524000"/>
          </a:xfrm>
          <a:prstGeom prst="ellipse">
            <a:avLst/>
          </a:prstGeom>
          <a:solidFill>
            <a:srgbClr val="FFE699"/>
          </a:solidFill>
          <a:ln w="13970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212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2026-10-08T09:08:03Z</dcterms:created>
  <dcterms:modified xsi:type="dcterms:W3CDTF">2026-10-08T09:08:03Z</dcterms:modified>
</cp:coreProperties>
</file>