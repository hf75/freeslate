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3CE082-DA2C-1751-5932-B191B8967B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956E64F-C5C5-17A6-227A-4C8976DFE7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658229A-2945-9E2B-A065-BA0D647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6ABCC-063A-4998-9989-DB1D869DE6E1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5E0983C-5646-B8E5-C09E-E158D5AD9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C185B13-25B2-2D8D-2354-8A6F58148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2E5961-9FAF-4670-9204-37F7C3A49C1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55294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BB4CC4-62C9-3A4C-5E2B-ED11FE84B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FE13589-959A-EAE1-73BE-BF19B07F0E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5CE4E-B264-BCDC-177D-89B03208D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6ABCC-063A-4998-9989-DB1D869DE6E1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81AEE01-DAB6-8D9D-E885-49653F73DB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BBBE21F-1FB1-69F1-D5EF-A35603017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2E5961-9FAF-4670-9204-37F7C3A49C1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972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C89A14-7B80-FF11-FFEA-8CDC36BC8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5CCDFDF-3E22-0417-1ED8-C5C4BA3366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74AFCAB-455B-14C7-164C-0625F0536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6ABCC-063A-4998-9989-DB1D869DE6E1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9176AB9-DA19-F231-1B4E-B5D33AD38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B8E05E9-99C0-B9EF-B9DD-1E7E77D49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2E5961-9FAF-4670-9204-37F7C3A49C1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67679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E74393-323B-BBBD-F64F-806C59A14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3685C8-BDB8-740F-0911-C42C7A6504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08F847D-1315-078F-22DA-34A6031001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157D50A-62EA-D791-7FCD-73864364B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6ABCC-063A-4998-9989-DB1D869DE6E1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7C895C4-E1CA-921E-1073-4DF26BB83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97DF830-02CE-918F-99BD-D7BB6E3EC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2E5961-9FAF-4670-9204-37F7C3A49C1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11039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C8F225-51E9-C4F9-C872-982F9D2AB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3A4D649-9DE6-3D51-4EB4-5CD8A4FE92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6FCB7D-9E73-741C-DD71-5B344C9D09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922019E-59D9-C723-B166-6A3FEDC200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378FABF-C84A-6A5A-6D4D-CDF284A51C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128839D-A00B-4F39-2888-D6E3DC753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6ABCC-063A-4998-9989-DB1D869DE6E1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2004D0D-6124-C34C-A07B-EAD13A67C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E57A819-E600-8D32-25C6-3C6490A32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2E5961-9FAF-4670-9204-37F7C3A49C1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1128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1AB7E1-C5AA-1CE2-5FDE-C4536E409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A4D165-181A-477E-7F11-743C4E7C8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6ABCC-063A-4998-9989-DB1D869DE6E1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AF6DDB2-D63E-4D9E-A8FD-C0E695C55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5D7410A-3F86-96E4-751A-A3DCF2B8E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2E5961-9FAF-4670-9204-37F7C3A49C1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635811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D72D81F-008B-DA74-5F4D-91E97C9CD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6ABCC-063A-4998-9989-DB1D869DE6E1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9FDCF8A-DB97-4B13-DA1C-BF35B9CC7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B5CFF99-A9BB-F27F-9E9A-20FAD2DF3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2E5961-9FAF-4670-9204-37F7C3A49C1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7328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0DFCD1-9B27-25A1-F82E-FE994AE26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CFDA9FD-A308-CC25-1620-E0F5E9CB73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D02938C-46B9-1C4D-9AFD-E916ECFDB1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ECAEC3D-2815-5838-6F40-4ABBAD05F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6ABCC-063A-4998-9989-DB1D869DE6E1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F644D3-4E36-C68F-C88D-9C4C65C90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18F6A76-6893-5E63-A908-CD4968F3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2E5961-9FAF-4670-9204-37F7C3A49C1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90373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BC2E34-4315-2294-758C-79679C8C4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270019-9692-F52A-8B85-1F3DF78F4C4C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16980DE-DBA7-2B71-5419-03FD20B600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239DE96-3D87-F9A9-DAF0-CC87FF680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6ABCC-063A-4998-9989-DB1D869DE6E1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B21976E-9EB9-47C2-569A-7AE6EA432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66D30C0-DE4C-3D3E-757E-9510479AA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2E5961-9FAF-4670-9204-37F7C3A49C1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50276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ADE666-4875-267A-5C86-2E5E39168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15BF862-0A60-AA58-22BF-99CEF2D2F8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5FAB15D-F17D-D369-B811-B876E7056A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6ABCC-063A-4998-9989-DB1D869DE6E1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DF7D0B4-4EC6-5855-6172-15028EC33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9F67415-F606-CE21-73C0-E2D74525A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2E5961-9FAF-4670-9204-37F7C3A49C1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12734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50841E9-B5B0-C0D6-C08D-67161F66C1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EE90EC3-1471-E1B3-932D-2D040C564E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AACC70B-54C2-B9DF-8F76-FF0F68E8C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6ABCC-063A-4998-9989-DB1D869DE6E1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989525-717E-CFC2-01EC-A20356FA9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2DE0483-A463-1ABF-A9D1-B5B3717A65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2E5961-9FAF-4670-9204-37F7C3A49C1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85369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6025D89-3125-E20B-B6BB-612A6065C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6C30071-E988-708E-DD2C-6B21B1FD6E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EFC8240-34B3-5FA2-2AA1-A6AE06963A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E6ABCC-063A-4998-9989-DB1D869DE6E1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9D05C60-B728-8914-7C5F-E8E15F707D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28442F6-1973-8F9F-4E57-96D28793C1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2E5961-9FAF-4670-9204-37F7C3A49C1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89330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6A129D49-A22E-726D-2FF7-7F9779DAC340}"/>
              </a:ext>
            </a:extLst>
          </p:cNvPr>
          <p:cNvCxnSpPr/>
          <p:nvPr/>
        </p:nvCxnSpPr>
        <p:spPr>
          <a:xfrm>
            <a:off x="508000" y="508000"/>
            <a:ext cx="508000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AAF7BD6-EE9F-EEA0-D51F-B8F39FA4694C}"/>
              </a:ext>
            </a:extLst>
          </p:cNvPr>
          <p:cNvCxnSpPr/>
          <p:nvPr/>
        </p:nvCxnSpPr>
        <p:spPr>
          <a:xfrm>
            <a:off x="508000" y="889000"/>
            <a:ext cx="5080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6CE02062-6B2F-A2DE-2E61-31C2212A3554}"/>
              </a:ext>
            </a:extLst>
          </p:cNvPr>
          <p:cNvCxnSpPr/>
          <p:nvPr/>
        </p:nvCxnSpPr>
        <p:spPr>
          <a:xfrm>
            <a:off x="508000" y="1270000"/>
            <a:ext cx="508000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4DC883B3-5C97-6F33-5197-B069C4646DFF}"/>
              </a:ext>
            </a:extLst>
          </p:cNvPr>
          <p:cNvCxnSpPr/>
          <p:nvPr/>
        </p:nvCxnSpPr>
        <p:spPr>
          <a:xfrm>
            <a:off x="508000" y="1651000"/>
            <a:ext cx="508000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CFA76020-3CB1-5557-F1FD-C9E2270A5486}"/>
              </a:ext>
            </a:extLst>
          </p:cNvPr>
          <p:cNvCxnSpPr/>
          <p:nvPr/>
        </p:nvCxnSpPr>
        <p:spPr>
          <a:xfrm>
            <a:off x="508000" y="2032000"/>
            <a:ext cx="5080000" cy="0"/>
          </a:xfrm>
          <a:prstGeom prst="line">
            <a:avLst/>
          </a:prstGeom>
          <a:ln w="762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1029721C-126C-EF9F-9CFC-96FE8B925BBA}"/>
              </a:ext>
            </a:extLst>
          </p:cNvPr>
          <p:cNvCxnSpPr/>
          <p:nvPr/>
        </p:nvCxnSpPr>
        <p:spPr>
          <a:xfrm>
            <a:off x="508000" y="2413000"/>
            <a:ext cx="5080000" cy="0"/>
          </a:xfrm>
          <a:prstGeom prst="line">
            <a:avLst/>
          </a:prstGeom>
          <a:ln w="127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5F1E64DA-7D8F-2A30-2242-F01810A07829}"/>
              </a:ext>
            </a:extLst>
          </p:cNvPr>
          <p:cNvCxnSpPr/>
          <p:nvPr/>
        </p:nvCxnSpPr>
        <p:spPr>
          <a:xfrm>
            <a:off x="6350000" y="8636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AF3D6320-D643-03AB-EE0B-FF001039604B}"/>
              </a:ext>
            </a:extLst>
          </p:cNvPr>
          <p:cNvCxnSpPr/>
          <p:nvPr/>
        </p:nvCxnSpPr>
        <p:spPr>
          <a:xfrm>
            <a:off x="6350000" y="1346200"/>
            <a:ext cx="5334000" cy="0"/>
          </a:xfrm>
          <a:prstGeom prst="line">
            <a:avLst/>
          </a:prstGeom>
          <a:ln w="38100" cap="sq">
            <a:solidFill>
              <a:srgbClr val="000000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81159CF1-7620-62B8-2B24-2913F06EF0F5}"/>
              </a:ext>
            </a:extLst>
          </p:cNvPr>
          <p:cNvCxnSpPr/>
          <p:nvPr/>
        </p:nvCxnSpPr>
        <p:spPr>
          <a:xfrm>
            <a:off x="6350000" y="1828800"/>
            <a:ext cx="5334000" cy="0"/>
          </a:xfrm>
          <a:prstGeom prst="line">
            <a:avLst/>
          </a:prstGeom>
          <a:ln w="38100" cap="rnd">
            <a:solidFill>
              <a:srgbClr val="000000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84B40F98-E536-FFF4-4931-C9642458C398}"/>
              </a:ext>
            </a:extLst>
          </p:cNvPr>
          <p:cNvCxnSpPr/>
          <p:nvPr/>
        </p:nvCxnSpPr>
        <p:spPr>
          <a:xfrm>
            <a:off x="6350000" y="23114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73C615AF-C8BA-8591-1B6F-1784C514B88D}"/>
              </a:ext>
            </a:extLst>
          </p:cNvPr>
          <p:cNvCxnSpPr/>
          <p:nvPr/>
        </p:nvCxnSpPr>
        <p:spPr>
          <a:xfrm>
            <a:off x="6350000" y="27940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EA5CCA17-44DB-989A-EEA1-85E539E9D54B}"/>
              </a:ext>
            </a:extLst>
          </p:cNvPr>
          <p:cNvCxnSpPr/>
          <p:nvPr/>
        </p:nvCxnSpPr>
        <p:spPr>
          <a:xfrm>
            <a:off x="6350000" y="32766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sysDashDot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5ACFE3F2-DA91-0ADC-367A-F24E31F7A112}"/>
              </a:ext>
            </a:extLst>
          </p:cNvPr>
          <p:cNvCxnSpPr/>
          <p:nvPr/>
        </p:nvCxnSpPr>
        <p:spPr>
          <a:xfrm>
            <a:off x="6350000" y="37592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008806DE-546B-1E3D-A19E-D322ACC363F4}"/>
              </a:ext>
            </a:extLst>
          </p:cNvPr>
          <p:cNvCxnSpPr/>
          <p:nvPr/>
        </p:nvCxnSpPr>
        <p:spPr>
          <a:xfrm>
            <a:off x="6350000" y="42418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lg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20F25EDA-A908-14CE-06BF-E1A872422678}"/>
              </a:ext>
            </a:extLst>
          </p:cNvPr>
          <p:cNvCxnSpPr/>
          <p:nvPr/>
        </p:nvCxnSpPr>
        <p:spPr>
          <a:xfrm>
            <a:off x="6350000" y="47244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lgDashDot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10BCEFD-AE8E-60F5-D7B0-EAB0C11B7D5B}"/>
              </a:ext>
            </a:extLst>
          </p:cNvPr>
          <p:cNvCxnSpPr/>
          <p:nvPr/>
        </p:nvCxnSpPr>
        <p:spPr>
          <a:xfrm>
            <a:off x="6350000" y="52070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4FC89859-8914-7554-4770-7DCA9989ACB6}"/>
              </a:ext>
            </a:extLst>
          </p:cNvPr>
          <p:cNvCxnSpPr/>
          <p:nvPr/>
        </p:nvCxnSpPr>
        <p:spPr>
          <a:xfrm>
            <a:off x="6350000" y="56896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3B0E357E-C105-05DB-10F8-1C3CF17BA52D}"/>
              </a:ext>
            </a:extLst>
          </p:cNvPr>
          <p:cNvCxnSpPr/>
          <p:nvPr/>
        </p:nvCxnSpPr>
        <p:spPr>
          <a:xfrm>
            <a:off x="6350000" y="6172200"/>
            <a:ext cx="5334000" cy="0"/>
          </a:xfrm>
          <a:prstGeom prst="line">
            <a:avLst/>
          </a:prstGeom>
          <a:ln w="38100">
            <a:solidFill>
              <a:srgbClr val="000000"/>
            </a:solidFill>
            <a:prstDash val="sys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hteck 19">
            <a:extLst>
              <a:ext uri="{FF2B5EF4-FFF2-40B4-BE49-F238E27FC236}">
                <a16:creationId xmlns:a16="http://schemas.microsoft.com/office/drawing/2014/main" id="{5C8563FF-7450-87E2-6749-D8A000CB341D}"/>
              </a:ext>
            </a:extLst>
          </p:cNvPr>
          <p:cNvSpPr/>
          <p:nvPr/>
        </p:nvSpPr>
        <p:spPr>
          <a:xfrm>
            <a:off x="508000" y="3302000"/>
            <a:ext cx="889000" cy="889000"/>
          </a:xfrm>
          <a:prstGeom prst="rect">
            <a:avLst/>
          </a:prstGeom>
          <a:noFill/>
          <a:ln w="101600" cap="flat" cmpd="sng" algn="ctr">
            <a:solidFill>
              <a:srgbClr val="00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A874FA55-6E65-FB54-2EAA-9CFCFB444B09}"/>
              </a:ext>
            </a:extLst>
          </p:cNvPr>
          <p:cNvSpPr/>
          <p:nvPr/>
        </p:nvSpPr>
        <p:spPr>
          <a:xfrm>
            <a:off x="1587500" y="3302000"/>
            <a:ext cx="889000" cy="889000"/>
          </a:xfrm>
          <a:prstGeom prst="rect">
            <a:avLst/>
          </a:prstGeom>
          <a:noFill/>
          <a:ln w="101600" cap="flat" cmpd="dbl" algn="ctr">
            <a:solidFill>
              <a:srgbClr val="00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22A2CAA-400F-FCC1-8930-F66A6E4EEB42}"/>
              </a:ext>
            </a:extLst>
          </p:cNvPr>
          <p:cNvSpPr/>
          <p:nvPr/>
        </p:nvSpPr>
        <p:spPr>
          <a:xfrm>
            <a:off x="2667000" y="3302000"/>
            <a:ext cx="889000" cy="889000"/>
          </a:xfrm>
          <a:prstGeom prst="rect">
            <a:avLst/>
          </a:prstGeom>
          <a:noFill/>
          <a:ln w="101600" cap="flat" cmpd="thinThick" algn="ctr">
            <a:solidFill>
              <a:srgbClr val="00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F36CA69-92E1-2C2B-F495-C2F5D65AFE64}"/>
              </a:ext>
            </a:extLst>
          </p:cNvPr>
          <p:cNvSpPr/>
          <p:nvPr/>
        </p:nvSpPr>
        <p:spPr>
          <a:xfrm>
            <a:off x="3746500" y="3302000"/>
            <a:ext cx="889000" cy="889000"/>
          </a:xfrm>
          <a:prstGeom prst="rect">
            <a:avLst/>
          </a:prstGeom>
          <a:noFill/>
          <a:ln w="101600" cap="flat" cmpd="thickThin" algn="ctr">
            <a:solidFill>
              <a:srgbClr val="00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4A0C5B3-7233-82FE-1BC4-7FE9B2C12544}"/>
              </a:ext>
            </a:extLst>
          </p:cNvPr>
          <p:cNvSpPr/>
          <p:nvPr/>
        </p:nvSpPr>
        <p:spPr>
          <a:xfrm>
            <a:off x="4826000" y="3302000"/>
            <a:ext cx="889000" cy="889000"/>
          </a:xfrm>
          <a:prstGeom prst="rect">
            <a:avLst/>
          </a:prstGeom>
          <a:noFill/>
          <a:ln w="101600" cap="flat" cmpd="tri" algn="ctr">
            <a:solidFill>
              <a:srgbClr val="00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11754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95E6C12C-F818-41BD-9F2B-6ECE625C1AD6}"/>
              </a:ext>
            </a:extLst>
          </p:cNvPr>
          <p:cNvCxnSpPr/>
          <p:nvPr/>
        </p:nvCxnSpPr>
        <p:spPr>
          <a:xfrm>
            <a:off x="762000" y="698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triangle" w="sm" len="sm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FD0BB7FB-3F38-AFEA-3C0C-8D93F6145150}"/>
              </a:ext>
            </a:extLst>
          </p:cNvPr>
          <p:cNvCxnSpPr/>
          <p:nvPr/>
        </p:nvCxnSpPr>
        <p:spPr>
          <a:xfrm>
            <a:off x="6096000" y="50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FE440C6-552E-EC3F-A41D-20CC15F8CB4F}"/>
              </a:ext>
            </a:extLst>
          </p:cNvPr>
          <p:cNvCxnSpPr/>
          <p:nvPr/>
        </p:nvCxnSpPr>
        <p:spPr>
          <a:xfrm>
            <a:off x="762000" y="10160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E42C1900-8084-646A-D350-C0662F08EE7D}"/>
              </a:ext>
            </a:extLst>
          </p:cNvPr>
          <p:cNvCxnSpPr/>
          <p:nvPr/>
        </p:nvCxnSpPr>
        <p:spPr>
          <a:xfrm>
            <a:off x="8001000" y="50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1BB900B-5CC4-C953-250E-DC26866E726B}"/>
              </a:ext>
            </a:extLst>
          </p:cNvPr>
          <p:cNvCxnSpPr/>
          <p:nvPr/>
        </p:nvCxnSpPr>
        <p:spPr>
          <a:xfrm>
            <a:off x="762000" y="1333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triangle" w="lg" len="lg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C62B4A3F-24B1-AF99-8B75-46FB4793BD92}"/>
              </a:ext>
            </a:extLst>
          </p:cNvPr>
          <p:cNvCxnSpPr/>
          <p:nvPr/>
        </p:nvCxnSpPr>
        <p:spPr>
          <a:xfrm>
            <a:off x="9906000" y="50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D4947DEB-920C-1708-E64F-ABA0BB2F5959}"/>
              </a:ext>
            </a:extLst>
          </p:cNvPr>
          <p:cNvCxnSpPr/>
          <p:nvPr/>
        </p:nvCxnSpPr>
        <p:spPr>
          <a:xfrm>
            <a:off x="762000" y="1968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arrow" w="sm" len="sm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E373F213-2C9A-4589-00CE-9B6E4224F41C}"/>
              </a:ext>
            </a:extLst>
          </p:cNvPr>
          <p:cNvCxnSpPr/>
          <p:nvPr/>
        </p:nvCxnSpPr>
        <p:spPr>
          <a:xfrm>
            <a:off x="6096000" y="177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21F9FA31-CB2A-935C-C1B9-BEF695970AB4}"/>
              </a:ext>
            </a:extLst>
          </p:cNvPr>
          <p:cNvCxnSpPr/>
          <p:nvPr/>
        </p:nvCxnSpPr>
        <p:spPr>
          <a:xfrm>
            <a:off x="762000" y="22860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63233EE6-0E71-8A22-F8BE-530C0E7367D2}"/>
              </a:ext>
            </a:extLst>
          </p:cNvPr>
          <p:cNvCxnSpPr/>
          <p:nvPr/>
        </p:nvCxnSpPr>
        <p:spPr>
          <a:xfrm>
            <a:off x="8001000" y="177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3017C0F-A48A-4ACB-055A-26F1940C4CE3}"/>
              </a:ext>
            </a:extLst>
          </p:cNvPr>
          <p:cNvCxnSpPr/>
          <p:nvPr/>
        </p:nvCxnSpPr>
        <p:spPr>
          <a:xfrm>
            <a:off x="762000" y="2603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arrow" w="lg" len="lg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4A6905DA-F69E-D4B4-B664-EF93842CD510}"/>
              </a:ext>
            </a:extLst>
          </p:cNvPr>
          <p:cNvCxnSpPr/>
          <p:nvPr/>
        </p:nvCxnSpPr>
        <p:spPr>
          <a:xfrm>
            <a:off x="9906000" y="177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F5AB808F-F2D4-49EC-D9D2-9857F8435054}"/>
              </a:ext>
            </a:extLst>
          </p:cNvPr>
          <p:cNvCxnSpPr/>
          <p:nvPr/>
        </p:nvCxnSpPr>
        <p:spPr>
          <a:xfrm>
            <a:off x="762000" y="3238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stealth" w="sm" len="sm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B3330B6-8AC8-2185-DCC4-936C9DD51E89}"/>
              </a:ext>
            </a:extLst>
          </p:cNvPr>
          <p:cNvCxnSpPr/>
          <p:nvPr/>
        </p:nvCxnSpPr>
        <p:spPr>
          <a:xfrm>
            <a:off x="6096000" y="304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EC387315-3720-67C0-086B-21D12AF48A6E}"/>
              </a:ext>
            </a:extLst>
          </p:cNvPr>
          <p:cNvCxnSpPr/>
          <p:nvPr/>
        </p:nvCxnSpPr>
        <p:spPr>
          <a:xfrm>
            <a:off x="762000" y="35560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stealth" w="med" len="med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5D54C1F6-E318-1998-F315-0B1D346DC58A}"/>
              </a:ext>
            </a:extLst>
          </p:cNvPr>
          <p:cNvCxnSpPr/>
          <p:nvPr/>
        </p:nvCxnSpPr>
        <p:spPr>
          <a:xfrm>
            <a:off x="8001000" y="304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978BA23E-81D0-B472-5E9E-DDAE38B62F10}"/>
              </a:ext>
            </a:extLst>
          </p:cNvPr>
          <p:cNvCxnSpPr/>
          <p:nvPr/>
        </p:nvCxnSpPr>
        <p:spPr>
          <a:xfrm>
            <a:off x="762000" y="3873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stealth" w="lg" len="lg"/>
            <a:tailEnd type="stealth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18694361-70A9-3085-FD93-92EBB4BF0C35}"/>
              </a:ext>
            </a:extLst>
          </p:cNvPr>
          <p:cNvCxnSpPr/>
          <p:nvPr/>
        </p:nvCxnSpPr>
        <p:spPr>
          <a:xfrm>
            <a:off x="9906000" y="304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5BF68327-EEDF-30EE-99F9-01ABE3CB2A97}"/>
              </a:ext>
            </a:extLst>
          </p:cNvPr>
          <p:cNvCxnSpPr/>
          <p:nvPr/>
        </p:nvCxnSpPr>
        <p:spPr>
          <a:xfrm>
            <a:off x="762000" y="4508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diamond" w="sm" len="sm"/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CF71E247-A189-7C76-17D4-675EE535E4D4}"/>
              </a:ext>
            </a:extLst>
          </p:cNvPr>
          <p:cNvCxnSpPr/>
          <p:nvPr/>
        </p:nvCxnSpPr>
        <p:spPr>
          <a:xfrm>
            <a:off x="6096000" y="431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6FA2D174-5CFD-B055-AEEA-4D7C68BB8A55}"/>
              </a:ext>
            </a:extLst>
          </p:cNvPr>
          <p:cNvCxnSpPr/>
          <p:nvPr/>
        </p:nvCxnSpPr>
        <p:spPr>
          <a:xfrm>
            <a:off x="762000" y="48260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diamond" w="med" len="med"/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2137C2C0-11A6-C172-54AF-7560A66D6939}"/>
              </a:ext>
            </a:extLst>
          </p:cNvPr>
          <p:cNvCxnSpPr/>
          <p:nvPr/>
        </p:nvCxnSpPr>
        <p:spPr>
          <a:xfrm>
            <a:off x="8001000" y="431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5676B3FE-30D2-AEC5-9F6C-909AFDD5F81F}"/>
              </a:ext>
            </a:extLst>
          </p:cNvPr>
          <p:cNvCxnSpPr/>
          <p:nvPr/>
        </p:nvCxnSpPr>
        <p:spPr>
          <a:xfrm>
            <a:off x="762000" y="5143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diamond" w="lg" len="lg"/>
            <a:tailEnd type="diamond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C0820337-314B-0841-ECED-56DC9C87F082}"/>
              </a:ext>
            </a:extLst>
          </p:cNvPr>
          <p:cNvCxnSpPr/>
          <p:nvPr/>
        </p:nvCxnSpPr>
        <p:spPr>
          <a:xfrm>
            <a:off x="9906000" y="431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4B0B0A2B-DA96-42D7-35E7-347A1A283A5D}"/>
              </a:ext>
            </a:extLst>
          </p:cNvPr>
          <p:cNvCxnSpPr/>
          <p:nvPr/>
        </p:nvCxnSpPr>
        <p:spPr>
          <a:xfrm>
            <a:off x="762000" y="5778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oval" w="sm" len="sm"/>
            <a:tailEnd type="oval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6BD469FF-938E-7E8D-3568-FF524C98A7EC}"/>
              </a:ext>
            </a:extLst>
          </p:cNvPr>
          <p:cNvCxnSpPr/>
          <p:nvPr/>
        </p:nvCxnSpPr>
        <p:spPr>
          <a:xfrm>
            <a:off x="6096000" y="558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75C4C814-C8FB-6598-16A9-67705BF7E6FC}"/>
              </a:ext>
            </a:extLst>
          </p:cNvPr>
          <p:cNvCxnSpPr/>
          <p:nvPr/>
        </p:nvCxnSpPr>
        <p:spPr>
          <a:xfrm>
            <a:off x="762000" y="60960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oval" w="med" len="med"/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906CAC00-7B01-A8F5-1FA2-84B4F366057C}"/>
              </a:ext>
            </a:extLst>
          </p:cNvPr>
          <p:cNvCxnSpPr/>
          <p:nvPr/>
        </p:nvCxnSpPr>
        <p:spPr>
          <a:xfrm>
            <a:off x="8001000" y="558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E40A4932-7D49-9F79-0C3B-5BF2E752E327}"/>
              </a:ext>
            </a:extLst>
          </p:cNvPr>
          <p:cNvCxnSpPr/>
          <p:nvPr/>
        </p:nvCxnSpPr>
        <p:spPr>
          <a:xfrm>
            <a:off x="762000" y="6413500"/>
            <a:ext cx="4318000" cy="0"/>
          </a:xfrm>
          <a:prstGeom prst="line">
            <a:avLst/>
          </a:prstGeom>
          <a:ln w="28575">
            <a:solidFill>
              <a:srgbClr val="000000"/>
            </a:solidFill>
            <a:headEnd type="oval" w="lg" len="lg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7B952F24-F040-0945-403C-5BD418BD2F70}"/>
              </a:ext>
            </a:extLst>
          </p:cNvPr>
          <p:cNvCxnSpPr/>
          <p:nvPr/>
        </p:nvCxnSpPr>
        <p:spPr>
          <a:xfrm>
            <a:off x="9906000" y="5588000"/>
            <a:ext cx="1524000" cy="889000"/>
          </a:xfrm>
          <a:prstGeom prst="line">
            <a:avLst/>
          </a:prstGeom>
          <a:ln w="76200">
            <a:solidFill>
              <a:srgbClr val="C00000"/>
            </a:solidFill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5708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ern: 5 Zacken 1">
            <a:extLst>
              <a:ext uri="{FF2B5EF4-FFF2-40B4-BE49-F238E27FC236}">
                <a16:creationId xmlns:a16="http://schemas.microsoft.com/office/drawing/2014/main" id="{41935829-ABC1-8461-A3B7-91AD669D3DC3}"/>
              </a:ext>
            </a:extLst>
          </p:cNvPr>
          <p:cNvSpPr/>
          <p:nvPr/>
        </p:nvSpPr>
        <p:spPr>
          <a:xfrm>
            <a:off x="508000" y="1905000"/>
            <a:ext cx="1524000" cy="1524000"/>
          </a:xfrm>
          <a:prstGeom prst="star5">
            <a:avLst/>
          </a:prstGeom>
          <a:solidFill>
            <a:srgbClr val="FFE699"/>
          </a:solidFill>
          <a:ln w="12700">
            <a:solidFill>
              <a:srgbClr val="1F38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B5613FEA-299F-4E80-95E7-E2C43DEEA994}"/>
              </a:ext>
            </a:extLst>
          </p:cNvPr>
          <p:cNvSpPr/>
          <p:nvPr/>
        </p:nvSpPr>
        <p:spPr>
          <a:xfrm>
            <a:off x="2413000" y="1905000"/>
            <a:ext cx="1524000" cy="1524000"/>
          </a:xfrm>
          <a:prstGeom prst="ellipse">
            <a:avLst/>
          </a:prstGeom>
          <a:solidFill>
            <a:srgbClr val="FFE699"/>
          </a:solidFill>
          <a:ln w="38100">
            <a:solidFill>
              <a:srgbClr val="1F38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Stern: 5 Zacken 3">
            <a:extLst>
              <a:ext uri="{FF2B5EF4-FFF2-40B4-BE49-F238E27FC236}">
                <a16:creationId xmlns:a16="http://schemas.microsoft.com/office/drawing/2014/main" id="{13AE2B34-A1F4-4275-03A6-B60B29C92043}"/>
              </a:ext>
            </a:extLst>
          </p:cNvPr>
          <p:cNvSpPr/>
          <p:nvPr/>
        </p:nvSpPr>
        <p:spPr>
          <a:xfrm>
            <a:off x="4318000" y="1905000"/>
            <a:ext cx="1524000" cy="1524000"/>
          </a:xfrm>
          <a:prstGeom prst="star5">
            <a:avLst/>
          </a:prstGeom>
          <a:solidFill>
            <a:srgbClr val="FFE699"/>
          </a:solidFill>
          <a:ln w="63500">
            <a:solidFill>
              <a:srgbClr val="1F38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0DE97EB9-47D8-5C89-F5F2-4516CFFA3D73}"/>
              </a:ext>
            </a:extLst>
          </p:cNvPr>
          <p:cNvSpPr/>
          <p:nvPr/>
        </p:nvSpPr>
        <p:spPr>
          <a:xfrm>
            <a:off x="6223000" y="1905000"/>
            <a:ext cx="1524000" cy="1524000"/>
          </a:xfrm>
          <a:prstGeom prst="ellipse">
            <a:avLst/>
          </a:prstGeom>
          <a:solidFill>
            <a:srgbClr val="FFE699"/>
          </a:solidFill>
          <a:ln w="88900">
            <a:solidFill>
              <a:srgbClr val="1F38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Stern: 5 Zacken 5">
            <a:extLst>
              <a:ext uri="{FF2B5EF4-FFF2-40B4-BE49-F238E27FC236}">
                <a16:creationId xmlns:a16="http://schemas.microsoft.com/office/drawing/2014/main" id="{8F5CE69A-8F8C-ECA3-C5A6-2CD530465CC2}"/>
              </a:ext>
            </a:extLst>
          </p:cNvPr>
          <p:cNvSpPr/>
          <p:nvPr/>
        </p:nvSpPr>
        <p:spPr>
          <a:xfrm>
            <a:off x="8128000" y="1905000"/>
            <a:ext cx="1524000" cy="1524000"/>
          </a:xfrm>
          <a:prstGeom prst="star5">
            <a:avLst/>
          </a:prstGeom>
          <a:solidFill>
            <a:srgbClr val="FFE699"/>
          </a:solidFill>
          <a:ln w="114300">
            <a:solidFill>
              <a:srgbClr val="1F38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8C2DF41B-E07F-EDAE-11DF-9786FDBE7892}"/>
              </a:ext>
            </a:extLst>
          </p:cNvPr>
          <p:cNvSpPr/>
          <p:nvPr/>
        </p:nvSpPr>
        <p:spPr>
          <a:xfrm>
            <a:off x="10033000" y="1905000"/>
            <a:ext cx="1524000" cy="1524000"/>
          </a:xfrm>
          <a:prstGeom prst="ellipse">
            <a:avLst/>
          </a:prstGeom>
          <a:solidFill>
            <a:srgbClr val="FFE699"/>
          </a:solidFill>
          <a:ln w="139700">
            <a:solidFill>
              <a:srgbClr val="1F38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5999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Benutzerdefiniert</PresentationFormat>
  <Paragraphs>0</Paragraphs>
  <Slides>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2026-10-08T08:23:54Z</dcterms:created>
  <dcterms:modified xsi:type="dcterms:W3CDTF">2026-10-08T08:23:54Z</dcterms:modified>
</cp:coreProperties>
</file>