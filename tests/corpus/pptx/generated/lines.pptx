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C520A-140C-29EB-8F95-0F05054B61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D005E85-FD95-CC12-CC8A-E61513E91F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EEE114-24EA-460D-5A00-1A14BBC41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F06114-54CB-2B8E-285D-7815463ED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0FF3B6-7001-7740-5C50-B3E4FB48C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9796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FBCFA-984C-63BD-3803-DD318CC1B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EE2DC0-983A-C75B-B23B-23BD9E996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50EECB-92B0-D07E-7963-8C49A5895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9455A2-C506-202B-62B4-1894DBC42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2965C2-1C26-C4BC-27CF-7546B58FD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898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664BE4-B0C8-87CE-966D-0C04AB7E6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6BB9A9C-851D-0397-0FE3-566741745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E16B5C-D7AE-470B-93DD-EC2AD9603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967B8-0C1A-8D31-BCD1-06B29FD6A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A248DA-E8AE-85EE-4178-E6507B803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963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A5DB07-04C0-00BD-C905-EB20FF05A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B32945-9E24-45B1-54CA-B4356D6D2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FBABEC-1D0E-95E6-FAA1-FE63A7761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B01055-0261-6F7B-8C40-F875903FD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2F258B0-BFCB-DB65-4799-828868F36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754F82C-8377-7DF2-3402-835BBA21B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3430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8C05CA-A209-E8C6-04EA-CDAACD6EE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B4D4BE5-357C-AADD-B313-887D5832F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61F4E1A-2F40-E2D0-7C83-050F1C359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BE8E0CA-C7FD-8E24-5EFB-1E2018A10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D78EDD1-2708-226F-8814-01B537B08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35CB7B2-0EB0-B7F0-5CA6-B21051173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6B7BDE3-C10E-9910-DCDD-37F103CA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96D464-30EA-9956-B140-F7D67E0C8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2393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C9487E-39BE-89DB-2742-95594C743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22DCD6F-871C-FBA5-766C-8278CAF10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3091E77-D433-B15E-AEC4-36AD90B51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DCAB97-CFEE-FCEA-07E8-992BA838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2375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B254C5-0E5C-1989-1FB0-3D95B1E41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58580BE-AAB3-CD83-DA6F-250EB4B7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59D057-4EBE-7D9F-390F-23348A5DE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0728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1E8E7B-0669-0849-00BE-C4DFB9CE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4942F1-3B12-48F2-B09D-3F6AFB48E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E90207B-2D17-1D9B-046F-98480DF43D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5C97ADE-AC04-6A9E-A294-B315BBB56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4373BB5-D713-7AA5-4C7E-805DD807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1D58A77-771A-1FCA-5EC4-C812F119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618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729971-2E96-380B-63F3-F953B7692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907AF1F-0AD0-65DC-F79C-3E315107F87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146CD8E-ACBF-18DE-D497-E2AF54F5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F3CAE41-5959-E358-5064-86ABB9BD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88BD9-B4D8-F31F-B4D3-FA6CEB6D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4600E2E-E756-AD00-B2A2-8DFBD0359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953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452C29-042B-81D1-79CC-98264EFF0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4E06DC3-C84C-F3B2-D617-60D1C53F6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711CFB-FD35-05AF-2BE9-AC5CAA655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62DE19-0F79-C003-C3B5-915F2CE55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10C9288-B8F7-61EF-130C-F0B51B86C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094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6CBB5CD-7F42-4E25-714A-64D360C9B5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0FB1BED-86F1-7C2D-AF13-38B738BA8A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FC220C-9778-6C66-844F-3EBEFEDF7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4318D4B-101A-1A40-7462-B8C34268F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FCE3F9-B820-D018-2E02-B011CF9CD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090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75F9FE3-D83A-F829-7F40-80457556D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FEE898-1A84-83AC-446B-9AC8C3D47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C36B49-EA24-E5F4-EAF9-669D0F798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617B50-F960-4036-8841-4A0CCC737E9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F3E071-9493-8CCE-C524-F8E93AE363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D24CC4-560C-851A-37E3-BB0B8F9D79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172D1-5880-471A-B115-A902ED1779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8588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0C18268-B3E1-2DC9-ADD8-48EFAFCEE51B}"/>
              </a:ext>
            </a:extLst>
          </p:cNvPr>
          <p:cNvCxnSpPr/>
          <p:nvPr/>
        </p:nvCxnSpPr>
        <p:spPr>
          <a:xfrm>
            <a:off x="508000" y="508000"/>
            <a:ext cx="508000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B45A5AB-9A5E-1D90-6AC6-63ACDFC08B2E}"/>
              </a:ext>
            </a:extLst>
          </p:cNvPr>
          <p:cNvCxnSpPr/>
          <p:nvPr/>
        </p:nvCxnSpPr>
        <p:spPr>
          <a:xfrm>
            <a:off x="508000" y="889000"/>
            <a:ext cx="5080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C0F2656A-5F0C-AEAF-39C5-3B4F9ED28D96}"/>
              </a:ext>
            </a:extLst>
          </p:cNvPr>
          <p:cNvCxnSpPr/>
          <p:nvPr/>
        </p:nvCxnSpPr>
        <p:spPr>
          <a:xfrm>
            <a:off x="508000" y="1270000"/>
            <a:ext cx="50800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58F46CA-43C4-58C8-6717-236B2482051F}"/>
              </a:ext>
            </a:extLst>
          </p:cNvPr>
          <p:cNvCxnSpPr/>
          <p:nvPr/>
        </p:nvCxnSpPr>
        <p:spPr>
          <a:xfrm>
            <a:off x="508000" y="1651000"/>
            <a:ext cx="50800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7BD3A19-19F9-D403-FF8B-0A5217142EAB}"/>
              </a:ext>
            </a:extLst>
          </p:cNvPr>
          <p:cNvCxnSpPr/>
          <p:nvPr/>
        </p:nvCxnSpPr>
        <p:spPr>
          <a:xfrm>
            <a:off x="508000" y="2032000"/>
            <a:ext cx="5080000" cy="0"/>
          </a:xfrm>
          <a:prstGeom prst="line">
            <a:avLst/>
          </a:prstGeom>
          <a:ln w="762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FA42C11-95BA-4CEE-E3BB-27943F672734}"/>
              </a:ext>
            </a:extLst>
          </p:cNvPr>
          <p:cNvCxnSpPr/>
          <p:nvPr/>
        </p:nvCxnSpPr>
        <p:spPr>
          <a:xfrm>
            <a:off x="508000" y="2413000"/>
            <a:ext cx="5080000" cy="0"/>
          </a:xfrm>
          <a:prstGeom prst="line">
            <a:avLst/>
          </a:prstGeom>
          <a:ln w="127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EBD2737-57BE-F403-439A-67A23119C129}"/>
              </a:ext>
            </a:extLst>
          </p:cNvPr>
          <p:cNvCxnSpPr/>
          <p:nvPr/>
        </p:nvCxnSpPr>
        <p:spPr>
          <a:xfrm>
            <a:off x="6350000" y="863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2856236-C832-29B4-BBEF-306B67CD69F7}"/>
              </a:ext>
            </a:extLst>
          </p:cNvPr>
          <p:cNvCxnSpPr/>
          <p:nvPr/>
        </p:nvCxnSpPr>
        <p:spPr>
          <a:xfrm>
            <a:off x="6350000" y="1346200"/>
            <a:ext cx="5334000" cy="0"/>
          </a:xfrm>
          <a:prstGeom prst="line">
            <a:avLst/>
          </a:prstGeom>
          <a:ln w="38100" cap="sq">
            <a:solidFill>
              <a:srgbClr val="00000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73677D99-9607-63B4-43CB-5A86D8518462}"/>
              </a:ext>
            </a:extLst>
          </p:cNvPr>
          <p:cNvCxnSpPr/>
          <p:nvPr/>
        </p:nvCxnSpPr>
        <p:spPr>
          <a:xfrm>
            <a:off x="6350000" y="1828800"/>
            <a:ext cx="5334000" cy="0"/>
          </a:xfrm>
          <a:prstGeom prst="line">
            <a:avLst/>
          </a:prstGeom>
          <a:ln w="38100" cap="rnd">
            <a:solidFill>
              <a:srgbClr val="00000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6AA0DCA-EB4A-86A5-0D92-BAE52FCC555A}"/>
              </a:ext>
            </a:extLst>
          </p:cNvPr>
          <p:cNvCxnSpPr/>
          <p:nvPr/>
        </p:nvCxnSpPr>
        <p:spPr>
          <a:xfrm>
            <a:off x="6350000" y="23114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64120D9-7CCF-A9F7-2BDD-4B9A8085BD44}"/>
              </a:ext>
            </a:extLst>
          </p:cNvPr>
          <p:cNvCxnSpPr/>
          <p:nvPr/>
        </p:nvCxnSpPr>
        <p:spPr>
          <a:xfrm>
            <a:off x="6350000" y="27940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EE4D596B-E1C4-540A-16AF-FBFD300EFBE6}"/>
              </a:ext>
            </a:extLst>
          </p:cNvPr>
          <p:cNvCxnSpPr/>
          <p:nvPr/>
        </p:nvCxnSpPr>
        <p:spPr>
          <a:xfrm>
            <a:off x="6350000" y="3276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5B94711-94F5-EB1C-A7E8-2161711CFE3E}"/>
              </a:ext>
            </a:extLst>
          </p:cNvPr>
          <p:cNvCxnSpPr/>
          <p:nvPr/>
        </p:nvCxnSpPr>
        <p:spPr>
          <a:xfrm>
            <a:off x="6350000" y="37592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4268785-AAD2-5F0D-14A4-75F1C14AE82D}"/>
              </a:ext>
            </a:extLst>
          </p:cNvPr>
          <p:cNvCxnSpPr/>
          <p:nvPr/>
        </p:nvCxnSpPr>
        <p:spPr>
          <a:xfrm>
            <a:off x="6350000" y="42418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CD2134F-4830-4BAC-4FD8-A4468A856F56}"/>
              </a:ext>
            </a:extLst>
          </p:cNvPr>
          <p:cNvCxnSpPr/>
          <p:nvPr/>
        </p:nvCxnSpPr>
        <p:spPr>
          <a:xfrm>
            <a:off x="6350000" y="47244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38C707C-9EB2-8FAC-CFBA-1D1E2AF035C5}"/>
              </a:ext>
            </a:extLst>
          </p:cNvPr>
          <p:cNvCxnSpPr/>
          <p:nvPr/>
        </p:nvCxnSpPr>
        <p:spPr>
          <a:xfrm>
            <a:off x="6350000" y="52070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491B29AF-ABBD-F4C4-F53E-B34A51A4AFC6}"/>
              </a:ext>
            </a:extLst>
          </p:cNvPr>
          <p:cNvCxnSpPr/>
          <p:nvPr/>
        </p:nvCxnSpPr>
        <p:spPr>
          <a:xfrm>
            <a:off x="6350000" y="5689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85DDFDC-6458-5D8E-64A8-EC5275BEB09A}"/>
              </a:ext>
            </a:extLst>
          </p:cNvPr>
          <p:cNvCxnSpPr/>
          <p:nvPr/>
        </p:nvCxnSpPr>
        <p:spPr>
          <a:xfrm>
            <a:off x="6350000" y="61722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931DE154-AAB9-D911-6FB5-9AE20EE46487}"/>
              </a:ext>
            </a:extLst>
          </p:cNvPr>
          <p:cNvSpPr/>
          <p:nvPr/>
        </p:nvSpPr>
        <p:spPr>
          <a:xfrm>
            <a:off x="508000" y="3302000"/>
            <a:ext cx="889000" cy="889000"/>
          </a:xfrm>
          <a:prstGeom prst="rect">
            <a:avLst/>
          </a:prstGeom>
          <a:noFill/>
          <a:ln w="1016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78F188A-AB40-77A8-EE40-CC96D93375D8}"/>
              </a:ext>
            </a:extLst>
          </p:cNvPr>
          <p:cNvSpPr/>
          <p:nvPr/>
        </p:nvSpPr>
        <p:spPr>
          <a:xfrm>
            <a:off x="1587500" y="3302000"/>
            <a:ext cx="889000" cy="889000"/>
          </a:xfrm>
          <a:prstGeom prst="rect">
            <a:avLst/>
          </a:prstGeom>
          <a:noFill/>
          <a:ln w="101600" cap="flat" cmpd="dbl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D06AFE3-B843-5ED7-8E35-46FDFEADF12B}"/>
              </a:ext>
            </a:extLst>
          </p:cNvPr>
          <p:cNvSpPr/>
          <p:nvPr/>
        </p:nvSpPr>
        <p:spPr>
          <a:xfrm>
            <a:off x="2667000" y="3302000"/>
            <a:ext cx="889000" cy="889000"/>
          </a:xfrm>
          <a:prstGeom prst="rect">
            <a:avLst/>
          </a:prstGeom>
          <a:noFill/>
          <a:ln w="101600" cap="flat" cmpd="thinThick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28815D-9DF0-888A-2ED4-F29E06D70E6B}"/>
              </a:ext>
            </a:extLst>
          </p:cNvPr>
          <p:cNvSpPr/>
          <p:nvPr/>
        </p:nvSpPr>
        <p:spPr>
          <a:xfrm>
            <a:off x="3746500" y="3302000"/>
            <a:ext cx="889000" cy="889000"/>
          </a:xfrm>
          <a:prstGeom prst="rect">
            <a:avLst/>
          </a:prstGeom>
          <a:noFill/>
          <a:ln w="101600" cap="flat" cmpd="thickThin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9B841A1-B10A-776D-81DD-159A6C20038E}"/>
              </a:ext>
            </a:extLst>
          </p:cNvPr>
          <p:cNvSpPr/>
          <p:nvPr/>
        </p:nvSpPr>
        <p:spPr>
          <a:xfrm>
            <a:off x="4826000" y="3302000"/>
            <a:ext cx="889000" cy="889000"/>
          </a:xfrm>
          <a:prstGeom prst="rect">
            <a:avLst/>
          </a:prstGeom>
          <a:noFill/>
          <a:ln w="101600" cap="flat" cmpd="tri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847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2F72214-AB3F-3CAD-1040-9C1E1ADED23D}"/>
              </a:ext>
            </a:extLst>
          </p:cNvPr>
          <p:cNvCxnSpPr/>
          <p:nvPr/>
        </p:nvCxnSpPr>
        <p:spPr>
          <a:xfrm>
            <a:off x="762000" y="69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sm" len="sm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7E449B5-8234-F26D-A3F2-444AF04E5EAE}"/>
              </a:ext>
            </a:extLst>
          </p:cNvPr>
          <p:cNvCxnSpPr/>
          <p:nvPr/>
        </p:nvCxnSpPr>
        <p:spPr>
          <a:xfrm>
            <a:off x="6096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83C8E63-4D1A-B677-D788-4A1EA05C3AC3}"/>
              </a:ext>
            </a:extLst>
          </p:cNvPr>
          <p:cNvCxnSpPr/>
          <p:nvPr/>
        </p:nvCxnSpPr>
        <p:spPr>
          <a:xfrm>
            <a:off x="762000" y="101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E675FFC-F20E-9715-2DA2-1E23CC0F3412}"/>
              </a:ext>
            </a:extLst>
          </p:cNvPr>
          <p:cNvCxnSpPr/>
          <p:nvPr/>
        </p:nvCxnSpPr>
        <p:spPr>
          <a:xfrm>
            <a:off x="8001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B519410-52D4-CAD3-FD50-7AC8CA73BFC1}"/>
              </a:ext>
            </a:extLst>
          </p:cNvPr>
          <p:cNvCxnSpPr/>
          <p:nvPr/>
        </p:nvCxnSpPr>
        <p:spPr>
          <a:xfrm>
            <a:off x="762000" y="133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lg" len="lg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10A73743-8790-C280-7972-0D30E0F64296}"/>
              </a:ext>
            </a:extLst>
          </p:cNvPr>
          <p:cNvCxnSpPr/>
          <p:nvPr/>
        </p:nvCxnSpPr>
        <p:spPr>
          <a:xfrm>
            <a:off x="9906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C6FEA7B9-3CD9-473C-EF09-B07B5185BBB1}"/>
              </a:ext>
            </a:extLst>
          </p:cNvPr>
          <p:cNvCxnSpPr/>
          <p:nvPr/>
        </p:nvCxnSpPr>
        <p:spPr>
          <a:xfrm>
            <a:off x="762000" y="196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sm" len="sm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954EA31-005C-8232-94B1-E7803C8CD405}"/>
              </a:ext>
            </a:extLst>
          </p:cNvPr>
          <p:cNvCxnSpPr/>
          <p:nvPr/>
        </p:nvCxnSpPr>
        <p:spPr>
          <a:xfrm>
            <a:off x="6096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644CE246-F155-6AE2-070E-9F640B44D990}"/>
              </a:ext>
            </a:extLst>
          </p:cNvPr>
          <p:cNvCxnSpPr/>
          <p:nvPr/>
        </p:nvCxnSpPr>
        <p:spPr>
          <a:xfrm>
            <a:off x="762000" y="228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31521BD-6CE1-3D21-6B70-BD1DDADED69E}"/>
              </a:ext>
            </a:extLst>
          </p:cNvPr>
          <p:cNvCxnSpPr/>
          <p:nvPr/>
        </p:nvCxnSpPr>
        <p:spPr>
          <a:xfrm>
            <a:off x="8001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8F4890A-B9DC-359E-0DF7-910E214AD67C}"/>
              </a:ext>
            </a:extLst>
          </p:cNvPr>
          <p:cNvCxnSpPr/>
          <p:nvPr/>
        </p:nvCxnSpPr>
        <p:spPr>
          <a:xfrm>
            <a:off x="762000" y="260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lg" len="lg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EE39993-CAFF-B31F-E655-4F18D0795F58}"/>
              </a:ext>
            </a:extLst>
          </p:cNvPr>
          <p:cNvCxnSpPr/>
          <p:nvPr/>
        </p:nvCxnSpPr>
        <p:spPr>
          <a:xfrm>
            <a:off x="9906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D6DF59E-EAE9-720E-DE94-647DDA35C8C8}"/>
              </a:ext>
            </a:extLst>
          </p:cNvPr>
          <p:cNvCxnSpPr/>
          <p:nvPr/>
        </p:nvCxnSpPr>
        <p:spPr>
          <a:xfrm>
            <a:off x="762000" y="323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sm" len="sm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385B652-7195-C53B-FF23-7BE829F6D812}"/>
              </a:ext>
            </a:extLst>
          </p:cNvPr>
          <p:cNvCxnSpPr/>
          <p:nvPr/>
        </p:nvCxnSpPr>
        <p:spPr>
          <a:xfrm>
            <a:off x="6096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E0A2BF6E-6C87-B782-3399-2B277E4C8A0F}"/>
              </a:ext>
            </a:extLst>
          </p:cNvPr>
          <p:cNvCxnSpPr/>
          <p:nvPr/>
        </p:nvCxnSpPr>
        <p:spPr>
          <a:xfrm>
            <a:off x="762000" y="355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med" len="me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24716FA7-017A-5675-C485-C41755122D35}"/>
              </a:ext>
            </a:extLst>
          </p:cNvPr>
          <p:cNvCxnSpPr/>
          <p:nvPr/>
        </p:nvCxnSpPr>
        <p:spPr>
          <a:xfrm>
            <a:off x="8001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050CD63-1A34-EAF8-6147-8A0A75988D7B}"/>
              </a:ext>
            </a:extLst>
          </p:cNvPr>
          <p:cNvCxnSpPr/>
          <p:nvPr/>
        </p:nvCxnSpPr>
        <p:spPr>
          <a:xfrm>
            <a:off x="762000" y="387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lg" len="lg"/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D2DCE91-D429-7767-ACD3-4BA347232425}"/>
              </a:ext>
            </a:extLst>
          </p:cNvPr>
          <p:cNvCxnSpPr/>
          <p:nvPr/>
        </p:nvCxnSpPr>
        <p:spPr>
          <a:xfrm>
            <a:off x="9906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9CACCB4-901B-277B-DC9A-726FB14110AE}"/>
              </a:ext>
            </a:extLst>
          </p:cNvPr>
          <p:cNvCxnSpPr/>
          <p:nvPr/>
        </p:nvCxnSpPr>
        <p:spPr>
          <a:xfrm>
            <a:off x="762000" y="450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sm" len="sm"/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0E34DC7-AE26-485A-D4E9-C4AE6E690A5C}"/>
              </a:ext>
            </a:extLst>
          </p:cNvPr>
          <p:cNvCxnSpPr/>
          <p:nvPr/>
        </p:nvCxnSpPr>
        <p:spPr>
          <a:xfrm>
            <a:off x="6096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D851FB9C-AC3E-DFA9-D03B-6F8484F66904}"/>
              </a:ext>
            </a:extLst>
          </p:cNvPr>
          <p:cNvCxnSpPr/>
          <p:nvPr/>
        </p:nvCxnSpPr>
        <p:spPr>
          <a:xfrm>
            <a:off x="762000" y="482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1CEBEE97-1EBC-E77B-2CE1-DC260C1AAF41}"/>
              </a:ext>
            </a:extLst>
          </p:cNvPr>
          <p:cNvCxnSpPr/>
          <p:nvPr/>
        </p:nvCxnSpPr>
        <p:spPr>
          <a:xfrm>
            <a:off x="8001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912808F-37AF-DDE7-EA61-99B8216C50EF}"/>
              </a:ext>
            </a:extLst>
          </p:cNvPr>
          <p:cNvCxnSpPr/>
          <p:nvPr/>
        </p:nvCxnSpPr>
        <p:spPr>
          <a:xfrm>
            <a:off x="762000" y="514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lg" len="lg"/>
            <a:tailEnd type="diamond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F82D7AD5-CB69-206A-F555-3A21EFE66587}"/>
              </a:ext>
            </a:extLst>
          </p:cNvPr>
          <p:cNvCxnSpPr/>
          <p:nvPr/>
        </p:nvCxnSpPr>
        <p:spPr>
          <a:xfrm>
            <a:off x="9906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8E5BC65A-30EB-9C89-4375-51B5F19AB7D0}"/>
              </a:ext>
            </a:extLst>
          </p:cNvPr>
          <p:cNvCxnSpPr/>
          <p:nvPr/>
        </p:nvCxnSpPr>
        <p:spPr>
          <a:xfrm>
            <a:off x="762000" y="577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sm" len="sm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D0AFA0D1-60C6-2465-F758-EB9925F620D4}"/>
              </a:ext>
            </a:extLst>
          </p:cNvPr>
          <p:cNvCxnSpPr/>
          <p:nvPr/>
        </p:nvCxnSpPr>
        <p:spPr>
          <a:xfrm>
            <a:off x="6096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CABE15D5-9F61-4970-ADD7-4DC7F849ABFB}"/>
              </a:ext>
            </a:extLst>
          </p:cNvPr>
          <p:cNvCxnSpPr/>
          <p:nvPr/>
        </p:nvCxnSpPr>
        <p:spPr>
          <a:xfrm>
            <a:off x="762000" y="609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01B176E-5162-050E-CA91-B5974BAAE9F3}"/>
              </a:ext>
            </a:extLst>
          </p:cNvPr>
          <p:cNvCxnSpPr/>
          <p:nvPr/>
        </p:nvCxnSpPr>
        <p:spPr>
          <a:xfrm>
            <a:off x="8001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9809B091-DDA3-B3F3-2829-FCB96C44AFFD}"/>
              </a:ext>
            </a:extLst>
          </p:cNvPr>
          <p:cNvCxnSpPr/>
          <p:nvPr/>
        </p:nvCxnSpPr>
        <p:spPr>
          <a:xfrm>
            <a:off x="762000" y="641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lg" len="lg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E13A7B1-4F40-FBF7-EF14-9EAC4C76FA34}"/>
              </a:ext>
            </a:extLst>
          </p:cNvPr>
          <p:cNvCxnSpPr/>
          <p:nvPr/>
        </p:nvCxnSpPr>
        <p:spPr>
          <a:xfrm>
            <a:off x="9906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01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rn: 5 Zacken 1">
            <a:extLst>
              <a:ext uri="{FF2B5EF4-FFF2-40B4-BE49-F238E27FC236}">
                <a16:creationId xmlns:a16="http://schemas.microsoft.com/office/drawing/2014/main" id="{864B363A-7D05-1763-664A-105099DD6E45}"/>
              </a:ext>
            </a:extLst>
          </p:cNvPr>
          <p:cNvSpPr/>
          <p:nvPr/>
        </p:nvSpPr>
        <p:spPr>
          <a:xfrm>
            <a:off x="508000" y="1905000"/>
            <a:ext cx="1524000" cy="1524000"/>
          </a:xfrm>
          <a:prstGeom prst="star5">
            <a:avLst/>
          </a:prstGeom>
          <a:solidFill>
            <a:srgbClr val="FFE699"/>
          </a:solidFill>
          <a:ln w="127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C247D382-C9CB-2B2B-DE82-87929E122CB5}"/>
              </a:ext>
            </a:extLst>
          </p:cNvPr>
          <p:cNvSpPr/>
          <p:nvPr/>
        </p:nvSpPr>
        <p:spPr>
          <a:xfrm>
            <a:off x="2413000" y="1905000"/>
            <a:ext cx="1524000" cy="1524000"/>
          </a:xfrm>
          <a:prstGeom prst="ellipse">
            <a:avLst/>
          </a:prstGeom>
          <a:solidFill>
            <a:srgbClr val="FFE699"/>
          </a:solidFill>
          <a:ln w="381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Stern: 5 Zacken 3">
            <a:extLst>
              <a:ext uri="{FF2B5EF4-FFF2-40B4-BE49-F238E27FC236}">
                <a16:creationId xmlns:a16="http://schemas.microsoft.com/office/drawing/2014/main" id="{C19DF971-BF13-6928-94B1-01EEF8B93126}"/>
              </a:ext>
            </a:extLst>
          </p:cNvPr>
          <p:cNvSpPr/>
          <p:nvPr/>
        </p:nvSpPr>
        <p:spPr>
          <a:xfrm>
            <a:off x="4318000" y="1905000"/>
            <a:ext cx="1524000" cy="1524000"/>
          </a:xfrm>
          <a:prstGeom prst="star5">
            <a:avLst/>
          </a:prstGeom>
          <a:solidFill>
            <a:srgbClr val="FFE699"/>
          </a:solidFill>
          <a:ln w="635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4C8415F-6D86-269E-134B-8D68873AB693}"/>
              </a:ext>
            </a:extLst>
          </p:cNvPr>
          <p:cNvSpPr/>
          <p:nvPr/>
        </p:nvSpPr>
        <p:spPr>
          <a:xfrm>
            <a:off x="6223000" y="1905000"/>
            <a:ext cx="1524000" cy="1524000"/>
          </a:xfrm>
          <a:prstGeom prst="ellipse">
            <a:avLst/>
          </a:prstGeom>
          <a:solidFill>
            <a:srgbClr val="FFE699"/>
          </a:solidFill>
          <a:ln w="889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Stern: 5 Zacken 5">
            <a:extLst>
              <a:ext uri="{FF2B5EF4-FFF2-40B4-BE49-F238E27FC236}">
                <a16:creationId xmlns:a16="http://schemas.microsoft.com/office/drawing/2014/main" id="{D6193DE7-4031-FCB4-010A-B344C737C3B7}"/>
              </a:ext>
            </a:extLst>
          </p:cNvPr>
          <p:cNvSpPr/>
          <p:nvPr/>
        </p:nvSpPr>
        <p:spPr>
          <a:xfrm>
            <a:off x="8128000" y="1905000"/>
            <a:ext cx="1524000" cy="1524000"/>
          </a:xfrm>
          <a:prstGeom prst="star5">
            <a:avLst/>
          </a:prstGeom>
          <a:solidFill>
            <a:srgbClr val="FFE699"/>
          </a:solidFill>
          <a:ln w="1143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CBE1EFDE-E514-332A-A4BD-EB2A5B571392}"/>
              </a:ext>
            </a:extLst>
          </p:cNvPr>
          <p:cNvSpPr/>
          <p:nvPr/>
        </p:nvSpPr>
        <p:spPr>
          <a:xfrm>
            <a:off x="10033000" y="1905000"/>
            <a:ext cx="1524000" cy="1524000"/>
          </a:xfrm>
          <a:prstGeom prst="ellipse">
            <a:avLst/>
          </a:prstGeom>
          <a:solidFill>
            <a:srgbClr val="FFE699"/>
          </a:solidFill>
          <a:ln w="1397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3916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2026-10-08T08:59:32Z</dcterms:created>
  <dcterms:modified xsi:type="dcterms:W3CDTF">2026-10-08T08:59:32Z</dcterms:modified>
</cp:coreProperties>
</file>