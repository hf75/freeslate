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C90C23-F114-9007-8C73-E9957B41D4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525753C-03CD-C097-A460-8139D7DA0B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4232DE2-55CE-33C2-D6DE-A85381F9B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E87EFEE-D893-EA36-E98B-42BD0C80A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8733E9-5D64-E360-4470-80EB447D6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641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8056D-B345-1EDB-FF61-6D78B0854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A1DE60-D9DF-B292-80B6-1D2BF1A970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51976C-F325-6AA3-500F-6CBAF3F2B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E44259-B0D5-6B6A-B67E-20CC26C33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BE8AAB-98CF-DA97-D242-87A4177F6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3458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4CF56F-72B8-4C86-2CD9-7A9561FFD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055340-6F1A-3C22-AB05-C5AFDDD1F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C5D256-6B24-E1EC-A3A6-78F662CAB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AECEBAD-4F4B-A7BA-7235-5CFE2A7C5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1866269-0CC5-7417-0A41-ACA5C0E88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67525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363C27-E4CA-9ABE-7211-315ABD2DA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D43311-7437-58F8-0676-6CC9F5A422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21A3414-E362-E8C2-9C14-2B92EA2BA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BFED03C-4EC2-BDA8-DCCB-3DCCEDFC4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5D5B2A-83F1-EA7A-94BB-4BE804D37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495C6BB-EE60-ED6B-D7FA-028E16C9C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07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DB2E03-1554-26E9-6547-2C1706ED0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131179-A7E5-CF23-597A-F7A3BCC4A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6CBEB59-D300-319B-97D9-028535DA71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DAA9925-8A85-FA6C-EE1D-2CCA37B920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E76F0B8-204A-4343-CB37-1957D019F6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FF94860-938E-CD4A-A5F1-8DE0B93AF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ACC04FD-8726-4F30-D5E1-97DF877E2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A4D703-8541-F70B-021A-9499122E7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62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2635D5-3CD1-170D-1E90-098608A80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B2920EA-8CE3-3C76-181B-31D21BBBD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426BDCB-9470-39BC-AB90-9983FC29B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9BBF35D-E954-8929-CBC2-0B890C780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436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7035C13-3D8A-3CCB-23F0-BCE8CAC4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087A95-8848-E0E2-F320-8C1950C12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1D45B1-7877-98EF-CA6C-FA10364FE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1638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543388-1308-3433-DAC3-2D288DF86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709AB0-8E2F-1DAF-C459-78217F7D4F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51BFD75-AF13-F6D2-7112-073380FFE1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7611CDD-48DA-8805-2525-9FB744F76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E668B9-B872-C15A-B51C-852552E93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69878BC-B64B-C3D9-CE9E-40BD6ED20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5004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B6E868-B5BD-2C91-905B-D083909E8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C4E976F-A5AF-5F53-84D9-F763C8BD082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7F8CF9-5A08-0E08-F68A-E1097794BC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AA0C4D-3688-3C33-166F-3A56E7D83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1E7E779-5B51-9C73-BF31-B65AF6B19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594AB8D-0696-2872-128C-CB00C17D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9704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D9A3CE-B16A-51A4-8B4C-890493DF1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A7AA913-7ECE-C745-175B-C349A9CFE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C6D953-6323-C195-347A-2742DF111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3770055-D5CF-C98E-D804-8DF7B52A8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5E3BB0-18BE-60F3-5F92-D088E99B5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6535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394CFEE-F34E-364E-730C-0A7F79B4FC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2D78D98-F143-7DE2-3D84-F0EDDB22F6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DF4E1F4-3F91-7AB3-FDD3-F5A09F74A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DB3A79-5917-FBAB-640B-DF6F80A8B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AB8219-0C16-514A-9C15-62E8ADBE0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509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E811897-1257-D519-6290-361B1B081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BD32FA-DA3D-3977-3E53-869806EA3D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3E2AAA-4161-844E-6555-2D3B93487A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3FF2F-EDBE-492A-A584-95FBA04BCDF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AE8507-419E-7B4F-9A7B-32233CAD90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A445D5-4238-6E9E-EB46-C440AE791E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777C61-E1AF-4C89-9528-70FBF0304E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804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49E7C5EC-2317-3C2A-AEE7-AAFB24371E98}"/>
              </a:ext>
            </a:extLst>
          </p:cNvPr>
          <p:cNvCxnSpPr/>
          <p:nvPr/>
        </p:nvCxnSpPr>
        <p:spPr>
          <a:xfrm>
            <a:off x="508000" y="508000"/>
            <a:ext cx="508000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F30A2E16-83DC-1935-0603-80F00D06DC72}"/>
              </a:ext>
            </a:extLst>
          </p:cNvPr>
          <p:cNvCxnSpPr/>
          <p:nvPr/>
        </p:nvCxnSpPr>
        <p:spPr>
          <a:xfrm>
            <a:off x="508000" y="889000"/>
            <a:ext cx="5080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D7B68E0-1582-9408-9DC1-5F47C0DB3E68}"/>
              </a:ext>
            </a:extLst>
          </p:cNvPr>
          <p:cNvCxnSpPr/>
          <p:nvPr/>
        </p:nvCxnSpPr>
        <p:spPr>
          <a:xfrm>
            <a:off x="508000" y="1270000"/>
            <a:ext cx="50800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4090632-02D7-E058-B00E-68CCF3062736}"/>
              </a:ext>
            </a:extLst>
          </p:cNvPr>
          <p:cNvCxnSpPr/>
          <p:nvPr/>
        </p:nvCxnSpPr>
        <p:spPr>
          <a:xfrm>
            <a:off x="508000" y="1651000"/>
            <a:ext cx="50800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DB892993-FEB2-8446-6B88-76815FBA4D53}"/>
              </a:ext>
            </a:extLst>
          </p:cNvPr>
          <p:cNvCxnSpPr/>
          <p:nvPr/>
        </p:nvCxnSpPr>
        <p:spPr>
          <a:xfrm>
            <a:off x="508000" y="2032000"/>
            <a:ext cx="5080000" cy="0"/>
          </a:xfrm>
          <a:prstGeom prst="line">
            <a:avLst/>
          </a:prstGeom>
          <a:ln w="762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59E7E95-47F7-3F78-0EC5-2D9DD94734AA}"/>
              </a:ext>
            </a:extLst>
          </p:cNvPr>
          <p:cNvCxnSpPr/>
          <p:nvPr/>
        </p:nvCxnSpPr>
        <p:spPr>
          <a:xfrm>
            <a:off x="508000" y="2413000"/>
            <a:ext cx="5080000" cy="0"/>
          </a:xfrm>
          <a:prstGeom prst="line">
            <a:avLst/>
          </a:prstGeom>
          <a:ln w="127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41D3E9EC-1AD0-0775-56D9-DAAA63F6C756}"/>
              </a:ext>
            </a:extLst>
          </p:cNvPr>
          <p:cNvCxnSpPr/>
          <p:nvPr/>
        </p:nvCxnSpPr>
        <p:spPr>
          <a:xfrm>
            <a:off x="6350000" y="8636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049EFC7-1652-77E8-EDF5-4F6289BF4630}"/>
              </a:ext>
            </a:extLst>
          </p:cNvPr>
          <p:cNvCxnSpPr/>
          <p:nvPr/>
        </p:nvCxnSpPr>
        <p:spPr>
          <a:xfrm>
            <a:off x="6350000" y="1346200"/>
            <a:ext cx="5334000" cy="0"/>
          </a:xfrm>
          <a:prstGeom prst="line">
            <a:avLst/>
          </a:prstGeom>
          <a:ln w="38100" cap="sq">
            <a:solidFill>
              <a:srgbClr val="000000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C7DF21C8-56BD-CA5B-EF56-35F6D1A0F8FF}"/>
              </a:ext>
            </a:extLst>
          </p:cNvPr>
          <p:cNvCxnSpPr/>
          <p:nvPr/>
        </p:nvCxnSpPr>
        <p:spPr>
          <a:xfrm>
            <a:off x="6350000" y="1828800"/>
            <a:ext cx="5334000" cy="0"/>
          </a:xfrm>
          <a:prstGeom prst="line">
            <a:avLst/>
          </a:prstGeom>
          <a:ln w="38100" cap="rnd">
            <a:solidFill>
              <a:srgbClr val="000000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6CF01632-022E-2BD1-50D4-21DFD4A1877E}"/>
              </a:ext>
            </a:extLst>
          </p:cNvPr>
          <p:cNvCxnSpPr/>
          <p:nvPr/>
        </p:nvCxnSpPr>
        <p:spPr>
          <a:xfrm>
            <a:off x="6350000" y="23114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AA93FE2-030A-9D23-27B3-83B90B3949D7}"/>
              </a:ext>
            </a:extLst>
          </p:cNvPr>
          <p:cNvCxnSpPr/>
          <p:nvPr/>
        </p:nvCxnSpPr>
        <p:spPr>
          <a:xfrm>
            <a:off x="6350000" y="27940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7026AEC-402B-2210-0E61-797597BCB463}"/>
              </a:ext>
            </a:extLst>
          </p:cNvPr>
          <p:cNvCxnSpPr/>
          <p:nvPr/>
        </p:nvCxnSpPr>
        <p:spPr>
          <a:xfrm>
            <a:off x="6350000" y="32766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F427AE5-0469-0D94-A71E-90CA69E530F4}"/>
              </a:ext>
            </a:extLst>
          </p:cNvPr>
          <p:cNvCxnSpPr/>
          <p:nvPr/>
        </p:nvCxnSpPr>
        <p:spPr>
          <a:xfrm>
            <a:off x="6350000" y="37592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CD1AD87-ADD4-42E2-58CF-74A9A44DE8DC}"/>
              </a:ext>
            </a:extLst>
          </p:cNvPr>
          <p:cNvCxnSpPr/>
          <p:nvPr/>
        </p:nvCxnSpPr>
        <p:spPr>
          <a:xfrm>
            <a:off x="6350000" y="42418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A772418E-F67B-F87E-463A-1255E643A700}"/>
              </a:ext>
            </a:extLst>
          </p:cNvPr>
          <p:cNvCxnSpPr/>
          <p:nvPr/>
        </p:nvCxnSpPr>
        <p:spPr>
          <a:xfrm>
            <a:off x="6350000" y="47244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lg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082C134-620D-02A6-531B-83C5AB4081E4}"/>
              </a:ext>
            </a:extLst>
          </p:cNvPr>
          <p:cNvCxnSpPr/>
          <p:nvPr/>
        </p:nvCxnSpPr>
        <p:spPr>
          <a:xfrm>
            <a:off x="6350000" y="52070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93579DD-A29C-8E58-F97B-2A15CFC93CC5}"/>
              </a:ext>
            </a:extLst>
          </p:cNvPr>
          <p:cNvCxnSpPr/>
          <p:nvPr/>
        </p:nvCxnSpPr>
        <p:spPr>
          <a:xfrm>
            <a:off x="6350000" y="56896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1D517B33-BD77-812D-6263-858061729176}"/>
              </a:ext>
            </a:extLst>
          </p:cNvPr>
          <p:cNvCxnSpPr/>
          <p:nvPr/>
        </p:nvCxnSpPr>
        <p:spPr>
          <a:xfrm>
            <a:off x="6350000" y="61722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4201BCC3-E870-86AE-B42A-BCF1868FE221}"/>
              </a:ext>
            </a:extLst>
          </p:cNvPr>
          <p:cNvSpPr/>
          <p:nvPr/>
        </p:nvSpPr>
        <p:spPr>
          <a:xfrm>
            <a:off x="508000" y="3302000"/>
            <a:ext cx="889000" cy="889000"/>
          </a:xfrm>
          <a:prstGeom prst="rect">
            <a:avLst/>
          </a:prstGeom>
          <a:noFill/>
          <a:ln w="1016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44C7C6C-1CBE-903B-23A0-9E88B8BD4EA9}"/>
              </a:ext>
            </a:extLst>
          </p:cNvPr>
          <p:cNvSpPr/>
          <p:nvPr/>
        </p:nvSpPr>
        <p:spPr>
          <a:xfrm>
            <a:off x="1587500" y="3302000"/>
            <a:ext cx="889000" cy="889000"/>
          </a:xfrm>
          <a:prstGeom prst="rect">
            <a:avLst/>
          </a:prstGeom>
          <a:noFill/>
          <a:ln w="101600" cap="flat" cmpd="dbl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6EA863D3-658B-5714-E804-E8656C817ADB}"/>
              </a:ext>
            </a:extLst>
          </p:cNvPr>
          <p:cNvSpPr/>
          <p:nvPr/>
        </p:nvSpPr>
        <p:spPr>
          <a:xfrm>
            <a:off x="2667000" y="3302000"/>
            <a:ext cx="889000" cy="889000"/>
          </a:xfrm>
          <a:prstGeom prst="rect">
            <a:avLst/>
          </a:prstGeom>
          <a:noFill/>
          <a:ln w="101600" cap="flat" cmpd="thinThick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E772056-4075-0ABD-B179-8FA01EB75913}"/>
              </a:ext>
            </a:extLst>
          </p:cNvPr>
          <p:cNvSpPr/>
          <p:nvPr/>
        </p:nvSpPr>
        <p:spPr>
          <a:xfrm>
            <a:off x="3746500" y="3302000"/>
            <a:ext cx="889000" cy="889000"/>
          </a:xfrm>
          <a:prstGeom prst="rect">
            <a:avLst/>
          </a:prstGeom>
          <a:noFill/>
          <a:ln w="101600" cap="flat" cmpd="thickThin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D746A87-D6D5-0DB1-BC31-D08B4655858F}"/>
              </a:ext>
            </a:extLst>
          </p:cNvPr>
          <p:cNvSpPr/>
          <p:nvPr/>
        </p:nvSpPr>
        <p:spPr>
          <a:xfrm>
            <a:off x="4826000" y="3302000"/>
            <a:ext cx="889000" cy="889000"/>
          </a:xfrm>
          <a:prstGeom prst="rect">
            <a:avLst/>
          </a:prstGeom>
          <a:noFill/>
          <a:ln w="101600" cap="flat" cmpd="tri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5643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7D4548-1E82-73A6-222B-CBB6A4E9E6A5}"/>
              </a:ext>
            </a:extLst>
          </p:cNvPr>
          <p:cNvCxnSpPr/>
          <p:nvPr/>
        </p:nvCxnSpPr>
        <p:spPr>
          <a:xfrm>
            <a:off x="762000" y="69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triangle" w="sm" len="sm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A6A764E1-12CE-8026-3192-930FE912D379}"/>
              </a:ext>
            </a:extLst>
          </p:cNvPr>
          <p:cNvCxnSpPr/>
          <p:nvPr/>
        </p:nvCxnSpPr>
        <p:spPr>
          <a:xfrm>
            <a:off x="6096000" y="50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712C936-CF36-5519-0222-2C61DA7F3F03}"/>
              </a:ext>
            </a:extLst>
          </p:cNvPr>
          <p:cNvCxnSpPr/>
          <p:nvPr/>
        </p:nvCxnSpPr>
        <p:spPr>
          <a:xfrm>
            <a:off x="762000" y="101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046AC6F-4469-20CE-7849-6476CEEC19B3}"/>
              </a:ext>
            </a:extLst>
          </p:cNvPr>
          <p:cNvCxnSpPr/>
          <p:nvPr/>
        </p:nvCxnSpPr>
        <p:spPr>
          <a:xfrm>
            <a:off x="8001000" y="50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DD7119C-D5EA-54EA-B647-E09BC6939C3A}"/>
              </a:ext>
            </a:extLst>
          </p:cNvPr>
          <p:cNvCxnSpPr/>
          <p:nvPr/>
        </p:nvCxnSpPr>
        <p:spPr>
          <a:xfrm>
            <a:off x="762000" y="133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triangle" w="lg" len="lg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9AC4AD4-C772-F992-5991-BAE77C8DA743}"/>
              </a:ext>
            </a:extLst>
          </p:cNvPr>
          <p:cNvCxnSpPr/>
          <p:nvPr/>
        </p:nvCxnSpPr>
        <p:spPr>
          <a:xfrm>
            <a:off x="9906000" y="50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4C24F773-3239-0FDD-55A5-C35A31F2D0EE}"/>
              </a:ext>
            </a:extLst>
          </p:cNvPr>
          <p:cNvCxnSpPr/>
          <p:nvPr/>
        </p:nvCxnSpPr>
        <p:spPr>
          <a:xfrm>
            <a:off x="762000" y="196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arrow" w="sm" len="sm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4A6B05B-A583-5388-80F5-940AF55C9257}"/>
              </a:ext>
            </a:extLst>
          </p:cNvPr>
          <p:cNvCxnSpPr/>
          <p:nvPr/>
        </p:nvCxnSpPr>
        <p:spPr>
          <a:xfrm>
            <a:off x="6096000" y="177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5E76F395-98DD-FE0D-43AD-353D96357E2F}"/>
              </a:ext>
            </a:extLst>
          </p:cNvPr>
          <p:cNvCxnSpPr/>
          <p:nvPr/>
        </p:nvCxnSpPr>
        <p:spPr>
          <a:xfrm>
            <a:off x="762000" y="228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4CF9875-34E4-BE04-6999-DAAA9B11043D}"/>
              </a:ext>
            </a:extLst>
          </p:cNvPr>
          <p:cNvCxnSpPr/>
          <p:nvPr/>
        </p:nvCxnSpPr>
        <p:spPr>
          <a:xfrm>
            <a:off x="8001000" y="177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B48CD332-F12F-D7D9-E172-ED055563F0CA}"/>
              </a:ext>
            </a:extLst>
          </p:cNvPr>
          <p:cNvCxnSpPr/>
          <p:nvPr/>
        </p:nvCxnSpPr>
        <p:spPr>
          <a:xfrm>
            <a:off x="762000" y="260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arrow" w="lg" len="lg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FC1690D-8473-AF9D-DC3F-61136EE75C3C}"/>
              </a:ext>
            </a:extLst>
          </p:cNvPr>
          <p:cNvCxnSpPr/>
          <p:nvPr/>
        </p:nvCxnSpPr>
        <p:spPr>
          <a:xfrm>
            <a:off x="9906000" y="177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8B8B64A-27EF-907C-6ADD-52B1E285845B}"/>
              </a:ext>
            </a:extLst>
          </p:cNvPr>
          <p:cNvCxnSpPr/>
          <p:nvPr/>
        </p:nvCxnSpPr>
        <p:spPr>
          <a:xfrm>
            <a:off x="762000" y="323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stealth" w="sm" len="sm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E369C706-2F9F-2FDD-C2FB-8867E123203A}"/>
              </a:ext>
            </a:extLst>
          </p:cNvPr>
          <p:cNvCxnSpPr/>
          <p:nvPr/>
        </p:nvCxnSpPr>
        <p:spPr>
          <a:xfrm>
            <a:off x="6096000" y="304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AB4DF5C-4BFB-F9EE-965B-45DF3DE2FD3B}"/>
              </a:ext>
            </a:extLst>
          </p:cNvPr>
          <p:cNvCxnSpPr/>
          <p:nvPr/>
        </p:nvCxnSpPr>
        <p:spPr>
          <a:xfrm>
            <a:off x="762000" y="355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stealth" w="med" len="med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3A39F9FA-B96E-F791-ECD7-2F45F92877B6}"/>
              </a:ext>
            </a:extLst>
          </p:cNvPr>
          <p:cNvCxnSpPr/>
          <p:nvPr/>
        </p:nvCxnSpPr>
        <p:spPr>
          <a:xfrm>
            <a:off x="8001000" y="304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45D65D4-AF35-EEC1-28EE-C5BAA8EF648A}"/>
              </a:ext>
            </a:extLst>
          </p:cNvPr>
          <p:cNvCxnSpPr/>
          <p:nvPr/>
        </p:nvCxnSpPr>
        <p:spPr>
          <a:xfrm>
            <a:off x="762000" y="387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stealth" w="lg" len="lg"/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621AB8AC-2846-915C-E6DA-C5A4FF7C567E}"/>
              </a:ext>
            </a:extLst>
          </p:cNvPr>
          <p:cNvCxnSpPr/>
          <p:nvPr/>
        </p:nvCxnSpPr>
        <p:spPr>
          <a:xfrm>
            <a:off x="9906000" y="304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6742330-4EA5-1BFF-0CD1-38F3958DFCE7}"/>
              </a:ext>
            </a:extLst>
          </p:cNvPr>
          <p:cNvCxnSpPr/>
          <p:nvPr/>
        </p:nvCxnSpPr>
        <p:spPr>
          <a:xfrm>
            <a:off x="762000" y="450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diamond" w="sm" len="sm"/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82008FDA-9B88-72DD-8AF5-78797BBB1C19}"/>
              </a:ext>
            </a:extLst>
          </p:cNvPr>
          <p:cNvCxnSpPr/>
          <p:nvPr/>
        </p:nvCxnSpPr>
        <p:spPr>
          <a:xfrm>
            <a:off x="6096000" y="431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8221363-DFA6-ABC0-9340-564B53310474}"/>
              </a:ext>
            </a:extLst>
          </p:cNvPr>
          <p:cNvCxnSpPr/>
          <p:nvPr/>
        </p:nvCxnSpPr>
        <p:spPr>
          <a:xfrm>
            <a:off x="762000" y="482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78A7908-812B-7EB6-ECFD-B36B659C524B}"/>
              </a:ext>
            </a:extLst>
          </p:cNvPr>
          <p:cNvCxnSpPr/>
          <p:nvPr/>
        </p:nvCxnSpPr>
        <p:spPr>
          <a:xfrm>
            <a:off x="8001000" y="431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98EDD7D6-D2AE-32D2-5595-FE88B46D9EAF}"/>
              </a:ext>
            </a:extLst>
          </p:cNvPr>
          <p:cNvCxnSpPr/>
          <p:nvPr/>
        </p:nvCxnSpPr>
        <p:spPr>
          <a:xfrm>
            <a:off x="762000" y="514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diamond" w="lg" len="lg"/>
            <a:tailEnd type="diamond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2A4309AB-F75B-75A1-C7FC-57A6F55614DD}"/>
              </a:ext>
            </a:extLst>
          </p:cNvPr>
          <p:cNvCxnSpPr/>
          <p:nvPr/>
        </p:nvCxnSpPr>
        <p:spPr>
          <a:xfrm>
            <a:off x="9906000" y="431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7864C06-1527-F148-5ED4-E15C77F1822F}"/>
              </a:ext>
            </a:extLst>
          </p:cNvPr>
          <p:cNvCxnSpPr/>
          <p:nvPr/>
        </p:nvCxnSpPr>
        <p:spPr>
          <a:xfrm>
            <a:off x="762000" y="577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oval" w="sm" len="sm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4A20B22-21CC-BED7-E328-02DCF48BBD31}"/>
              </a:ext>
            </a:extLst>
          </p:cNvPr>
          <p:cNvCxnSpPr/>
          <p:nvPr/>
        </p:nvCxnSpPr>
        <p:spPr>
          <a:xfrm>
            <a:off x="6096000" y="558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2BCC57C7-DAAA-B875-370F-01EB3C630C9C}"/>
              </a:ext>
            </a:extLst>
          </p:cNvPr>
          <p:cNvCxnSpPr/>
          <p:nvPr/>
        </p:nvCxnSpPr>
        <p:spPr>
          <a:xfrm>
            <a:off x="762000" y="609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oval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C09197A-875A-9122-98D2-609036FFF7C7}"/>
              </a:ext>
            </a:extLst>
          </p:cNvPr>
          <p:cNvCxnSpPr/>
          <p:nvPr/>
        </p:nvCxnSpPr>
        <p:spPr>
          <a:xfrm>
            <a:off x="8001000" y="558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27D76913-861C-7792-287D-C9495BEDDDB9}"/>
              </a:ext>
            </a:extLst>
          </p:cNvPr>
          <p:cNvCxnSpPr/>
          <p:nvPr/>
        </p:nvCxnSpPr>
        <p:spPr>
          <a:xfrm>
            <a:off x="762000" y="641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oval" w="lg" len="lg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6960849-43DD-7584-9252-0DA02A79332F}"/>
              </a:ext>
            </a:extLst>
          </p:cNvPr>
          <p:cNvCxnSpPr/>
          <p:nvPr/>
        </p:nvCxnSpPr>
        <p:spPr>
          <a:xfrm>
            <a:off x="9906000" y="558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1668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rn: 5 Zacken 1">
            <a:extLst>
              <a:ext uri="{FF2B5EF4-FFF2-40B4-BE49-F238E27FC236}">
                <a16:creationId xmlns:a16="http://schemas.microsoft.com/office/drawing/2014/main" id="{BDC34E4E-A862-A4B2-13A6-48A1D8DA3D88}"/>
              </a:ext>
            </a:extLst>
          </p:cNvPr>
          <p:cNvSpPr/>
          <p:nvPr/>
        </p:nvSpPr>
        <p:spPr>
          <a:xfrm>
            <a:off x="508000" y="1905000"/>
            <a:ext cx="1524000" cy="1524000"/>
          </a:xfrm>
          <a:prstGeom prst="star5">
            <a:avLst/>
          </a:prstGeom>
          <a:solidFill>
            <a:srgbClr val="FFE699"/>
          </a:solidFill>
          <a:ln w="127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4FC8449-4C6D-7B9D-5CCE-DC484013C15B}"/>
              </a:ext>
            </a:extLst>
          </p:cNvPr>
          <p:cNvSpPr/>
          <p:nvPr/>
        </p:nvSpPr>
        <p:spPr>
          <a:xfrm>
            <a:off x="2413000" y="1905000"/>
            <a:ext cx="1524000" cy="1524000"/>
          </a:xfrm>
          <a:prstGeom prst="ellipse">
            <a:avLst/>
          </a:prstGeom>
          <a:solidFill>
            <a:srgbClr val="FFE699"/>
          </a:solidFill>
          <a:ln w="381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Stern: 5 Zacken 3">
            <a:extLst>
              <a:ext uri="{FF2B5EF4-FFF2-40B4-BE49-F238E27FC236}">
                <a16:creationId xmlns:a16="http://schemas.microsoft.com/office/drawing/2014/main" id="{870DF7A9-A732-C1FB-3DEF-98684255AC0F}"/>
              </a:ext>
            </a:extLst>
          </p:cNvPr>
          <p:cNvSpPr/>
          <p:nvPr/>
        </p:nvSpPr>
        <p:spPr>
          <a:xfrm>
            <a:off x="4318000" y="1905000"/>
            <a:ext cx="1524000" cy="1524000"/>
          </a:xfrm>
          <a:prstGeom prst="star5">
            <a:avLst/>
          </a:prstGeom>
          <a:solidFill>
            <a:srgbClr val="FFE699"/>
          </a:solidFill>
          <a:ln w="635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BBE7681E-D60C-8291-AC4D-DB746B84E01C}"/>
              </a:ext>
            </a:extLst>
          </p:cNvPr>
          <p:cNvSpPr/>
          <p:nvPr/>
        </p:nvSpPr>
        <p:spPr>
          <a:xfrm>
            <a:off x="6223000" y="1905000"/>
            <a:ext cx="1524000" cy="1524000"/>
          </a:xfrm>
          <a:prstGeom prst="ellipse">
            <a:avLst/>
          </a:prstGeom>
          <a:solidFill>
            <a:srgbClr val="FFE699"/>
          </a:solidFill>
          <a:ln w="889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Stern: 5 Zacken 5">
            <a:extLst>
              <a:ext uri="{FF2B5EF4-FFF2-40B4-BE49-F238E27FC236}">
                <a16:creationId xmlns:a16="http://schemas.microsoft.com/office/drawing/2014/main" id="{6E2E5C61-4426-C17A-38E0-51679D801380}"/>
              </a:ext>
            </a:extLst>
          </p:cNvPr>
          <p:cNvSpPr/>
          <p:nvPr/>
        </p:nvSpPr>
        <p:spPr>
          <a:xfrm>
            <a:off x="8128000" y="1905000"/>
            <a:ext cx="1524000" cy="1524000"/>
          </a:xfrm>
          <a:prstGeom prst="star5">
            <a:avLst/>
          </a:prstGeom>
          <a:solidFill>
            <a:srgbClr val="FFE699"/>
          </a:solidFill>
          <a:ln w="1143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AD8A916-33CD-86F9-3F0C-8C1EDA0CEEE3}"/>
              </a:ext>
            </a:extLst>
          </p:cNvPr>
          <p:cNvSpPr/>
          <p:nvPr/>
        </p:nvSpPr>
        <p:spPr>
          <a:xfrm>
            <a:off x="10033000" y="1905000"/>
            <a:ext cx="1524000" cy="1524000"/>
          </a:xfrm>
          <a:prstGeom prst="ellipse">
            <a:avLst/>
          </a:prstGeom>
          <a:solidFill>
            <a:srgbClr val="FFE699"/>
          </a:solidFill>
          <a:ln w="1397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7792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2026-10-08T08:36:06Z</dcterms:created>
  <dcterms:modified xsi:type="dcterms:W3CDTF">2026-10-08T08:36:06Z</dcterms:modified>
</cp:coreProperties>
</file>