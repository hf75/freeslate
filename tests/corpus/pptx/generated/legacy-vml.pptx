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vml" ContentType="application/vnd.openxmlformats-officedocument.vmlDrawing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vml-picture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FA65F-A2B7-7C5E-AFA5-218AFA574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DE4D03-6134-E539-F678-3FECE6221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86B55B-9DC3-A430-95E7-65D126F2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5E09CF-3B89-72D6-E7A0-16FE6970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07F2BC-F3C2-4509-2F1C-3B4F1F4E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29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69584-8C24-7490-9A84-31A39ED0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557A76-6B1A-DE89-F5E0-64A77E0E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68CC5B-15BE-58B5-9070-7E29C258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18D1E7-940B-5903-F2A7-C0152889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589343-3483-9DFC-F95D-BDE2927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292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3E9B8-D44F-727D-32B1-C80596B7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F7FE01-5477-FFAF-90CF-31CF5FD0F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5E7F32-A7C7-A06E-A7E9-983149B0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5A60AF-A29A-43F0-E3B7-36A52E1A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A335D-3FC7-7F84-B10D-3EFEF802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494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715E1-F7C8-540D-303D-6715E08B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23FF03-A518-0475-7B82-13E50BFC8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20198B-241B-0554-C5E9-FBA410BF8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217071-0791-25AD-07F1-F0479DFC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733261-1CF0-DAA6-BE3A-8EAF8CCC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570FCE-9507-476D-724B-0AF38F87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04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AE2DE-9C24-BFB7-A485-64992E3A4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B4D59B-EE32-2466-7857-5101DF384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99B4CC-E2F3-1112-21D1-9F862DFE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90299D-332E-28C9-5557-3EBF9B2E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E64855-17E2-D7C6-9805-0CC87A555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302CE4-7265-B782-61BB-BBA33D0A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51B15E6-6C84-D111-9370-ED511032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FDBCAD-F77F-9ED1-01D9-60F2AAFB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25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7AF3B-DF69-6DCC-1F43-34AC9EA7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CEF8DE-6241-E77A-C699-D549894DD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4C82C5-50AC-7162-D0AB-D1C4B90F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21B52E-0E90-3A71-1ADD-C6F0E67B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018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D0BE41F-9ADA-AF57-7486-7CF612F4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44792-09D8-CC84-3A24-E184AE42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30C04F-D0FE-0C02-30C6-3A155F37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66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DEDCF-763C-4A29-9E61-EE6F8C4B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6FFAE2-ED0E-03E0-7CE1-745A1A849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FD013E-64D7-5ABE-EC00-412383CC0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9A124A-08B0-F0FC-5438-C97A453C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7F070D-A4CA-F8D2-9BCE-02D2C70E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DC8E50-6496-84E5-9E16-66948639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81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C1AE1-1DEB-97A6-1913-0E68EEE1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80689C1-BE10-34CB-FA9D-869B9FD0E5F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DD0BD3-649B-4811-7B7F-B8F328AA2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3A4F61-3273-241B-7098-1DCBCF97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0A6E2A-7604-E07C-DD30-268EF99D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F557CA-ABC8-7E88-C3C0-38B8F1D8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58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D76A5-B0E0-9492-FC79-62884C11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5A053A-8FFA-945F-1288-44467F167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8D0662-4260-6DC6-4FAF-7E959775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327D78-0B42-1B6F-7D3B-D2B1DAF9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76850C-9C16-D92F-8635-2B3DC740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00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D0CCD7B-848B-A443-3981-52517842D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7AAAF6-D318-0134-43CA-893999902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E2E4F-EA3B-AA41-65A6-0F92AB52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0DC81-46B3-3F90-866E-637CFC7E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7A1EAB-DD12-8F26-DBA4-D8B387293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80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276180-834B-D143-4B55-31A53699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9A26E1-1F31-2606-AB21-C46EFEE3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85C23A-0485-E75F-BDB1-F56EFCFB9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F61C6-BD5B-4799-8CD3-2840960A7A5A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AFB04A-5B05-F08B-7E58-9FE7F346B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2CFC3-DEBA-FDE7-660F-6C673130D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F40B5-FDC5-41C4-B09B-7649123CFA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00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Relationship Id="rId90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42D8C44-9E38-DA23-004D-CCD2405208D6}"/>
              </a:ext>
            </a:extLst>
          </p:cNvPr>
          <p:cNvSpPr txBox="1"/>
          <p:nvPr/>
        </p:nvSpPr>
        <p:spPr>
          <a:xfrm>
            <a:off x="508000" y="2540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/>
              <a:t>OLE objects with VML pictures</a:t>
            </a:r>
            <a:endParaRPr lang="de-DE" sz="2800"/>
          </a:p>
        </p:txBody>
      </p:sp>
      <p:graphicFrame>
        <p:nvGraphicFramePr>
          <p:cNvPr id="3" name="sheet">
            <a:extLst>
              <a:ext uri="{FF2B5EF4-FFF2-40B4-BE49-F238E27FC236}">
                <a16:creationId xmlns:a16="http://schemas.microsoft.com/office/drawing/2014/main" id="{66126656-A98D-5A44-60A4-7FA9F6FB1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610877"/>
              </p:ext>
            </p:extLst>
          </p:nvPr>
        </p:nvGraphicFramePr>
        <p:xfrm>
          <a:off x="508000" y="1270000"/>
          <a:ext cx="4572000" cy="3048000"/>
        </p:xfrm>
        <a:graphic>
          <a:graphicData uri="http://schemas.openxmlformats.org/presentationml/2006/ole">
            <p:oleObj spid="_x0000_s1026" name="Worksheet" r:id="rId2" imgW="4581449" imgH="3057659" progId="Excel.Sheet.12">
              <p:embed/>
            </p:oleObj>
          </a:graphicData>
        </a:graphic>
      </p:graphicFrame>
      <p:graphicFrame>
        <p:nvGraphicFramePr>
          <p:cNvPr id="30" name="cropped">
            <a:extLst>
              <a:ext uri="{FF2B5EF4-FFF2-40B4-BE49-F238E27FC236}">
                <a16:creationId xmlns:a16="http://schemas.microsoft.com/office/drawing/2014/main" id="{66126656-A98D-5A44-60A4-7FA9F6FB1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610877"/>
              </p:ext>
            </p:extLst>
          </p:nvPr>
        </p:nvGraphicFramePr>
        <p:xfrm>
          <a:off x="6096000" y="1270000"/>
          <a:ext cx="4572000" cy="3048000"/>
        </p:xfrm>
        <a:graphic>
          <a:graphicData uri="http://schemas.openxmlformats.org/presentationml/2006/ole">
            <p:oleObj spid="_x0000_s1027" name="Worksheet" r:id="rId2" imgW="4581449" imgH="3057659" progId="Excel.Sheet.12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val="83124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Microsoft Excel-Arbeitsblatt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2026-10-08T21:16:58Z</dcterms:created>
  <dcterms:modified xsi:type="dcterms:W3CDTF">2026-10-08T21:16:58Z</dcterms:modified>
</cp:coreProperties>
</file>