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1"/>
          <c:cat>
            <c:strRef>
              <c:f>Tabelle1!$A$2:$A$6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12</c:v>
                </c:pt>
                <c:pt idx="1">
                  <c:v>-7</c:v>
                </c:pt>
                <c:pt idx="2">
                  <c:v>5</c:v>
                </c:pt>
                <c:pt idx="3">
                  <c:v>-11</c:v>
                </c:pt>
                <c:pt idx="4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EA4E-4496-81B5-EE9721C23A0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1"/>
          <c:cat>
            <c:strRef>
              <c:f>Tabelle1!$A$2:$A$6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-4</c:v>
                </c:pt>
                <c:pt idx="1">
                  <c:v>6</c:v>
                </c:pt>
                <c:pt idx="2">
                  <c:v>-9</c:v>
                </c:pt>
                <c:pt idx="3">
                  <c:v>3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4E-4496-81B5-EE9721C23A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2690351"/>
        <c:axId val="1293295183"/>
      </c:barChart>
      <c:catAx>
        <c:axId val="76269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93295183"/>
        <c:crosses val="autoZero"/>
        <c:auto val="1"/>
        <c:lblAlgn val="ctr"/>
        <c:lblOffset val="100"/>
        <c:noMultiLvlLbl val="0"/>
      </c:catAx>
      <c:valAx>
        <c:axId val="1293295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62690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Tabelle1!$A$2:$A$5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1250000</c:v>
                </c:pt>
                <c:pt idx="1">
                  <c:v>2400000</c:v>
                </c:pt>
                <c:pt idx="2">
                  <c:v>3100000</c:v>
                </c:pt>
                <c:pt idx="3">
                  <c:v>4750000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46-4E81-A1A2-F1830123E671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Tabelle1!$A$2:$A$5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900000</c:v>
                </c:pt>
                <c:pt idx="1">
                  <c:v>1700000</c:v>
                </c:pt>
                <c:pt idx="2">
                  <c:v>2600000</c:v>
                </c:pt>
                <c:pt idx="3">
                  <c:v>3200000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46-4E81-A1A2-F1830123E6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5973295"/>
        <c:axId val="1293342703"/>
      </c:barChart>
      <c:catAx>
        <c:axId val="1305973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93342703"/>
        <c:crosses val="autoZero"/>
        <c:auto val="1"/>
        <c:lblAlgn val="ctr"/>
        <c:lblOffset val="100"/>
        <c:noMultiLvlLbl val="0"/>
      </c:catAx>
      <c:valAx>
        <c:axId val="1293342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597329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4.5</c:v>
                </c:pt>
                <c:pt idx="3">
                  <c:v>5</c:v>
                </c:pt>
                <c:pt idx="4">
                  <c:v>6</c:v>
                </c:pt>
                <c:pt idx="5">
                  <c:v>5.5</c:v>
                </c:pt>
                <c:pt idx="6">
                  <c:v>7</c:v>
                </c:pt>
                <c:pt idx="7">
                  <c:v>8</c:v>
                </c:pt>
                <c:pt idx="8">
                  <c:v>7.5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6F-4EFA-820D-D049B8FEFA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9064351"/>
        <c:axId val="1293414703"/>
      </c:lineChart>
      <c:catAx>
        <c:axId val="1319064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93414703"/>
        <c:crosses val="autoZero"/>
        <c:auto val="1"/>
        <c:lblAlgn val="ctr"/>
        <c:lblOffset val="400"/>
        <c:tickLblSkip val="3"/>
        <c:tickMarkSkip val="2"/>
        <c:noMultiLvlLbl val="0"/>
      </c:catAx>
      <c:valAx>
        <c:axId val="1293414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19064351"/>
        <c:crosses val="autoZero"/>
        <c:crossBetween val="between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Tabelle1!$A$2:$A$7</c:f>
              <c:numCache>
                <c:formatCode>General</c:formatCode>
                <c:ptCount val="6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</c:numCache>
            </c:num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20</c:v>
                </c:pt>
                <c:pt idx="1">
                  <c:v>26</c:v>
                </c:pt>
                <c:pt idx="2">
                  <c:v>23</c:v>
                </c:pt>
                <c:pt idx="3">
                  <c:v>31</c:v>
                </c:pt>
                <c:pt idx="4">
                  <c:v>35</c:v>
                </c:pt>
                <c:pt idx="5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6C-451D-AA6B-2A2846B9DF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2693599"/>
        <c:axId val="1293417103"/>
      </c:barChart>
      <c:dateAx>
        <c:axId val="762693599"/>
        <c:scaling>
          <c:orientation val="minMax"/>
        </c:scaling>
        <c:delete val="0"/>
        <c:axPos val="b"/>
        <c:numFmt formatCode="mmm\ 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93417103"/>
        <c:crosses val="autoZero"/>
        <c:auto val="0"/>
        <c:lblOffset val="100"/>
        <c:baseTimeUnit val="months"/>
      </c:dateAx>
      <c:valAx>
        <c:axId val="1293417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62693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ofPieChart>
        <c:ofPieType val="pie"/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Tabelle1!$A$2:$A$7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Other A</c:v>
                </c:pt>
                <c:pt idx="5">
                  <c:v>Other B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DB-4114-9782-40588D0A98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ofPieChart>
        <c:ofPieType val="bar"/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Tabelle1!$A$2:$A$7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Other A</c:v>
                </c:pt>
                <c:pt idx="5">
                  <c:v>Other B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DA-45BD-9B55-6D1D20519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plitType val="pos"/>
        <c:splitPos val="3"/>
        <c:secondPieSize val="60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Parts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93C-4005-941A-8028D2A067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93C-4005-941A-8028D2A0672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93C-4005-941A-8028D2A0672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6.5217391304347672E-2"/>
                  <c:y val="-4.878048780487805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93C-4005-941A-8028D2A0672E}"/>
                </c:ext>
              </c:extLst>
            </c:dLbl>
            <c:dLbl>
              <c:idx val="1"/>
              <c:layout>
                <c:manualLayout>
                  <c:x val="6.5217391304347824E-2"/>
                  <c:y val="-4.878048780487805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93C-4005-941A-8028D2A0672E}"/>
                </c:ext>
              </c:extLst>
            </c:dLbl>
            <c:dLbl>
              <c:idx val="2"/>
              <c:layout>
                <c:manualLayout>
                  <c:x val="6.5217391304347824E-2"/>
                  <c:y val="-4.8780487804878141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93C-4005-941A-8028D2A067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One</c:v>
                </c:pt>
                <c:pt idx="1">
                  <c:v>Two</c:v>
                </c:pt>
                <c:pt idx="2">
                  <c:v>Three</c:v>
                </c:pt>
                <c:pt idx="3">
                  <c:v>Four</c:v>
                </c:pt>
                <c:pt idx="4">
                  <c:v>Five</c:v>
                </c:pt>
                <c:pt idx="5">
                  <c:v>Six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3C-4005-941A-8028D2A067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78-4C18-9ACC-D4B19181B82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78-4C18-9ACC-D4B19181B82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78-4C18-9ACC-D4B19181B8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29857184"/>
        <c:axId val="1293502063"/>
      </c:barChart>
      <c:catAx>
        <c:axId val="15298571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93502063"/>
        <c:crosses val="autoZero"/>
        <c:auto val="1"/>
        <c:lblAlgn val="ctr"/>
        <c:lblOffset val="100"/>
        <c:noMultiLvlLbl val="0"/>
      </c:catAx>
      <c:valAx>
        <c:axId val="12935020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29857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AA-449A-A273-A02BACD51C5A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AA-449A-A273-A02BACD51C5A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AA-449A-A273-A02BACD51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29851152"/>
        <c:axId val="1293512623"/>
      </c:barChart>
      <c:catAx>
        <c:axId val="1529851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93512623"/>
        <c:crosses val="autoZero"/>
        <c:auto val="1"/>
        <c:lblAlgn val="ctr"/>
        <c:lblOffset val="100"/>
        <c:noMultiLvlLbl val="0"/>
      </c:catAx>
      <c:valAx>
        <c:axId val="1293512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29851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8100"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"/>
          <c:y val="0.2"/>
          <c:w val="0.5"/>
          <c:h val="0.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C0-42D7-9A20-0DBBD52B7655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C0-42D7-9A20-0DBBD52B7655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EC0-42D7-9A20-0DBBD52B7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29861360"/>
        <c:axId val="1293498703"/>
      </c:barChart>
      <c:catAx>
        <c:axId val="1529861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93498703"/>
        <c:crosses val="autoZero"/>
        <c:auto val="1"/>
        <c:lblAlgn val="ctr"/>
        <c:lblOffset val="100"/>
        <c:noMultiLvlLbl val="0"/>
      </c:catAx>
      <c:valAx>
        <c:axId val="1293498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29861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ubbleChart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Y-Werte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Tabelle1!$A$2:$A$4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Tabelle1!$B$2:$B$4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Tabelle1!$C$2:$C$4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F952-4C88-9305-B5EF480868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303157263"/>
        <c:axId val="1293511183"/>
      </c:bubbleChart>
      <c:valAx>
        <c:axId val="13031572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93511183"/>
        <c:crosses val="autoZero"/>
        <c:crossBetween val="midCat"/>
      </c:valAx>
      <c:valAx>
        <c:axId val="1293511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31572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EC9F1E-5580-D8E0-16FD-872062022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705955A-DF0A-732A-14CE-AC123A971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11646B-BAD1-1E65-E3D4-56E6866F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CA7B39-1263-62BF-50AE-A96DC635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E8EB8F-9DB9-2CC8-D8D0-64D0209E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9931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5F2B8B-9BF6-4B0F-6416-5E09376D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CE7B19-ECEA-0901-E246-A6E568121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104947-F0DB-0810-33F7-DFF1A427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5F5F15-2A0D-94FC-1C99-E889CBF02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79FD78-1D8E-4362-EC12-3AFC0FB8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829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6FD47-17CA-092F-39F7-956C5A55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017595-20BC-4C00-2D41-BAC9FBC47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470668-1C68-60D8-58EF-A2BF3D45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41BE4E-118A-D759-1FA0-200A86EB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DD1F21-C473-CDF9-080F-3238F795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609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B677F5-70D7-C905-543F-0AF0DD7DB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53D1F5-7020-E5E4-ED02-A6790629F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8A7CC6E-5DE0-C62C-FBF7-FF7ED7CC7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AB99AB-FEC0-2AE8-16A2-49E497AD6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9A92CD-0BD0-A058-38F1-D21D3802C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4135F3-C779-303A-919D-EC7CD0D9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74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FFA45-AC0B-4464-D6A2-50E6A9953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6432AF-8787-B929-9568-44B386BAA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05409D-90DF-E1A2-2226-BE73822DE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BE0BD9E-0D68-EDA3-D367-6C680CA29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B3A2B7-7ADA-2773-CAF5-BFC4D3EF9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3BCC1-DB9F-0FEA-B120-A49B0AC9E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23B08C-46E3-8818-918C-7EA56543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30179BD-1E14-8BA4-24CD-330CD91A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891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2A7B97-8DEF-175E-3F3D-E5D2135C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567BD4-FDB9-5DAF-20E9-9BAD2B81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AC47A1-F9EE-AF3F-8479-D68EA5A81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DFD52D-8BA3-393A-6DF4-BC8F3506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2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0F1519A-1A86-3D15-6FF7-15162C786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7D0363A-58A0-CA64-D74D-C0203C17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CF888-C865-B7F7-6FCC-7B8400AA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15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7ACE-99FB-787D-FA51-BED568899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AAA19B-56D1-2D69-2014-649E0003A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0C1151-24B8-07F9-9FD3-59F082FF2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C44BF8-A68D-5802-FAE8-06DFD175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D536B-CE77-05B5-7BDC-F88CC722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E1724A-6DF0-EF2C-DF1D-40A1D739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170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4C10DA-F790-A759-0A99-02D1EAA9E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96A7C43-D5E1-82AF-A1C7-9BE03F1C4AB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3A8603-8A67-0D53-AA11-B381084C7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CE3DA0-7594-CBDF-D8E0-1E3D70981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B2F337-C84A-CCCE-1201-C7D53DD7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210F27-57C3-AD57-91DF-C8809E89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710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89F417-D650-4FC9-2C74-1254088B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E94306-47B2-761A-59F0-B48B49E1F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7D29D2-A7B7-54D7-8E38-702EE04B4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D69989-6A14-6BDA-6B8D-9FBF22DA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BFBA7D-4102-34C2-E8BD-B3EFF6CC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397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0FD614E-F4FF-C2F8-D385-A0B876C33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DB33A3-61D2-E35B-FEA2-C4F9CA263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5BE9BD-5D74-6614-27D3-C3479CC09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846674-6ACF-8E6D-AA92-A930D1D3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5DD264-BA10-ADCF-CE68-BEA6ECC9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24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A0AB17B-94E4-ED70-B6A5-C6A3BF7C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F99CD3-D016-1D06-640D-BB80D86BA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9845B9-0B32-F8CE-2455-70422B816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8FD0B-BEC3-452C-A2F9-2CBD7A952C52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FAD640-3F35-CC4D-B27E-DAE1C81F4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594835-471D-911B-25DC-F582C11F7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F1C40-8559-485A-BBC3-736EEB898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68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B15F6-6172-B248-8669-E0D65E5C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Negative bars and display units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01C06C77-653D-0003-3134-6F1FFB4B33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8303671"/>
              </p:ext>
            </p:extLst>
          </p:nvPr>
        </p:nvGraphicFramePr>
        <p:xfrm>
          <a:off x="254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5DE022C0-30D9-FFD0-FB62-169EC22067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4068498"/>
              </p:ext>
            </p:extLst>
          </p:nvPr>
        </p:nvGraphicFramePr>
        <p:xfrm>
          <a:off x="6223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19254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6080D1-0C68-2979-5787-3D8562B2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Label intervals, offsets and a date axis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81D1604C-1B05-FC82-6A79-A27A88C8C4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4443672"/>
              </p:ext>
            </p:extLst>
          </p:nvPr>
        </p:nvGraphicFramePr>
        <p:xfrm>
          <a:off x="254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470B58BA-DDE8-C69E-3CB9-C1AD08BC61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3862961"/>
              </p:ext>
            </p:extLst>
          </p:nvPr>
        </p:nvGraphicFramePr>
        <p:xfrm>
          <a:off x="6223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68557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5D2A6B-B2AF-936F-209B-B5E4F0A86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of pie and bar of pie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71CC4C9B-DF55-6291-78BF-BBA729C076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5858349"/>
              </p:ext>
            </p:extLst>
          </p:nvPr>
        </p:nvGraphicFramePr>
        <p:xfrm>
          <a:off x="254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21704992-5ABE-E014-E79E-C5BC7EF93E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504404"/>
              </p:ext>
            </p:extLst>
          </p:nvPr>
        </p:nvGraphicFramePr>
        <p:xfrm>
          <a:off x="6223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3568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A8608E-CC26-9A27-A886-35BD20C7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Leader lines and legend keys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9890EBE1-15E6-7622-0413-C7E204E284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1838621"/>
              </p:ext>
            </p:extLst>
          </p:nvPr>
        </p:nvGraphicFramePr>
        <p:xfrm>
          <a:off x="254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A0BC1F1E-3F01-5522-5900-8F79D6A073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407440"/>
              </p:ext>
            </p:extLst>
          </p:nvPr>
        </p:nvGraphicFramePr>
        <p:xfrm>
          <a:off x="6223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9952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D209FF-A863-BF2D-D47F-B9A68210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Rounded corners, layouts and bubble sizes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09B6C76D-0779-5634-CF0F-71E9CFAB3E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0001305"/>
              </p:ext>
            </p:extLst>
          </p:nvPr>
        </p:nvGraphicFramePr>
        <p:xfrm>
          <a:off x="254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9C736988-7896-FE1F-3068-F6742A7FDA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3842"/>
              </p:ext>
            </p:extLst>
          </p:nvPr>
        </p:nvGraphicFramePr>
        <p:xfrm>
          <a:off x="4191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2B6A3B49-13DA-B2BE-7A4F-60F5808EE9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530668"/>
              </p:ext>
            </p:extLst>
          </p:nvPr>
        </p:nvGraphicFramePr>
        <p:xfrm>
          <a:off x="8128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11272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Benutzerdefiniert</PresentationFormat>
  <Paragraphs>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Negative bars and display units</vt:lpstr>
      <vt:lpstr>Label intervals, offsets and a date axis</vt:lpstr>
      <vt:lpstr>Pie of pie and bar of pie</vt:lpstr>
      <vt:lpstr>Leader lines and legend keys</vt:lpstr>
      <vt:lpstr>Rounded corners, layouts and bubble sizes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2026-10-08T23:38:47Z</dcterms:created>
  <dcterms:modified xsi:type="dcterms:W3CDTF">2026-10-08T23:38:47Z</dcterms:modified>
</cp:coreProperties>
</file>