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embeddedFontLst>
    <p:embeddedFont>
      <p:font typeface="Comic Sans MS" panose="030F0702030302020204" pitchFamily="66" charset="0"/>
      <p:regular r:id="rId4"/>
      <p:bold r:id="rId5"/>
      <p:italic r:id="rId6"/>
      <p:boldItalic r:id="rId7"/>
    </p:embeddedFont>
    <p:embeddedFont>
      <p:font typeface="Consolas" panose="020B0609020204030204" pitchFamily="49" charset="0"/>
      <p:regular r:id="rId8"/>
      <p:bold r:id="rId9"/>
      <p:italic r:id="rId10"/>
      <p:boldItalic r:id="rId11"/>
    </p:embeddedFont>
    <p:embeddedFont>
      <p:font typeface="Georgia" panose="02040502050405020303" pitchFamily="18" charset="0"/>
      <p:regular r:id="rId12"/>
      <p:bold r:id="rId13"/>
      <p:italic r:id="rId14"/>
      <p:boldItalic r:id="rId15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font" Target="fonts/font12.fntdata"/><Relationship Id="rId10" Type="http://schemas.openxmlformats.org/officeDocument/2006/relationships/font" Target="fonts/font7.fntdata"/><Relationship Id="rId19" Type="http://schemas.openxmlformats.org/officeDocument/2006/relationships/tableStyles" Target="tableStyles.xml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font" Target="fonts/font1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9DC35B-92DA-9A53-2D2D-6992360B40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4B6F2AA-9DD9-4B5B-4D74-D679D10A0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F36231C-71AD-7811-58CA-02EDB2CC7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84244-F07E-4EFF-8B32-C3B976ECE7D4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42C66B8-B96B-58A9-1C64-0947BDCAB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C31C3D8-E9D4-6FAE-714A-7FEE49205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60A65-AB47-423E-BDCE-C7453F5B256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66173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A7E627-84C9-1C40-D833-06FE4E8F6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D8F3967-64CE-8E96-A05B-935178EB15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62001C1-D426-11E6-46D2-4A3E8A908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84244-F07E-4EFF-8B32-C3B976ECE7D4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E1E9734-A9AD-F6C7-6C29-9D42F2A52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DEDA478-1DF6-4961-B93E-A392013B5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60A65-AB47-423E-BDCE-C7453F5B256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01632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487C59-49A4-CAFD-A0B1-974330888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4EA10C1-C7C5-47E6-7365-98458D8F36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38FBA14-14BF-2410-672D-60295258C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84244-F07E-4EFF-8B32-C3B976ECE7D4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9063AD5-22B1-60AF-128B-2897C4151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ABF081D-9CBA-0726-0F67-06FAF25DB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60A65-AB47-423E-BDCE-C7453F5B256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21994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D54713-E4AC-D2E2-887C-9C4B83677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C48CB90-C365-02B6-742F-029049B7C6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F7580F2-3C2A-A1BD-29B8-3C516FD36B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1E950F2-7BEA-AC9F-2256-A5D4E7DDB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84244-F07E-4EFF-8B32-C3B976ECE7D4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169511F-26D1-3CEE-8AFA-629A1B430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7A40EFC-111D-E4DF-AF89-7813EBBE8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60A65-AB47-423E-BDCE-C7453F5B256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9353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51A925-4509-F431-F32C-0E44E444B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280654F-A5A8-569E-DA70-2832FD1A1D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3F4183D-FD52-2536-226B-BF9BD62364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EDC288A-F29D-6094-CD24-91CCFC1254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E5C841E-70FC-ADFF-1C6F-7DD7C4F7AB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C42322E-67D8-37D1-3A66-598F156F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84244-F07E-4EFF-8B32-C3B976ECE7D4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DBCBCF0-4DCF-AC07-9A3E-66CBFE9A7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7E2A8FA-C75A-851C-A3E9-C077540EA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60A65-AB47-423E-BDCE-C7453F5B256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8898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F50F48-BDC9-41CF-9BCD-86C93E95A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6D85D7C-D956-E1C4-52CE-29478D578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84244-F07E-4EFF-8B32-C3B976ECE7D4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5E0220B-E821-5732-0F58-87D8813A9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5967205-2CD7-8FD5-F2D5-A3571DBB3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60A65-AB47-423E-BDCE-C7453F5B256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3861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56FBF2B-780B-861A-27F9-865788455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84244-F07E-4EFF-8B32-C3B976ECE7D4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61EA385-15E5-84E5-9D3B-19143EBA2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79B6DDD-ED1D-7425-F257-81D64D60F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60A65-AB47-423E-BDCE-C7453F5B256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7076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3C6E48-F754-E513-3B6E-D7D796E27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7CEF2BF-105E-6B96-2F28-A73DB19D80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72974FC-E85B-3C6E-2187-87B575C778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9F62EBB-C18B-2E4D-C555-E35696BB1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84244-F07E-4EFF-8B32-C3B976ECE7D4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470C9B9-A4CC-F8CB-FBFD-2D3E68FB0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074C6DD-998E-7866-64FB-FED629C8C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60A65-AB47-423E-BDCE-C7453F5B256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89187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832ABB-1DC2-0CA3-9191-D5C676C43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FD48AB45-7A58-B41C-7335-274F953D01E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0163C13-FF76-02FF-7CCE-77D117FCBE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EFD858C-46B3-3FF2-CD36-5CCD06FC3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84244-F07E-4EFF-8B32-C3B976ECE7D4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CB02E25-B578-32B9-A274-0400533E0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2B81B11-0901-7242-CBF4-104E339CB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60A65-AB47-423E-BDCE-C7453F5B256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9275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2FA379-1F8E-8197-2E3B-D686A70D3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262E84C-7220-7441-7C17-00843E75DC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76E5901-AD85-5C77-F467-20021684F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84244-F07E-4EFF-8B32-C3B976ECE7D4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AFA85E3-2AF8-EC14-F315-07A5A73B9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14455B1-F120-667B-A499-76A50A195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60A65-AB47-423E-BDCE-C7453F5B256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43451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D6EE5C5E-FDEF-88EF-5021-97C5AD85CB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1549114-AC48-970B-6D0A-C0EF4CDB7B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4C58FEA-73B8-5360-C5D5-74235662E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84244-F07E-4EFF-8B32-C3B976ECE7D4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F550E62-898C-9474-5C1D-DA51DFA31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423F086-AFDF-B95E-DEC6-D8A3BBC90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60A65-AB47-423E-BDCE-C7453F5B256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2182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5B871C9-66F7-B33D-FF30-78E940CCC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BC4D4A4-C6A6-7B0A-FDAC-44CDDB203C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1BA34F0-484B-319F-9F48-E4A4BBF0DF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084244-F07E-4EFF-8B32-C3B976ECE7D4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EDD09DC-E2AA-C22B-551A-276353DFF1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582648F-7992-9825-2F2A-0DBA76CC97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A60A65-AB47-423E-BDCE-C7453F5B256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4221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02F8243D-A5A0-4EEA-DF5F-08736A307E2C}"/>
              </a:ext>
            </a:extLst>
          </p:cNvPr>
          <p:cNvSpPr txBox="1"/>
          <p:nvPr/>
        </p:nvSpPr>
        <p:spPr>
          <a:xfrm>
            <a:off x="381000" y="254000"/>
            <a:ext cx="1143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de-DE" sz="3600">
                <a:latin typeface="Georgia" panose="02040502050405020303" pitchFamily="18" charset="0"/>
              </a:rPr>
              <a:t>Georgia AVATAR Typography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8A7934EE-A355-C1AF-0E57-970F4B980540}"/>
              </a:ext>
            </a:extLst>
          </p:cNvPr>
          <p:cNvSpPr txBox="1"/>
          <p:nvPr/>
        </p:nvSpPr>
        <p:spPr>
          <a:xfrm>
            <a:off x="381000" y="889000"/>
            <a:ext cx="11430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de-DE" sz="1200">
                <a:latin typeface="Georgia" panose="02040502050405020303" pitchFamily="18" charset="0"/>
              </a:rPr>
              <a:t>The quick brown fox jumps over the lazy dog 0123456789 Größe Ärger Übermut œuvre façade «déjà vu» € – “quotes” …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2059CCFE-028B-6CA0-C9F8-8CC3A9C7E71C}"/>
              </a:ext>
            </a:extLst>
          </p:cNvPr>
          <p:cNvSpPr txBox="1"/>
          <p:nvPr/>
        </p:nvSpPr>
        <p:spPr>
          <a:xfrm>
            <a:off x="381000" y="1397000"/>
            <a:ext cx="1143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de-DE" sz="3600" b="1">
                <a:latin typeface="Georgia" panose="02040502050405020303" pitchFamily="18" charset="0"/>
              </a:rPr>
              <a:t>Georgia AVATAR Typography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D18AF2FB-2869-D813-FB2B-BDCFD30731FC}"/>
              </a:ext>
            </a:extLst>
          </p:cNvPr>
          <p:cNvSpPr txBox="1"/>
          <p:nvPr/>
        </p:nvSpPr>
        <p:spPr>
          <a:xfrm>
            <a:off x="381000" y="2032000"/>
            <a:ext cx="11430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de-DE" sz="1200" b="1">
                <a:latin typeface="Georgia" panose="02040502050405020303" pitchFamily="18" charset="0"/>
              </a:rPr>
              <a:t>The quick brown fox jumps over the lazy dog 0123456789 Größe Ärger Übermut œuvre façade «déjà vu» € – “quotes” …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53951AC3-1CC2-1616-391F-47D06649A228}"/>
              </a:ext>
            </a:extLst>
          </p:cNvPr>
          <p:cNvSpPr txBox="1"/>
          <p:nvPr/>
        </p:nvSpPr>
        <p:spPr>
          <a:xfrm>
            <a:off x="381000" y="2540000"/>
            <a:ext cx="1143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de-DE" sz="3600" i="1">
                <a:latin typeface="Georgia" panose="02040502050405020303" pitchFamily="18" charset="0"/>
              </a:rPr>
              <a:t>Georgia AVATAR Typography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DF82DC36-DF4C-A77B-8EA6-BFC7834328D7}"/>
              </a:ext>
            </a:extLst>
          </p:cNvPr>
          <p:cNvSpPr txBox="1"/>
          <p:nvPr/>
        </p:nvSpPr>
        <p:spPr>
          <a:xfrm>
            <a:off x="381000" y="3175000"/>
            <a:ext cx="11430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de-DE" sz="1200" i="1">
                <a:latin typeface="Georgia" panose="02040502050405020303" pitchFamily="18" charset="0"/>
              </a:rPr>
              <a:t>The quick brown fox jumps over the lazy dog 0123456789 Größe Ärger Übermut œuvre façade «déjà vu» € – “quotes” …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57B517C4-7B7D-1E2D-3E48-A0E3DC5EE87F}"/>
              </a:ext>
            </a:extLst>
          </p:cNvPr>
          <p:cNvSpPr txBox="1"/>
          <p:nvPr/>
        </p:nvSpPr>
        <p:spPr>
          <a:xfrm>
            <a:off x="381000" y="3683000"/>
            <a:ext cx="1143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de-DE" sz="3600" b="1" i="1">
                <a:latin typeface="Georgia" panose="02040502050405020303" pitchFamily="18" charset="0"/>
              </a:rPr>
              <a:t>Georgia AVATAR Typography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C86273E1-C521-88A3-1503-3294206975A2}"/>
              </a:ext>
            </a:extLst>
          </p:cNvPr>
          <p:cNvSpPr txBox="1"/>
          <p:nvPr/>
        </p:nvSpPr>
        <p:spPr>
          <a:xfrm>
            <a:off x="381000" y="4318000"/>
            <a:ext cx="11430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de-DE" sz="1200" b="1" i="1">
                <a:latin typeface="Georgia" panose="02040502050405020303" pitchFamily="18" charset="0"/>
              </a:rPr>
              <a:t>The quick brown fox jumps over the lazy dog 0123456789 Größe Ärger Übermut œuvre façade «déjà vu» € – “quotes” …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8D863CB6-BB43-657E-69F2-8DFA0031913C}"/>
              </a:ext>
            </a:extLst>
          </p:cNvPr>
          <p:cNvSpPr txBox="1"/>
          <p:nvPr/>
        </p:nvSpPr>
        <p:spPr>
          <a:xfrm>
            <a:off x="381000" y="4953000"/>
            <a:ext cx="1143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de-DE" sz="2400">
                <a:latin typeface="Georgia" panose="02040502050405020303" pitchFamily="18" charset="0"/>
              </a:rPr>
              <a:t>Größe Ärger Übermut œuvre façade «déjà vu» € – “quotes” … The quick brown fox jumps over the lazy dog 0123456789</a:t>
            </a:r>
          </a:p>
        </p:txBody>
      </p:sp>
    </p:spTree>
    <p:extLst>
      <p:ext uri="{BB962C8B-B14F-4D97-AF65-F5344CB8AC3E}">
        <p14:creationId xmlns:p14="http://schemas.microsoft.com/office/powerpoint/2010/main" val="720445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B45D0A1B-FF7E-F6C4-E61A-FDD5BC541895}"/>
              </a:ext>
            </a:extLst>
          </p:cNvPr>
          <p:cNvSpPr txBox="1"/>
          <p:nvPr/>
        </p:nvSpPr>
        <p:spPr>
          <a:xfrm>
            <a:off x="381000" y="254000"/>
            <a:ext cx="558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de-DE" sz="2400">
                <a:latin typeface="Comic Sans MS" panose="030F0702030302020204" pitchFamily="66" charset="0"/>
              </a:rPr>
              <a:t>The quick brown fox jumps over the lazy dog 0123456789. Größe Ärger Übermut œuvre façade «déjà vu» € – “quotes” … Wrapping across several lines of the box.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626C1B18-B180-25AD-FA3C-10ABB356814C}"/>
              </a:ext>
            </a:extLst>
          </p:cNvPr>
          <p:cNvSpPr txBox="1"/>
          <p:nvPr/>
        </p:nvSpPr>
        <p:spPr>
          <a:xfrm>
            <a:off x="6223000" y="254000"/>
            <a:ext cx="558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de-DE" sz="2000" b="1">
                <a:latin typeface="Comic Sans MS" panose="030F0702030302020204" pitchFamily="66" charset="0"/>
              </a:rPr>
              <a:t>Comic Sans MS bold Größe Ärger Übermut œuvre façade «déjà vu» € – “quotes” …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887451A2-7C43-F560-3D1B-2DE2FE334F9D}"/>
              </a:ext>
            </a:extLst>
          </p:cNvPr>
          <p:cNvSpPr txBox="1"/>
          <p:nvPr/>
        </p:nvSpPr>
        <p:spPr>
          <a:xfrm>
            <a:off x="6223000" y="1905000"/>
            <a:ext cx="558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>
                <a:latin typeface="Comic Sans MS" panose="030F0702030302020204" pitchFamily="66" charset="0"/>
              </a:rPr>
              <a:t>Comic Sans MS small: The quick brown fox jumps over the lazy dog 0123456789</a:t>
            </a:r>
            <a:endParaRPr lang="de-DE" sz="1000">
              <a:latin typeface="Comic Sans MS" panose="030F0702030302020204" pitchFamily="66" charset="0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8EDAC226-3AD2-F040-56A9-2F53FA8E21A9}"/>
              </a:ext>
            </a:extLst>
          </p:cNvPr>
          <p:cNvSpPr txBox="1"/>
          <p:nvPr/>
        </p:nvSpPr>
        <p:spPr>
          <a:xfrm>
            <a:off x="381000" y="3683000"/>
            <a:ext cx="1143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de-DE" sz="2800">
                <a:latin typeface="Consolas" panose="020B0609020204030204" pitchFamily="49" charset="0"/>
              </a:rPr>
              <a:t>Consolas: if (x != 0) { return a[i] * 2; } // Größe Ärger Übermut œuvre façade «déjà vu» € – “quotes” …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465A2711-3EEC-46BA-70E2-4465FB866AA2}"/>
              </a:ext>
            </a:extLst>
          </p:cNvPr>
          <p:cNvSpPr txBox="1"/>
          <p:nvPr/>
        </p:nvSpPr>
        <p:spPr>
          <a:xfrm>
            <a:off x="381000" y="5207000"/>
            <a:ext cx="1143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de-DE" sz="1100">
                <a:latin typeface="Consolas" panose="020B0609020204030204" pitchFamily="49" charset="0"/>
              </a:rPr>
              <a:t>Consolas 11 pt: The quick brown fox jumps over the lazy dog 0123456789 Größe Ärger Übermut œuvre façade «déjà vu» € – “quotes” …</a:t>
            </a:r>
          </a:p>
        </p:txBody>
      </p:sp>
    </p:spTree>
    <p:extLst>
      <p:ext uri="{BB962C8B-B14F-4D97-AF65-F5344CB8AC3E}">
        <p14:creationId xmlns:p14="http://schemas.microsoft.com/office/powerpoint/2010/main" val="17023230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268</Words>
  <Application>Microsoft Office PowerPoint</Application>
  <PresentationFormat>Benutzerdefiniert</PresentationFormat>
  <Paragraphs>14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9" baseType="lpstr">
      <vt:lpstr>Georgia</vt:lpstr>
      <vt:lpstr>Aptos Display</vt:lpstr>
      <vt:lpstr>Comic Sans MS</vt:lpstr>
      <vt:lpstr>Consolas</vt:lpstr>
      <vt:lpstr>Arial</vt:lpstr>
      <vt:lpstr>Aptos</vt:lpstr>
      <vt:lpstr>Office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Fidelity generator</dc:creator>
  <cp:lastModifiedBy>Fidelity generator</cp:lastModifiedBy>
  <cp:revision>1</cp:revision>
  <dcterms:created xsi:type="dcterms:W3CDTF">2026-10-09T21:24:00Z</dcterms:created>
  <dcterms:modified xsi:type="dcterms:W3CDTF">2026-10-09T21:24:00Z</dcterms:modified>
</cp:coreProperties>
</file>