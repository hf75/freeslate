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074AC3-CA9D-0F3F-4FB7-39B853136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7C6020-3154-1CA1-A9B0-91C6E8092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5F2EC2-458B-9C8B-B283-3103ACB7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FA833A-DEE4-F42D-8D5D-58F627B3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8BE964-3294-77D2-A10A-267795F5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283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EC0B4-54B8-37D8-A42B-D8433E14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568E9D-1FFD-C0E1-723F-13FD22732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C4EE0B-E3DD-1405-E8E2-949BB60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EFA19D-62BD-3005-C63D-9D43EDDE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4BABD8-A95A-8998-5A82-AF4582AC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586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94ABC0-AFD3-EBD1-4707-BCEF9D048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760CBC-1999-A67A-6935-63996DF66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5B0A2B-096E-745C-06AD-375B1CEF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504A0A-0A0E-C0F7-AC03-3140F94A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B4AB80-0C73-46FA-331C-A3F37EC2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44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5976D-DDF7-0636-438E-9F33BC1F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445CEA-CA05-AA11-11B0-C98B1CCE3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4D5C67-65ED-B519-9269-5E8D772B8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3454A6-01E3-F1C5-1FD2-3CE27848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8C8AA7-4A77-C130-B0E9-72160D402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B18926-C889-CF08-6FA3-D0BFA4F4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82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DADC0-D17E-FA70-7C16-0A685BA1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3A340B-C32F-284E-5AD9-D0BBB9AA0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2FE8B2-D01A-7014-0002-98C798C9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C31211-BAB6-092F-E950-10B0F5203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1FB3560-657E-959A-8462-48BA885A49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59D00E9-E308-E26E-F1B4-53CDE2AD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2A8DF21-33F5-52BC-3850-C58F8299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4E18820-B604-6B64-AE47-32985B33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621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3E786-0EDC-FC5F-4455-ABCEF345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A074FA-DBED-DD2B-61F7-9DE09A17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9E956B-13CA-0185-23DD-77109B8D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8B33BC-906C-83E4-30ED-262BB733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248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C1921ED-A94E-1326-A15C-41B6B06D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2901E8-C2B3-98AF-9494-AA147606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579487-2B29-5F10-0C83-0CC61071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380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B99390-9AB3-49AE-0E9D-55038432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76E96C-7C37-187F-2CD3-B71E6F674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973236-AED6-A25C-4B86-EBD63F31C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3A66B7-9252-2271-D9BE-DF71947F3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767C04-47F2-BC4E-8792-A66D164E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0C7F82-28E1-B780-81F9-0079C309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83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38A59-C170-393D-E34A-C8168FD4E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A232A38-D3E8-795A-B17A-5A69713AA92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227A52-DA9A-05DD-9C88-D5A668C40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76FACE-1E41-BE73-044C-11D2C76C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F142C3-9E06-CC8B-FDA4-D478761C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D2C548-1530-8E4C-9207-E3F93979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954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FD9B73-D949-7467-1ED9-8C779A44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F9D54C4-9F78-9D9E-7351-80004FEC6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FC0DDF-52C3-3281-9544-553F85A1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EC8400-8B80-EDED-AB8A-A49F6D85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57B4BC-3ACC-56BD-83DC-B42DD9951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968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5B2229-9234-1F48-6AD4-EF2F359CC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0EAFC6-0767-0AD4-A3F2-FE76D68CF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5759D9-2CEA-7D82-9A22-3051EF85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CC5977-489A-9208-3075-D16D64E9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46579A-4EA2-F758-39C6-5B53CD40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71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C0D1296-0A24-F7EA-EB4B-87FA7593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394674-D1A3-73A6-7716-52054AEA8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9C7FB3-C69A-9AF0-242E-32A8AA264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EA7CE-D4DC-42CF-A783-AE5535E9FED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EE5356-E77C-00CB-A018-F13EB3602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33B1A0-06F3-5013-E729-526B72E0D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E6C74-243B-4B0A-838A-14C92BD4A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684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A4418-C726-504F-0769-F2408A72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Entrance: shapes and bars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4B4424-46BC-D184-B471-2C1544AF349B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Blinds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AA8E3D3-96D1-24C4-1497-B92D7F77D5EB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Box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CA96A9C-1C37-F316-72F5-C4A390645705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Checkerboard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D1A1E79-029B-8040-AE2B-CECB7B99263C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Circle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897B44A-AB2A-1061-F701-2704EA00D80E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Diamond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F5583C4-D979-5D19-D664-B77DC37B3C13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Dissolve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D5AAE0B-88EA-BF3A-94EE-ACB7E4CD32BC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Plus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67B864B-D8B7-A31A-8930-14A2271A08D5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Random bars</a:t>
            </a:r>
          </a:p>
        </p:txBody>
      </p:sp>
    </p:spTree>
    <p:extLst>
      <p:ext uri="{BB962C8B-B14F-4D97-AF65-F5344CB8AC3E}">
        <p14:creationId xmlns:p14="http://schemas.microsoft.com/office/powerpoint/2010/main" val="318143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800"/>
                            </p:stCondLst>
                            <p:childTnLst>
                              <p:par>
                                <p:cTn id="29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6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012C9-E081-79EA-CC32-5F91B344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Entrance: splits and turns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F235EBF-126E-D8DE-3360-7FE5613D78C5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Peek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57271EB-A9A0-C7B2-32E9-8F0FB5DA794E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Spiral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CB86793-BB3B-8708-2C1A-7740A70B7C5E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37B2FD1-7861-9E51-C180-B5F7BBC765E6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Stretch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8357759-57AC-6375-9F8C-D98A1C082DCD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Strips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89F6701-1480-0AE0-95BF-B7C49C152540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Swivel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3227967-F025-8756-D69C-6E335E5CF34C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Wedge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6B766E1-AD99-2AFC-EFFC-1BAC9FE02D3A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Wheel</a:t>
            </a:r>
          </a:p>
        </p:txBody>
      </p:sp>
    </p:spTree>
    <p:extLst>
      <p:ext uri="{BB962C8B-B14F-4D97-AF65-F5344CB8AC3E}">
        <p14:creationId xmlns:p14="http://schemas.microsoft.com/office/powerpoint/2010/main" val="21208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0"/>
                            </p:stCondLst>
                            <p:childTnLst>
                              <p:par>
                                <p:cTn id="2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800"/>
                            </p:stCondLst>
                            <p:childTnLst>
                              <p:par>
                                <p:cTn id="3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600"/>
                            </p:stCondLst>
                            <p:childTnLst>
                              <p:par>
                                <p:cTn id="3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9E072A-F208-2761-5E8A-C68E45B1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Entrance: moderate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BCE85F0-87E2-3D15-B520-F0652F9984ED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Boomerang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D61FF48-AE31-A767-5BAD-969E54B7E6B6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Color reveal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07834C7-1635-347E-9224-6FE4D410AD32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Ease in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F89CA64-C392-3481-7C5C-25788F841775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Float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9C436C-48F0-35CD-B802-6DBFE1A2F35D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Grow and turn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B480550-E862-EA18-85A5-EC21B0F9DF69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Light speed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BA5793B-2BD3-C668-F9A7-F269D85A7712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Pinwheel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41F6FBC-90C1-8702-7067-96AF839631B6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Rise up</a:t>
            </a:r>
          </a:p>
        </p:txBody>
      </p:sp>
    </p:spTree>
    <p:extLst>
      <p:ext uri="{BB962C8B-B14F-4D97-AF65-F5344CB8AC3E}">
        <p14:creationId xmlns:p14="http://schemas.microsoft.com/office/powerpoint/2010/main" val="7394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600"/>
                            </p:stCondLst>
                            <p:childTnLst>
                              <p:par>
                                <p:cTn id="22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400"/>
                            </p:stCondLst>
                            <p:childTnLst>
                              <p:par>
                                <p:cTn id="28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4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4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4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4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0" accel="100000" fill="hold">
                                          <p:stCondLst>
                                            <p:cond delay="6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0" accel="100000" fill="hold">
                                          <p:stCondLst>
                                            <p:cond delay="6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6" dur="4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7" dur="160" decel="50000" autoRev="1" fill="hold">
                                          <p:stCondLst>
                                            <p:cond delay="48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8" dur="160" decel="100000" autoRev="1" fill="hold">
                                          <p:stCondLst>
                                            <p:cond delay="48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9" dur="160" decel="100000" autoRev="1" fill="hold">
                                          <p:stCondLst>
                                            <p:cond delay="48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800"/>
                            </p:stCondLst>
                            <p:childTnLst>
                              <p:par>
                                <p:cTn id="51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600"/>
                            </p:stCondLst>
                            <p:childTnLst>
                              <p:par>
                                <p:cTn id="58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2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" accel="100000" fill="hold">
                                          <p:stCondLst>
                                            <p:cond delay="7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170170-8A00-AA76-3DDD-DEB1F2A2E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Entrance: more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A7C86FA-AC88-1D19-D572-920B43EAD87B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Swish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A82A333-EECC-CEF0-D000-B66CBCE79E47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Thin line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506C4F1-89BE-6486-1A7A-586191C7004B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Unfold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F1F5932-40EA-DE42-9C22-20F330423BF5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Whip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3F9BA62-27AF-3325-9FB9-B858A2D6AB4B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Ascend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F498B33-D848-7DDA-17BB-AB377EC787C7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Center revolve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85C9A3B-50D5-CA3A-0FB2-76F499DFEF6C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Faded swivel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721ED50-BC86-8F77-2B0A-F2196AC082B5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Descend</a:t>
            </a:r>
          </a:p>
        </p:txBody>
      </p:sp>
    </p:spTree>
    <p:extLst>
      <p:ext uri="{BB962C8B-B14F-4D97-AF65-F5344CB8AC3E}">
        <p14:creationId xmlns:p14="http://schemas.microsoft.com/office/powerpoint/2010/main" val="192531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36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364" fill="hold">
                                          <p:stCondLst>
                                            <p:cond delay="3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6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25" decel="50000" autoRev="1" fill="hold">
                                          <p:stCondLst>
                                            <p:cond delay="3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9" fill="hold">
                                          <p:stCondLst>
                                            <p:cond delay="69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400"/>
                            </p:stCondLst>
                            <p:childTnLst>
                              <p:par>
                                <p:cTn id="13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00"/>
                            </p:stCondLst>
                            <p:childTnLst>
                              <p:par>
                                <p:cTn id="20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400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8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44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240"/>
                            </p:stCondLst>
                            <p:childTnLst>
                              <p:par>
                                <p:cTn id="40" presetID="4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3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80" decel="5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80" decel="5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040"/>
                            </p:stCondLst>
                            <p:childTnLst>
                              <p:par>
                                <p:cTn id="4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840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656F3A-5D1F-200E-2E92-AC8C48A25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Entrance: exciting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03299C0-58DE-3BB2-3D74-586EC05268DA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Sling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430E256-AFA1-361C-CFDE-8BC02FC67164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Spinner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7C0F9E8-C08D-6FC1-F5C8-C01BB9248500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Stretchy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0A1013-0410-D231-4C37-F4EC39BD797E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Zip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17A7621-D681-02D5-C949-C91952BBF910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Arc up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61910B1-DF04-6170-2D05-298273F4F346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Faded zoom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48518C0-0C13-2FA7-D4BF-574E1440BE4E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Glide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FCA58B2-C041-97E9-61BF-76F1FA28D1D1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Expand</a:t>
            </a:r>
          </a:p>
        </p:txBody>
      </p:sp>
    </p:spTree>
    <p:extLst>
      <p:ext uri="{BB962C8B-B14F-4D97-AF65-F5344CB8AC3E}">
        <p14:creationId xmlns:p14="http://schemas.microsoft.com/office/powerpoint/2010/main" val="205202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00"/>
                            </p:stCondLst>
                            <p:childTnLst>
                              <p:par>
                                <p:cTn id="2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8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308" decel="100000"/>
                                        <p:tgtEl>
                                          <p:spTgt spid="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492" accel="100000" fill="hold">
                                          <p:stCondLst>
                                            <p:cond delay="3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30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492" accel="100000" fill="hold">
                                          <p:stCondLst>
                                            <p:cond delay="3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30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492" accel="100000" fill="hold">
                                          <p:stCondLst>
                                            <p:cond delay="3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00"/>
                            </p:stCondLst>
                            <p:childTnLst>
                              <p:par>
                                <p:cTn id="3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8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8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800"/>
                            </p:stCondLst>
                            <p:childTnLst>
                              <p:par>
                                <p:cTn id="47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600"/>
                            </p:stCondLst>
                            <p:childTnLst>
                              <p:par>
                                <p:cTn id="5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EA05B-96DF-0963-B841-FE53F99ED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Emphasis: color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D121359-ABD9-4707-1640-335DD40FD66C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Fill color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574017D-9436-088B-31A7-B0B48BF24A8C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Font color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50056DA-FB48-19A6-9352-C2F9B4C7C571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Line color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A9F9EDB-440F-B2BF-62AA-6B7AA6BF6307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Brush on color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30DD05F-AA52-42EE-2EAF-A421E69E8ACA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Color blend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F2EA1D7-36EF-04D7-5644-130ADBD91646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Complementary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D4D72BE-EC37-282A-1565-B9BE6BB6A16A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Contrasting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1EAA37F-5187-0857-458B-83F6F46C5DB5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Darken</a:t>
            </a:r>
          </a:p>
        </p:txBody>
      </p:sp>
    </p:spTree>
    <p:extLst>
      <p:ext uri="{BB962C8B-B14F-4D97-AF65-F5344CB8AC3E}">
        <p14:creationId xmlns:p14="http://schemas.microsoft.com/office/powerpoint/2010/main" val="383528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52"/>
                            </p:stCondLst>
                            <p:childTnLst>
                              <p:par>
                                <p:cTn id="22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352"/>
                            </p:stCondLst>
                            <p:childTnLst>
                              <p:par>
                                <p:cTn id="28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152"/>
                            </p:stCondLst>
                            <p:childTnLst>
                              <p:par>
                                <p:cTn id="34" presetID="23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3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952"/>
                            </p:stCondLst>
                            <p:childTnLst>
                              <p:par>
                                <p:cTn id="40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4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77FB5A-9A47-FA93-9925-14833958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Emphasis: more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19C2487-21E7-41C1-0FCF-0C1A865A6774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Desaturate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203AA31-76BA-079F-7BA6-68A042876AD5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Flash bulb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D48EF84-A2BE-1528-3209-E6A1DF349CA2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Flicker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CCDFD97-4A93-F8E9-208A-C10950DD4967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Grow with color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34758B8-01F3-EAFA-D965-23A3D61836D2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Lighten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C44AEF6-B524-2116-91BF-9331992F9573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Teeter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5ACAA06-6EAC-15D4-61E6-3D22093B8F4A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Vertical grow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3D54874-F76F-06D9-4D5C-D0A4E6745841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Wave</a:t>
            </a:r>
          </a:p>
        </p:txBody>
      </p:sp>
    </p:spTree>
    <p:extLst>
      <p:ext uri="{BB962C8B-B14F-4D97-AF65-F5344CB8AC3E}">
        <p14:creationId xmlns:p14="http://schemas.microsoft.com/office/powerpoint/2010/main" val="166649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8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4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4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4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4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4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0"/>
                            </p:stCondLst>
                            <p:childTnLst>
                              <p:par>
                                <p:cTn id="21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160"/>
                            </p:stCondLst>
                            <p:childTnLst>
                              <p:par>
                                <p:cTn id="27" presetID="30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1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960"/>
                            </p:stCondLst>
                            <p:childTnLst>
                              <p:par>
                                <p:cTn id="33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16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16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160" fill="hold">
                                          <p:stCondLst>
                                            <p:cond delay="48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160" fill="hold">
                                          <p:stCondLst>
                                            <p:cond delay="64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760"/>
                            </p:stCondLst>
                            <p:childTnLst>
                              <p:par>
                                <p:cTn id="40" presetID="33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4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2" dur="4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45" dur="4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60"/>
                            </p:stCondLst>
                            <p:childTnLst>
                              <p:par>
                                <p:cTn id="47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8" dur="4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26C7D-FDAD-1E71-EE40-21147005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Exit effects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C9EE410-DCA8-1D7C-B02B-933DBF65C02F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Blinds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60580DA-7601-2EC4-CA4F-977666CC4484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Box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7FE8CBE-EFF8-A26D-9FD9-7DD46B5E1CCD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Circle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9DC67B5-EF3D-2A8E-9AA7-372528B34FD1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Dissolve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5B64E28-108C-32E3-5F4C-9F076B2A0A8C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Peek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6EE85C4-FC24-F35E-B62E-1D660A382C25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2343A0D-C846-5F75-7EDE-44CDEF91EDD5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Swivel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0E2A9C8-C62C-4B5F-8C00-25CA93CE4F9A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Zoom</a:t>
            </a:r>
          </a:p>
        </p:txBody>
      </p:sp>
    </p:spTree>
    <p:extLst>
      <p:ext uri="{BB962C8B-B14F-4D97-AF65-F5344CB8AC3E}">
        <p14:creationId xmlns:p14="http://schemas.microsoft.com/office/powerpoint/2010/main" val="152949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6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1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3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0"/>
                            </p:stCondLst>
                            <p:childTnLst>
                              <p:par>
                                <p:cTn id="30" presetID="19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600"/>
                            </p:stCondLst>
                            <p:childTnLst>
                              <p:par>
                                <p:cTn id="35" presetID="23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8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B1F7D1-6BCE-CFCF-7722-5B5343D97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Entrance: basic and more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CCD6D8C-864E-64B5-6E6B-04300DD8ADD1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Crawl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87ED080-9B81-083D-1A9E-BF76E8E53467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Flash once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5ABABC1-A76A-5CAF-3F42-E40D4A91E278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Bounce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FEAB588-61DF-80A8-A823-56DC192A0D26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Credits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E9EDAB6-E5C6-AA94-7311-1AA36E6C5D5A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Flip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E3A9723-F48A-18B3-6EA3-9901B696F312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Shimmer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9246971-6E95-1507-DF0A-EA5C8FF02A11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Fold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B8C30DA-9376-0DF9-EB09-D279FE637676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Zoom</a:t>
            </a:r>
          </a:p>
        </p:txBody>
      </p:sp>
    </p:spTree>
    <p:extLst>
      <p:ext uri="{BB962C8B-B14F-4D97-AF65-F5344CB8AC3E}">
        <p14:creationId xmlns:p14="http://schemas.microsoft.com/office/powerpoint/2010/main" val="219471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8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2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66" tmFilter="0, 0; 0.125,0.2665; 0.25,0.4; 0.375,0.465; 0.5,0.5;  0.625,0.535; 0.75,0.6; 0.875,0.7335; 1,1">
                                          <p:stCondLst>
                                            <p:cond delay="26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33" tmFilter="0, 0; 0.125,0.2665; 0.25,0.4; 0.375,0.465; 0.5,0.5;  0.625,0.535; 0.75,0.6; 0.875,0.7335; 1,1">
                                          <p:stCondLst>
                                            <p:cond delay="53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10">
                                          <p:stCondLst>
                                            <p:cond delay="26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66" decel="50000">
                                          <p:stCondLst>
                                            <p:cond delay="2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0">
                                          <p:stCondLst>
                                            <p:cond delay="5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66" decel="50000">
                                          <p:stCondLst>
                                            <p:cond delay="53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0">
                                          <p:stCondLst>
                                            <p:cond delay="65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66" decel="50000">
                                          <p:stCondLst>
                                            <p:cond delay="66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0">
                                          <p:stCondLst>
                                            <p:cond delay="72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66" decel="50000">
                                          <p:stCondLst>
                                            <p:cond delay="7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400"/>
                            </p:stCondLst>
                            <p:childTnLst>
                              <p:par>
                                <p:cTn id="30" presetID="28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00"/>
                            </p:stCondLst>
                            <p:childTnLst>
                              <p:par>
                                <p:cTn id="3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7" dur="4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8" dur="4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9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0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40"/>
                            </p:stCondLst>
                            <p:childTnLst>
                              <p:par>
                                <p:cTn id="42" presetID="3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3" dur="4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4" dur="4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5" dur="4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6" dur="4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20"/>
                            </p:stCondLst>
                            <p:childTnLst>
                              <p:par>
                                <p:cTn id="48" presetID="58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32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010AE-8B03-4193-9F37-01A617AB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Emphasis: 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832A2BB-B223-9CEC-D31A-D69297E51479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Change font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89E95D3-7EE7-133D-56A9-F2A7DBB6475C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Font size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136A502-7720-F080-CA05-3035828B343C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Font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81EAE18-16D9-2E00-7FAE-B10CE159A9BE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Bold flash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5140AA8-FD6C-8D5C-C7BE-C382DCAB19DA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Bold reveal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D780ABD-55A9-A630-0488-1B06C9D133AE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Brush underline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D8A5E38-EC97-422B-7311-7A2891AFD791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Color wave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7203FB1-7A44-4842-7543-C48BB225272B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Style emphasis</a:t>
            </a:r>
          </a:p>
        </p:txBody>
      </p:sp>
    </p:spTree>
    <p:extLst>
      <p:ext uri="{BB962C8B-B14F-4D97-AF65-F5344CB8AC3E}">
        <p14:creationId xmlns:p14="http://schemas.microsoft.com/office/powerpoint/2010/main" val="38720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8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00"/>
                            </p:stCondLst>
                            <p:childTnLst>
                              <p:par>
                                <p:cTn id="8" presetID="4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9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600"/>
                            </p:stCondLst>
                            <p:childTnLst>
                              <p:par>
                                <p:cTn id="11" presetID="5" presetClass="emph" presetSubtype="1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0"/>
                            </p:stCondLst>
                            <p:childTnLst>
                              <p:par>
                                <p:cTn id="16" presetID="10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7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200"/>
                            </p:stCondLst>
                            <p:childTnLst>
                              <p:par>
                                <p:cTn id="19" presetID="15" presetClass="emph" presetSubtype="0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225"/>
                            </p:stCondLst>
                            <p:childTnLst>
                              <p:par>
                                <p:cTn id="22" presetID="1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441"/>
                            </p:stCondLst>
                            <p:childTnLst>
                              <p:par>
                                <p:cTn id="25" presetID="20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26" dur="4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4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4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881"/>
                            </p:stCondLst>
                            <p:childTnLst>
                              <p:par>
                                <p:cTn id="30" presetID="31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 override="childStyle">
                                        <p:cTn id="3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italic"/>
                                      </p:to>
                                    </p:set>
                                    <p:set>
                                      <p:cBhvr>
                                        <p:cTn id="3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>
                                        <p:cTn id="34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8ECB9-529E-7D43-C437-2191A799C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More exits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3534A52-8A89-6F92-9187-AC574E883012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Crawl out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6586F35-D14F-D8B1-5CE1-FF778465782B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Flash out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0E43F13-7DA7-B0EA-15D1-55C6DC7DD0C8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Bounce out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FB48587-6B1F-D2A3-122C-311922443A6B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Credits out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7D83021-636B-A96C-4A33-1D169FA58F5F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Fold out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629EF46-F606-FE9D-2939-B7B48DD483E9}"/>
              </a:ext>
            </a:extLst>
          </p:cNvPr>
          <p:cNvSpPr/>
          <p:nvPr/>
        </p:nvSpPr>
        <p:spPr>
          <a:xfrm>
            <a:off x="3365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Fly out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F8BD9CD-73FC-D3B9-E16A-6F626D5A822F}"/>
              </a:ext>
            </a:extLst>
          </p:cNvPr>
          <p:cNvSpPr/>
          <p:nvPr/>
        </p:nvSpPr>
        <p:spPr>
          <a:xfrm>
            <a:off x="6223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Wipe out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1608D0A-AD1D-BB3F-07FB-8A1BA6102D8A}"/>
              </a:ext>
            </a:extLst>
          </p:cNvPr>
          <p:cNvSpPr/>
          <p:nvPr/>
        </p:nvSpPr>
        <p:spPr>
          <a:xfrm>
            <a:off x="90805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Wheel out</a:t>
            </a:r>
          </a:p>
        </p:txBody>
      </p:sp>
    </p:spTree>
    <p:extLst>
      <p:ext uri="{BB962C8B-B14F-4D97-AF65-F5344CB8AC3E}">
        <p14:creationId xmlns:p14="http://schemas.microsoft.com/office/powerpoint/2010/main" val="366721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8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26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72" accel="50000">
                                          <p:stCondLst>
                                            <p:cond delay="7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29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1">
                                          <p:stCondLst>
                                            <p:cond delay="72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66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66" tmFilter="0, 0; 0.125,0.2665; 0.25,0.4; 0.375,0.465; 0.5,0.5;  0.625,0.535; 0.75,0.6; 0.875,0.7335; 1,1">
                                          <p:stCondLst>
                                            <p:cond delay="26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33" tmFilter="0, 0; 0.125,0.2665; 0.25,0.4; 0.375,0.465; 0.5,0.5;  0.625,0.535; 0.75,0.6; 0.875,0.7335; 1,1">
                                          <p:stCondLst>
                                            <p:cond delay="53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2" accel="50000">
                                          <p:stCondLst>
                                            <p:cond delay="7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10">
                                          <p:stCondLst>
                                            <p:cond delay="24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66" decel="50000">
                                          <p:stCondLst>
                                            <p:cond delay="25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0">
                                          <p:stCondLst>
                                            <p:cond delay="5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66" decel="50000">
                                          <p:stCondLst>
                                            <p:cond delay="53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0">
                                          <p:stCondLst>
                                            <p:cond delay="65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66" decel="50000">
                                          <p:stCondLst>
                                            <p:cond delay="66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10">
                                          <p:stCondLst>
                                            <p:cond delay="72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66" decel="50000">
                                          <p:stCondLst>
                                            <p:cond delay="7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28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00"/>
                            </p:stCondLst>
                            <p:childTnLst>
                              <p:par>
                                <p:cTn id="38" presetID="58" presetClass="exit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2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*0.0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h+1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800"/>
                            </p:stCondLst>
                            <p:childTnLst>
                              <p:par>
                                <p:cTn id="51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600"/>
                            </p:stCondLst>
                            <p:childTnLst>
                              <p:par>
                                <p:cTn id="5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3DC36-211A-366E-B6E8-C577F1EB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Emphasis: shape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2395839-0CEA-7556-4F3B-D45E64D43BAD}"/>
              </a:ext>
            </a:extLst>
          </p:cNvPr>
          <p:cNvSpPr/>
          <p:nvPr/>
        </p:nvSpPr>
        <p:spPr>
          <a:xfrm>
            <a:off x="508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Blast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D935400-F0A5-0077-985D-D57D1AE3AD56}"/>
              </a:ext>
            </a:extLst>
          </p:cNvPr>
          <p:cNvSpPr/>
          <p:nvPr/>
        </p:nvSpPr>
        <p:spPr>
          <a:xfrm>
            <a:off x="3365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Complementary 2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E4C8EE1-2215-8209-59E3-DD917B015E19}"/>
              </a:ext>
            </a:extLst>
          </p:cNvPr>
          <p:cNvSpPr/>
          <p:nvPr/>
        </p:nvSpPr>
        <p:spPr>
          <a:xfrm>
            <a:off x="62230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Spin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BC8C589-D151-2A86-8BA7-92D4E64A7DC6}"/>
              </a:ext>
            </a:extLst>
          </p:cNvPr>
          <p:cNvSpPr/>
          <p:nvPr/>
        </p:nvSpPr>
        <p:spPr>
          <a:xfrm>
            <a:off x="9080500" y="1778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Grow shrink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68FC873-D65D-80FA-CA65-48992522AC4E}"/>
              </a:ext>
            </a:extLst>
          </p:cNvPr>
          <p:cNvSpPr/>
          <p:nvPr/>
        </p:nvSpPr>
        <p:spPr>
          <a:xfrm>
            <a:off x="508000" y="4191000"/>
            <a:ext cx="2540000" cy="1905000"/>
          </a:xfrm>
          <a:prstGeom prst="rect">
            <a:avLst/>
          </a:prstGeom>
          <a:solidFill>
            <a:srgbClr val="4472C4"/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rgbClr val="FFFFFF"/>
                </a:solidFill>
              </a:rPr>
              <a:t>Transparency</a:t>
            </a:r>
          </a:p>
        </p:txBody>
      </p:sp>
    </p:spTree>
    <p:extLst>
      <p:ext uri="{BB962C8B-B14F-4D97-AF65-F5344CB8AC3E}">
        <p14:creationId xmlns:p14="http://schemas.microsoft.com/office/powerpoint/2010/main" val="180288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6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76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76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76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10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11" dur="8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12" dur="24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2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0"/>
                            </p:stCondLst>
                            <p:childTnLst>
                              <p:par>
                                <p:cTn id="20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0"/>
                            </p:stCondLst>
                            <p:childTnLst>
                              <p:par>
                                <p:cTn id="26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Benutzerdefiniert</PresentationFormat>
  <Paragraphs>105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</vt:lpstr>
      <vt:lpstr>Entrance: shapes and bars</vt:lpstr>
      <vt:lpstr>Entrance: splits and turns</vt:lpstr>
      <vt:lpstr>Entrance: moderate</vt:lpstr>
      <vt:lpstr>Entrance: more</vt:lpstr>
      <vt:lpstr>Entrance: exciting</vt:lpstr>
      <vt:lpstr>Emphasis: color</vt:lpstr>
      <vt:lpstr>Emphasis: more</vt:lpstr>
      <vt:lpstr>Exit effects</vt:lpstr>
      <vt:lpstr>Entrance: basic and more</vt:lpstr>
      <vt:lpstr>Emphasis: text</vt:lpstr>
      <vt:lpstr>More exits</vt:lpstr>
      <vt:lpstr>Emphasis: shape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2026-10-09T05:37:25Z</dcterms:created>
  <dcterms:modified xsi:type="dcterms:W3CDTF">2026-10-09T05:37:25Z</dcterms:modified>
</cp:coreProperties>
</file>