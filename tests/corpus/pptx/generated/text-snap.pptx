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8B568C-0091-DC9F-D440-F2F204501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7A0728-5811-6083-0D37-18906AD36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25C88B-E95D-0112-255F-DDC3D3BA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488C7F-9CD3-5FB0-EC57-62DCF2A3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6D6DF9-17E2-36FB-6F88-0D5A39F22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3246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454A47-0961-66C1-AD90-794C311E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1E09089-ABEF-BC92-817A-99B545A17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2F3F2F-D873-996E-B1D5-FE356CBAF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AFABC3-FAEA-5585-5426-12A7F4AB8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0B6213-806D-9945-65D3-6B6664F68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50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22C7C6-460D-A056-C865-B47C3C09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92F449-A221-259C-E29B-2E2E3F31D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4EC874-301F-EA9E-73E9-C2E36C167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DFBEA4-B032-B0D3-9A02-DF10E970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4E67D6-A19E-2DE7-E541-D109C1C8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4505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0E94D5-7056-AB9A-8736-55D1CAE25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3EC161-D93E-F37C-DAF9-F85D9B5D12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CFE12CC-8710-509B-B90E-98E0AC546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9DD643-C134-08FE-DD0C-BA08B6E4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EA94696-8857-58EB-8C1C-4E28016C5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D5CF7B-6A39-1F60-9681-536D84E3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57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FB93C-093F-3551-A0F7-0167C47C6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447F1E-68B5-4C65-EC9C-55FBEEEC4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3C0A5E-484D-68C9-A961-247795FCA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13C37A8-7F13-DD57-4E1D-4D104EEFC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66F09B7-AFFA-3095-5C86-795CAE3FE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F7DDB1-1ED3-0386-C884-DC7357F19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1FA0EB-1547-0D84-FB27-134614152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92B4F96-166B-600E-49BE-8E7DFC568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885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3990F-97E4-0235-840F-56782EEE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9E85CAF-EA3D-4B8A-4F38-B410BD7DC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80422F-5C9F-CF3B-14F9-D7425D5BE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DA0311-9F11-869E-B4B8-C986DC90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884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6C65A23-727C-0E0B-CBC7-74436FE74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535308E-485C-5A7A-1145-D20E3CDF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A402A3-16B3-451C-454B-C878E58A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616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A5904-CF2D-B82F-9B32-F855E7A7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05723C-566F-60F5-11F5-C8099A0B0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D2B2D9-E333-C860-C969-292F5EA30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716925-BCC1-6711-A7BD-53FBC8AD1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A3063D-55E6-0F62-3C8B-D2756380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77D9DA-6641-C935-F5F8-D1F9A4C6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418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CCC9A7-6DD5-3D8E-B4B6-F5551635D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B4297C7-5915-6315-35AB-6C5E20A0F61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FF91BF-2A3B-FF30-4CD1-ED68D830C3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0E3395-0E8B-1D77-D8EF-9AC0CD3D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2C0212-30D6-01A4-CCCB-F57F4EA5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B24A12-BACC-5A94-A898-0ACCCA6AF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404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7906B2-4C91-E78B-0494-A09C1B873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C21512-E0EE-336C-0595-357C4FBA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CBABDF-F91F-972E-1975-BA179FD64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9853D2-C2C7-6D14-1A6D-7EB629BD2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91249B-4A0E-854C-9911-BFD0A878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99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6D3A74E-186C-0D98-7B24-C37196E2A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9C086AE-C981-1DCF-4F13-E1D14D2A9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DA5B00-51F8-1E34-62C4-E9F11295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B2D423-74A1-C5DA-27A0-6E22FEE7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4B6488-8D7F-E0D4-9CAF-ED96012C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730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8B8DF61-3161-AB77-8D48-18DC1868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AD0A00-76FD-BE2B-77F8-CC92CDCD3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DC8F33-01E0-AA05-FFE1-A8F621E82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4BFDCA-C350-438F-96BC-278A18682A11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F33BBB-A2C4-760E-155D-F74C793B9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30E3CC-E293-CADF-A5C2-C1C063E35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3FF0A-FBC4-4B75-81F2-FAECE708117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676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BC812DF-CB40-D6EA-15A5-A096FBB58973}"/>
              </a:ext>
            </a:extLst>
          </p:cNvPr>
          <p:cNvSpPr txBox="1"/>
          <p:nvPr/>
        </p:nvSpPr>
        <p:spPr>
          <a:xfrm>
            <a:off x="254000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6332E2-B1A7-341B-BB27-34E48F8964C6}"/>
              </a:ext>
            </a:extLst>
          </p:cNvPr>
          <p:cNvSpPr txBox="1"/>
          <p:nvPr/>
        </p:nvSpPr>
        <p:spPr>
          <a:xfrm>
            <a:off x="965795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FA94B58-D66F-3E59-B2E8-5E002165371E}"/>
              </a:ext>
            </a:extLst>
          </p:cNvPr>
          <p:cNvSpPr txBox="1"/>
          <p:nvPr/>
        </p:nvSpPr>
        <p:spPr>
          <a:xfrm>
            <a:off x="1677591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0A29B3F-A163-DCFB-7AAF-E831DD7B77CE}"/>
              </a:ext>
            </a:extLst>
          </p:cNvPr>
          <p:cNvSpPr txBox="1"/>
          <p:nvPr/>
        </p:nvSpPr>
        <p:spPr>
          <a:xfrm>
            <a:off x="2389386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011C715-E0EC-987E-F876-9E8CB2F33D5E}"/>
              </a:ext>
            </a:extLst>
          </p:cNvPr>
          <p:cNvSpPr txBox="1"/>
          <p:nvPr/>
        </p:nvSpPr>
        <p:spPr>
          <a:xfrm>
            <a:off x="3101181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2163F79-545D-0FFA-97C9-4E1477251249}"/>
              </a:ext>
            </a:extLst>
          </p:cNvPr>
          <p:cNvSpPr txBox="1"/>
          <p:nvPr/>
        </p:nvSpPr>
        <p:spPr>
          <a:xfrm>
            <a:off x="3812977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53958E1-9993-F09C-2A83-3B5D6737B75E}"/>
              </a:ext>
            </a:extLst>
          </p:cNvPr>
          <p:cNvSpPr txBox="1"/>
          <p:nvPr/>
        </p:nvSpPr>
        <p:spPr>
          <a:xfrm>
            <a:off x="4524772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BFA602B-A5E3-8679-DDE1-697C0A465113}"/>
              </a:ext>
            </a:extLst>
          </p:cNvPr>
          <p:cNvSpPr txBox="1"/>
          <p:nvPr/>
        </p:nvSpPr>
        <p:spPr>
          <a:xfrm>
            <a:off x="5236567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01AA4E8-C0D9-5A93-2EDE-CC93088B9A9B}"/>
              </a:ext>
            </a:extLst>
          </p:cNvPr>
          <p:cNvSpPr txBox="1"/>
          <p:nvPr/>
        </p:nvSpPr>
        <p:spPr>
          <a:xfrm>
            <a:off x="5948363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DDC583F-C6E4-139D-2F10-0683AEC9932E}"/>
              </a:ext>
            </a:extLst>
          </p:cNvPr>
          <p:cNvSpPr txBox="1"/>
          <p:nvPr/>
        </p:nvSpPr>
        <p:spPr>
          <a:xfrm>
            <a:off x="6660158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414CDDB-4CD7-279A-A078-63493761D7D1}"/>
              </a:ext>
            </a:extLst>
          </p:cNvPr>
          <p:cNvSpPr txBox="1"/>
          <p:nvPr/>
        </p:nvSpPr>
        <p:spPr>
          <a:xfrm>
            <a:off x="7371953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C30D99E-6CB7-DC75-6DD6-C41B82601DF2}"/>
              </a:ext>
            </a:extLst>
          </p:cNvPr>
          <p:cNvSpPr txBox="1"/>
          <p:nvPr/>
        </p:nvSpPr>
        <p:spPr>
          <a:xfrm>
            <a:off x="8083748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B0DFC5C8-A1CD-81B5-9A78-12E7429D5608}"/>
              </a:ext>
            </a:extLst>
          </p:cNvPr>
          <p:cNvSpPr txBox="1"/>
          <p:nvPr/>
        </p:nvSpPr>
        <p:spPr>
          <a:xfrm>
            <a:off x="8795544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6A2CA89-3330-8BE0-8A32-8E22C698CC02}"/>
              </a:ext>
            </a:extLst>
          </p:cNvPr>
          <p:cNvSpPr txBox="1"/>
          <p:nvPr/>
        </p:nvSpPr>
        <p:spPr>
          <a:xfrm>
            <a:off x="9507339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84D1E949-CFFE-860B-F4DC-54CE84D74CB9}"/>
              </a:ext>
            </a:extLst>
          </p:cNvPr>
          <p:cNvSpPr txBox="1"/>
          <p:nvPr/>
        </p:nvSpPr>
        <p:spPr>
          <a:xfrm>
            <a:off x="10219134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BF4DDF-67F7-C0AC-1F29-5B1966C87325}"/>
              </a:ext>
            </a:extLst>
          </p:cNvPr>
          <p:cNvSpPr txBox="1"/>
          <p:nvPr/>
        </p:nvSpPr>
        <p:spPr>
          <a:xfrm>
            <a:off x="10930930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BB7EC15-5942-13B8-C61E-04272DE72213}"/>
              </a:ext>
            </a:extLst>
          </p:cNvPr>
          <p:cNvSpPr txBox="1"/>
          <p:nvPr/>
        </p:nvSpPr>
        <p:spPr>
          <a:xfrm>
            <a:off x="254000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DB41A5C-7889-2180-163E-4C8D8B4FA3B9}"/>
              </a:ext>
            </a:extLst>
          </p:cNvPr>
          <p:cNvSpPr txBox="1"/>
          <p:nvPr/>
        </p:nvSpPr>
        <p:spPr>
          <a:xfrm>
            <a:off x="965795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5E15991-1523-2DF7-4FF2-0D63999F6AC4}"/>
              </a:ext>
            </a:extLst>
          </p:cNvPr>
          <p:cNvSpPr txBox="1"/>
          <p:nvPr/>
        </p:nvSpPr>
        <p:spPr>
          <a:xfrm>
            <a:off x="1677591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9C4530C5-9D92-8FE5-450B-BF77F91AE311}"/>
              </a:ext>
            </a:extLst>
          </p:cNvPr>
          <p:cNvSpPr txBox="1"/>
          <p:nvPr/>
        </p:nvSpPr>
        <p:spPr>
          <a:xfrm>
            <a:off x="2389386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3A2116D-56F0-848D-7F20-879D343CDB90}"/>
              </a:ext>
            </a:extLst>
          </p:cNvPr>
          <p:cNvSpPr txBox="1"/>
          <p:nvPr/>
        </p:nvSpPr>
        <p:spPr>
          <a:xfrm>
            <a:off x="3101181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1FF7432-AC66-0951-F126-42D27FAAFD72}"/>
              </a:ext>
            </a:extLst>
          </p:cNvPr>
          <p:cNvSpPr txBox="1"/>
          <p:nvPr/>
        </p:nvSpPr>
        <p:spPr>
          <a:xfrm>
            <a:off x="3812977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0AA67E4-3204-6231-B11A-DFC28C3D6D31}"/>
              </a:ext>
            </a:extLst>
          </p:cNvPr>
          <p:cNvSpPr txBox="1"/>
          <p:nvPr/>
        </p:nvSpPr>
        <p:spPr>
          <a:xfrm>
            <a:off x="4524772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041AF89C-8BA6-6A98-0D76-0E3BC830505D}"/>
              </a:ext>
            </a:extLst>
          </p:cNvPr>
          <p:cNvSpPr txBox="1"/>
          <p:nvPr/>
        </p:nvSpPr>
        <p:spPr>
          <a:xfrm>
            <a:off x="5236567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14457BB-CC83-8AC5-4897-E87ACF4E4AAC}"/>
              </a:ext>
            </a:extLst>
          </p:cNvPr>
          <p:cNvSpPr txBox="1"/>
          <p:nvPr/>
        </p:nvSpPr>
        <p:spPr>
          <a:xfrm>
            <a:off x="5948363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DD1400B-8246-57F7-69A7-6BD28099C494}"/>
              </a:ext>
            </a:extLst>
          </p:cNvPr>
          <p:cNvSpPr txBox="1"/>
          <p:nvPr/>
        </p:nvSpPr>
        <p:spPr>
          <a:xfrm>
            <a:off x="6660158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F304593D-B5E8-287F-97C4-94184043EE0A}"/>
              </a:ext>
            </a:extLst>
          </p:cNvPr>
          <p:cNvSpPr txBox="1"/>
          <p:nvPr/>
        </p:nvSpPr>
        <p:spPr>
          <a:xfrm>
            <a:off x="7371953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E5A4B33-CE9D-B6C6-7313-659DC5995D6A}"/>
              </a:ext>
            </a:extLst>
          </p:cNvPr>
          <p:cNvSpPr txBox="1"/>
          <p:nvPr/>
        </p:nvSpPr>
        <p:spPr>
          <a:xfrm>
            <a:off x="8083748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A4C692A-1E35-0D10-6F45-D3A730464B28}"/>
              </a:ext>
            </a:extLst>
          </p:cNvPr>
          <p:cNvSpPr txBox="1"/>
          <p:nvPr/>
        </p:nvSpPr>
        <p:spPr>
          <a:xfrm>
            <a:off x="8795544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66C40E4-236A-5AD6-6CBE-7D9F5C30FB6B}"/>
              </a:ext>
            </a:extLst>
          </p:cNvPr>
          <p:cNvSpPr txBox="1"/>
          <p:nvPr/>
        </p:nvSpPr>
        <p:spPr>
          <a:xfrm>
            <a:off x="9507339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C166F4B1-1A3A-B88A-3147-B40777F14788}"/>
              </a:ext>
            </a:extLst>
          </p:cNvPr>
          <p:cNvSpPr txBox="1"/>
          <p:nvPr/>
        </p:nvSpPr>
        <p:spPr>
          <a:xfrm>
            <a:off x="10219134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D22C006-1881-1C6B-8DF0-883780D1BC9A}"/>
              </a:ext>
            </a:extLst>
          </p:cNvPr>
          <p:cNvSpPr txBox="1"/>
          <p:nvPr/>
        </p:nvSpPr>
        <p:spPr>
          <a:xfrm>
            <a:off x="10930930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251FB9E-A4E5-4D68-2A74-BCD942CEA22D}"/>
              </a:ext>
            </a:extLst>
          </p:cNvPr>
          <p:cNvSpPr txBox="1"/>
          <p:nvPr/>
        </p:nvSpPr>
        <p:spPr>
          <a:xfrm>
            <a:off x="254000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36B93BF7-5B00-CF40-9217-FE90033CBE68}"/>
              </a:ext>
            </a:extLst>
          </p:cNvPr>
          <p:cNvSpPr txBox="1"/>
          <p:nvPr/>
        </p:nvSpPr>
        <p:spPr>
          <a:xfrm>
            <a:off x="965795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34845EF-D757-CF31-8CB9-895E4DD853B5}"/>
              </a:ext>
            </a:extLst>
          </p:cNvPr>
          <p:cNvSpPr txBox="1"/>
          <p:nvPr/>
        </p:nvSpPr>
        <p:spPr>
          <a:xfrm>
            <a:off x="1677591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2FAC8A2A-7A7F-AB6C-DF26-B85C4F8C979B}"/>
              </a:ext>
            </a:extLst>
          </p:cNvPr>
          <p:cNvSpPr txBox="1"/>
          <p:nvPr/>
        </p:nvSpPr>
        <p:spPr>
          <a:xfrm>
            <a:off x="2389386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2616089-8DF4-3978-258C-10FE61B9367C}"/>
              </a:ext>
            </a:extLst>
          </p:cNvPr>
          <p:cNvSpPr txBox="1"/>
          <p:nvPr/>
        </p:nvSpPr>
        <p:spPr>
          <a:xfrm>
            <a:off x="3101181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9201B94-A686-3421-EA57-A2C3F199E677}"/>
              </a:ext>
            </a:extLst>
          </p:cNvPr>
          <p:cNvSpPr txBox="1"/>
          <p:nvPr/>
        </p:nvSpPr>
        <p:spPr>
          <a:xfrm>
            <a:off x="3812977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07DAD65-7776-AF83-4E4B-E93C5D627D7A}"/>
              </a:ext>
            </a:extLst>
          </p:cNvPr>
          <p:cNvSpPr txBox="1"/>
          <p:nvPr/>
        </p:nvSpPr>
        <p:spPr>
          <a:xfrm>
            <a:off x="4524772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8FB4B56-3328-F1FA-AEBE-A99E40480DA0}"/>
              </a:ext>
            </a:extLst>
          </p:cNvPr>
          <p:cNvSpPr txBox="1"/>
          <p:nvPr/>
        </p:nvSpPr>
        <p:spPr>
          <a:xfrm>
            <a:off x="5236567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45AE787C-C801-1136-C1CD-009BFF2B644C}"/>
              </a:ext>
            </a:extLst>
          </p:cNvPr>
          <p:cNvSpPr txBox="1"/>
          <p:nvPr/>
        </p:nvSpPr>
        <p:spPr>
          <a:xfrm>
            <a:off x="5948363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DDA64CD7-E632-C39C-FEF7-A5CBBAD5F2A3}"/>
              </a:ext>
            </a:extLst>
          </p:cNvPr>
          <p:cNvSpPr txBox="1"/>
          <p:nvPr/>
        </p:nvSpPr>
        <p:spPr>
          <a:xfrm>
            <a:off x="6660158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B6770B3F-5420-D3D9-6E03-F207A2BF5069}"/>
              </a:ext>
            </a:extLst>
          </p:cNvPr>
          <p:cNvSpPr txBox="1"/>
          <p:nvPr/>
        </p:nvSpPr>
        <p:spPr>
          <a:xfrm>
            <a:off x="7371953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E5510A67-201B-397C-B6C8-6116EDCEB444}"/>
              </a:ext>
            </a:extLst>
          </p:cNvPr>
          <p:cNvSpPr txBox="1"/>
          <p:nvPr/>
        </p:nvSpPr>
        <p:spPr>
          <a:xfrm>
            <a:off x="8083748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5C3A97C-C7FE-3F9B-2AE3-072166BDE3A2}"/>
              </a:ext>
            </a:extLst>
          </p:cNvPr>
          <p:cNvSpPr txBox="1"/>
          <p:nvPr/>
        </p:nvSpPr>
        <p:spPr>
          <a:xfrm>
            <a:off x="8795544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D2446E6-47C0-20FF-5548-DA4B2472F8C1}"/>
              </a:ext>
            </a:extLst>
          </p:cNvPr>
          <p:cNvSpPr txBox="1"/>
          <p:nvPr/>
        </p:nvSpPr>
        <p:spPr>
          <a:xfrm>
            <a:off x="9507339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CE2A6D9E-9107-1DEB-488E-E954CF84533F}"/>
              </a:ext>
            </a:extLst>
          </p:cNvPr>
          <p:cNvSpPr txBox="1"/>
          <p:nvPr/>
        </p:nvSpPr>
        <p:spPr>
          <a:xfrm>
            <a:off x="10219134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2BDA67D3-8D08-4F71-4793-4DE426FD83F7}"/>
              </a:ext>
            </a:extLst>
          </p:cNvPr>
          <p:cNvSpPr txBox="1"/>
          <p:nvPr/>
        </p:nvSpPr>
        <p:spPr>
          <a:xfrm>
            <a:off x="10930930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6A047CD-5898-15BF-48D2-6C1DF5CA4DD3}"/>
              </a:ext>
            </a:extLst>
          </p:cNvPr>
          <p:cNvSpPr txBox="1"/>
          <p:nvPr/>
        </p:nvSpPr>
        <p:spPr>
          <a:xfrm>
            <a:off x="254000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21751458-9F29-1462-C1B0-BE60FED6716A}"/>
              </a:ext>
            </a:extLst>
          </p:cNvPr>
          <p:cNvSpPr txBox="1"/>
          <p:nvPr/>
        </p:nvSpPr>
        <p:spPr>
          <a:xfrm>
            <a:off x="965795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B253CCC3-A6B7-9F63-E5C4-DC0DE25D917B}"/>
              </a:ext>
            </a:extLst>
          </p:cNvPr>
          <p:cNvSpPr txBox="1"/>
          <p:nvPr/>
        </p:nvSpPr>
        <p:spPr>
          <a:xfrm>
            <a:off x="1677591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1EE46B4B-59FD-E4F0-0982-1C7BD8B53246}"/>
              </a:ext>
            </a:extLst>
          </p:cNvPr>
          <p:cNvSpPr txBox="1"/>
          <p:nvPr/>
        </p:nvSpPr>
        <p:spPr>
          <a:xfrm>
            <a:off x="2389386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98CB04D4-FB86-811B-B6DE-2768D2BA59E6}"/>
              </a:ext>
            </a:extLst>
          </p:cNvPr>
          <p:cNvSpPr txBox="1"/>
          <p:nvPr/>
        </p:nvSpPr>
        <p:spPr>
          <a:xfrm>
            <a:off x="3101181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7AFEE397-7C89-1DBE-F8C2-47768EC9E58C}"/>
              </a:ext>
            </a:extLst>
          </p:cNvPr>
          <p:cNvSpPr txBox="1"/>
          <p:nvPr/>
        </p:nvSpPr>
        <p:spPr>
          <a:xfrm>
            <a:off x="3812977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9198F2E0-E8C4-82C6-6CE7-12560014CE73}"/>
              </a:ext>
            </a:extLst>
          </p:cNvPr>
          <p:cNvSpPr txBox="1"/>
          <p:nvPr/>
        </p:nvSpPr>
        <p:spPr>
          <a:xfrm>
            <a:off x="4524772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98F5B3B1-98A6-3B90-7999-63EDF0303DC7}"/>
              </a:ext>
            </a:extLst>
          </p:cNvPr>
          <p:cNvSpPr txBox="1"/>
          <p:nvPr/>
        </p:nvSpPr>
        <p:spPr>
          <a:xfrm>
            <a:off x="5236567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0F346451-6E59-023A-5564-9DBDAEA7030C}"/>
              </a:ext>
            </a:extLst>
          </p:cNvPr>
          <p:cNvSpPr txBox="1"/>
          <p:nvPr/>
        </p:nvSpPr>
        <p:spPr>
          <a:xfrm>
            <a:off x="5948363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3F40C0CE-4332-059C-FD92-C8D1A1D1D2D5}"/>
              </a:ext>
            </a:extLst>
          </p:cNvPr>
          <p:cNvSpPr txBox="1"/>
          <p:nvPr/>
        </p:nvSpPr>
        <p:spPr>
          <a:xfrm>
            <a:off x="6660158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FE91F19C-DC1D-A079-9AB7-F8EE11372D64}"/>
              </a:ext>
            </a:extLst>
          </p:cNvPr>
          <p:cNvSpPr txBox="1"/>
          <p:nvPr/>
        </p:nvSpPr>
        <p:spPr>
          <a:xfrm>
            <a:off x="7371953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D49E5B64-EFD4-2E5B-1A8C-67DB0D6417A3}"/>
              </a:ext>
            </a:extLst>
          </p:cNvPr>
          <p:cNvSpPr txBox="1"/>
          <p:nvPr/>
        </p:nvSpPr>
        <p:spPr>
          <a:xfrm>
            <a:off x="8083748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4478F763-91D4-5CD6-571E-3723CC5B3606}"/>
              </a:ext>
            </a:extLst>
          </p:cNvPr>
          <p:cNvSpPr txBox="1"/>
          <p:nvPr/>
        </p:nvSpPr>
        <p:spPr>
          <a:xfrm>
            <a:off x="8795544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28DB1999-5F90-829B-99C5-6EB627405821}"/>
              </a:ext>
            </a:extLst>
          </p:cNvPr>
          <p:cNvSpPr txBox="1"/>
          <p:nvPr/>
        </p:nvSpPr>
        <p:spPr>
          <a:xfrm>
            <a:off x="9507339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BE5831DC-E2D9-D1D1-0F03-92AA012AFB79}"/>
              </a:ext>
            </a:extLst>
          </p:cNvPr>
          <p:cNvSpPr txBox="1"/>
          <p:nvPr/>
        </p:nvSpPr>
        <p:spPr>
          <a:xfrm>
            <a:off x="10219134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AD55ABBE-0FD5-3935-868E-D996561A8C13}"/>
              </a:ext>
            </a:extLst>
          </p:cNvPr>
          <p:cNvSpPr txBox="1"/>
          <p:nvPr/>
        </p:nvSpPr>
        <p:spPr>
          <a:xfrm>
            <a:off x="10930930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4EA014CB-079C-F703-1C0B-0006A96928F9}"/>
              </a:ext>
            </a:extLst>
          </p:cNvPr>
          <p:cNvSpPr txBox="1"/>
          <p:nvPr/>
        </p:nvSpPr>
        <p:spPr>
          <a:xfrm>
            <a:off x="254000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64309510-EB5A-E3B4-FE84-D407B9C524DF}"/>
              </a:ext>
            </a:extLst>
          </p:cNvPr>
          <p:cNvSpPr txBox="1"/>
          <p:nvPr/>
        </p:nvSpPr>
        <p:spPr>
          <a:xfrm>
            <a:off x="965795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0836E52-BC4C-BD49-77F1-B7BDC6CD2DD0}"/>
              </a:ext>
            </a:extLst>
          </p:cNvPr>
          <p:cNvSpPr txBox="1"/>
          <p:nvPr/>
        </p:nvSpPr>
        <p:spPr>
          <a:xfrm>
            <a:off x="1677591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A3823E56-4D81-DE5A-3E9F-9DD0A3E60882}"/>
              </a:ext>
            </a:extLst>
          </p:cNvPr>
          <p:cNvSpPr txBox="1"/>
          <p:nvPr/>
        </p:nvSpPr>
        <p:spPr>
          <a:xfrm>
            <a:off x="2389386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0D862F0A-3DBC-903D-3A31-C5F148B7643D}"/>
              </a:ext>
            </a:extLst>
          </p:cNvPr>
          <p:cNvSpPr txBox="1"/>
          <p:nvPr/>
        </p:nvSpPr>
        <p:spPr>
          <a:xfrm>
            <a:off x="3101181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66ABFADF-9F29-05F1-FD62-E29BB0E3D08A}"/>
              </a:ext>
            </a:extLst>
          </p:cNvPr>
          <p:cNvSpPr txBox="1"/>
          <p:nvPr/>
        </p:nvSpPr>
        <p:spPr>
          <a:xfrm>
            <a:off x="3812977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7E49033B-93A4-64A6-E050-E34E4C456442}"/>
              </a:ext>
            </a:extLst>
          </p:cNvPr>
          <p:cNvSpPr txBox="1"/>
          <p:nvPr/>
        </p:nvSpPr>
        <p:spPr>
          <a:xfrm>
            <a:off x="4524772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CF660357-F4E5-9463-3CCD-B1C6E7FB6105}"/>
              </a:ext>
            </a:extLst>
          </p:cNvPr>
          <p:cNvSpPr txBox="1"/>
          <p:nvPr/>
        </p:nvSpPr>
        <p:spPr>
          <a:xfrm>
            <a:off x="5236567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6C9E558D-FBC3-149E-FBD0-61063C9A47C8}"/>
              </a:ext>
            </a:extLst>
          </p:cNvPr>
          <p:cNvSpPr txBox="1"/>
          <p:nvPr/>
        </p:nvSpPr>
        <p:spPr>
          <a:xfrm>
            <a:off x="5948363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CBAD5F8-78E4-0504-5BE7-7ED181B78FAB}"/>
              </a:ext>
            </a:extLst>
          </p:cNvPr>
          <p:cNvSpPr txBox="1"/>
          <p:nvPr/>
        </p:nvSpPr>
        <p:spPr>
          <a:xfrm>
            <a:off x="6660158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5FFD6B49-4F5C-5E5F-5CA6-3954AE447A96}"/>
              </a:ext>
            </a:extLst>
          </p:cNvPr>
          <p:cNvSpPr txBox="1"/>
          <p:nvPr/>
        </p:nvSpPr>
        <p:spPr>
          <a:xfrm>
            <a:off x="7371953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7FEE6556-459D-FF9E-DAAB-1C4B9D322108}"/>
              </a:ext>
            </a:extLst>
          </p:cNvPr>
          <p:cNvSpPr txBox="1"/>
          <p:nvPr/>
        </p:nvSpPr>
        <p:spPr>
          <a:xfrm>
            <a:off x="8083748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BFDE595D-AA3C-3E4E-FEEB-027BE8C65C22}"/>
              </a:ext>
            </a:extLst>
          </p:cNvPr>
          <p:cNvSpPr txBox="1"/>
          <p:nvPr/>
        </p:nvSpPr>
        <p:spPr>
          <a:xfrm>
            <a:off x="8795544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47ACD6C4-4FB6-A122-4933-20DF6589F213}"/>
              </a:ext>
            </a:extLst>
          </p:cNvPr>
          <p:cNvSpPr txBox="1"/>
          <p:nvPr/>
        </p:nvSpPr>
        <p:spPr>
          <a:xfrm>
            <a:off x="9507339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0635CAF3-C0DF-C04F-7DF7-741AB84770EA}"/>
              </a:ext>
            </a:extLst>
          </p:cNvPr>
          <p:cNvSpPr txBox="1"/>
          <p:nvPr/>
        </p:nvSpPr>
        <p:spPr>
          <a:xfrm>
            <a:off x="10219134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E84BC990-0B9E-D395-0E8B-70CA27E7D4FF}"/>
              </a:ext>
            </a:extLst>
          </p:cNvPr>
          <p:cNvSpPr txBox="1"/>
          <p:nvPr/>
        </p:nvSpPr>
        <p:spPr>
          <a:xfrm>
            <a:off x="10930930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ACAD2868-DC10-4461-70DF-1B33415C253E}"/>
              </a:ext>
            </a:extLst>
          </p:cNvPr>
          <p:cNvSpPr txBox="1"/>
          <p:nvPr/>
        </p:nvSpPr>
        <p:spPr>
          <a:xfrm>
            <a:off x="254000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ADD8D288-B61C-2908-D273-D76AD6785090}"/>
              </a:ext>
            </a:extLst>
          </p:cNvPr>
          <p:cNvSpPr txBox="1"/>
          <p:nvPr/>
        </p:nvSpPr>
        <p:spPr>
          <a:xfrm>
            <a:off x="965795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14CAD04-D7E7-21A1-AD4F-49911F0B4573}"/>
              </a:ext>
            </a:extLst>
          </p:cNvPr>
          <p:cNvSpPr txBox="1"/>
          <p:nvPr/>
        </p:nvSpPr>
        <p:spPr>
          <a:xfrm>
            <a:off x="1677591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63E98BE7-85F3-6C67-257B-64BFE9EFD27D}"/>
              </a:ext>
            </a:extLst>
          </p:cNvPr>
          <p:cNvSpPr txBox="1"/>
          <p:nvPr/>
        </p:nvSpPr>
        <p:spPr>
          <a:xfrm>
            <a:off x="2389386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27E21FE7-AE05-0220-A1B4-88AD14E4CD4A}"/>
              </a:ext>
            </a:extLst>
          </p:cNvPr>
          <p:cNvSpPr txBox="1"/>
          <p:nvPr/>
        </p:nvSpPr>
        <p:spPr>
          <a:xfrm>
            <a:off x="3101181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0FB94798-0299-D095-3CC9-B2E4E4EC86A7}"/>
              </a:ext>
            </a:extLst>
          </p:cNvPr>
          <p:cNvSpPr txBox="1"/>
          <p:nvPr/>
        </p:nvSpPr>
        <p:spPr>
          <a:xfrm>
            <a:off x="3812977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FA02EB9-996C-7960-2FB2-F227876D0053}"/>
              </a:ext>
            </a:extLst>
          </p:cNvPr>
          <p:cNvSpPr txBox="1"/>
          <p:nvPr/>
        </p:nvSpPr>
        <p:spPr>
          <a:xfrm>
            <a:off x="4524772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378DBEA1-1B5D-C45E-2902-49941F1F035C}"/>
              </a:ext>
            </a:extLst>
          </p:cNvPr>
          <p:cNvSpPr txBox="1"/>
          <p:nvPr/>
        </p:nvSpPr>
        <p:spPr>
          <a:xfrm>
            <a:off x="5236567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7205B7BC-E1B0-8FA1-0CD9-0049E2623FC8}"/>
              </a:ext>
            </a:extLst>
          </p:cNvPr>
          <p:cNvSpPr txBox="1"/>
          <p:nvPr/>
        </p:nvSpPr>
        <p:spPr>
          <a:xfrm>
            <a:off x="5948363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B7E61DB-33D9-DE0C-4ADC-7F970786725A}"/>
              </a:ext>
            </a:extLst>
          </p:cNvPr>
          <p:cNvSpPr txBox="1"/>
          <p:nvPr/>
        </p:nvSpPr>
        <p:spPr>
          <a:xfrm>
            <a:off x="6660158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F4558ABF-7F0A-CD62-6765-A222E4A4E606}"/>
              </a:ext>
            </a:extLst>
          </p:cNvPr>
          <p:cNvSpPr txBox="1"/>
          <p:nvPr/>
        </p:nvSpPr>
        <p:spPr>
          <a:xfrm>
            <a:off x="7371953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B11A3991-A144-1EA7-11A2-319FC22DC7B0}"/>
              </a:ext>
            </a:extLst>
          </p:cNvPr>
          <p:cNvSpPr txBox="1"/>
          <p:nvPr/>
        </p:nvSpPr>
        <p:spPr>
          <a:xfrm>
            <a:off x="8083748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C12473F5-3302-A06A-1BEB-3003F8A7061F}"/>
              </a:ext>
            </a:extLst>
          </p:cNvPr>
          <p:cNvSpPr txBox="1"/>
          <p:nvPr/>
        </p:nvSpPr>
        <p:spPr>
          <a:xfrm>
            <a:off x="8795544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1B7C8AB7-0EB3-ED1A-C99C-7FDBA0377879}"/>
              </a:ext>
            </a:extLst>
          </p:cNvPr>
          <p:cNvSpPr txBox="1"/>
          <p:nvPr/>
        </p:nvSpPr>
        <p:spPr>
          <a:xfrm>
            <a:off x="9507339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647C26E2-945E-0252-C781-81BBD7AFC4A6}"/>
              </a:ext>
            </a:extLst>
          </p:cNvPr>
          <p:cNvSpPr txBox="1"/>
          <p:nvPr/>
        </p:nvSpPr>
        <p:spPr>
          <a:xfrm>
            <a:off x="10219134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72D4C38A-C6BE-8B92-9AD7-EDE7FD8E4408}"/>
              </a:ext>
            </a:extLst>
          </p:cNvPr>
          <p:cNvSpPr txBox="1"/>
          <p:nvPr/>
        </p:nvSpPr>
        <p:spPr>
          <a:xfrm>
            <a:off x="10930930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29395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65A46EF-F00B-A13A-7A0D-F192F3A0433C}"/>
              </a:ext>
            </a:extLst>
          </p:cNvPr>
          <p:cNvSpPr txBox="1"/>
          <p:nvPr/>
        </p:nvSpPr>
        <p:spPr>
          <a:xfrm>
            <a:off x="254000" y="203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9DE9AF9-0A9A-C75F-F32A-6E318715DEA6}"/>
              </a:ext>
            </a:extLst>
          </p:cNvPr>
          <p:cNvSpPr txBox="1"/>
          <p:nvPr/>
        </p:nvSpPr>
        <p:spPr>
          <a:xfrm>
            <a:off x="965200" y="203795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3F341B7-4251-8799-FF70-A242F720F8F1}"/>
              </a:ext>
            </a:extLst>
          </p:cNvPr>
          <p:cNvSpPr txBox="1"/>
          <p:nvPr/>
        </p:nvSpPr>
        <p:spPr>
          <a:xfrm>
            <a:off x="1676400" y="204391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D725749-3F18-7A91-0393-657F902870D3}"/>
              </a:ext>
            </a:extLst>
          </p:cNvPr>
          <p:cNvSpPr txBox="1"/>
          <p:nvPr/>
        </p:nvSpPr>
        <p:spPr>
          <a:xfrm>
            <a:off x="2387600" y="204986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AA66AB2-6F38-1C00-74A1-723BEB85759D}"/>
              </a:ext>
            </a:extLst>
          </p:cNvPr>
          <p:cNvSpPr txBox="1"/>
          <p:nvPr/>
        </p:nvSpPr>
        <p:spPr>
          <a:xfrm>
            <a:off x="3098800" y="205581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8BF860E-826D-ECA3-92AA-AD5F28015A5D}"/>
              </a:ext>
            </a:extLst>
          </p:cNvPr>
          <p:cNvSpPr txBox="1"/>
          <p:nvPr/>
        </p:nvSpPr>
        <p:spPr>
          <a:xfrm>
            <a:off x="3810000" y="206177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3D629B9-EC8E-3C37-2BF2-CA3470DB8AE3}"/>
              </a:ext>
            </a:extLst>
          </p:cNvPr>
          <p:cNvSpPr txBox="1"/>
          <p:nvPr/>
        </p:nvSpPr>
        <p:spPr>
          <a:xfrm>
            <a:off x="4521200" y="206772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C23B5CC-437A-EBEF-0469-4AFF612FED0B}"/>
              </a:ext>
            </a:extLst>
          </p:cNvPr>
          <p:cNvSpPr txBox="1"/>
          <p:nvPr/>
        </p:nvSpPr>
        <p:spPr>
          <a:xfrm>
            <a:off x="5232400" y="207367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C588723-CBBD-5245-A34D-E26D5DE96D22}"/>
              </a:ext>
            </a:extLst>
          </p:cNvPr>
          <p:cNvSpPr txBox="1"/>
          <p:nvPr/>
        </p:nvSpPr>
        <p:spPr>
          <a:xfrm>
            <a:off x="5943600" y="207963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01818D2-6DEB-A9C6-1CE8-40E503F37AD1}"/>
              </a:ext>
            </a:extLst>
          </p:cNvPr>
          <p:cNvSpPr txBox="1"/>
          <p:nvPr/>
        </p:nvSpPr>
        <p:spPr>
          <a:xfrm>
            <a:off x="6654800" y="208558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686D23B-32ED-9EF6-3D89-14CD0ADD1CE4}"/>
              </a:ext>
            </a:extLst>
          </p:cNvPr>
          <p:cNvSpPr txBox="1"/>
          <p:nvPr/>
        </p:nvSpPr>
        <p:spPr>
          <a:xfrm>
            <a:off x="7366000" y="209153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B51F7C3-59B3-735C-9E4E-5B36B50AEDC9}"/>
              </a:ext>
            </a:extLst>
          </p:cNvPr>
          <p:cNvSpPr txBox="1"/>
          <p:nvPr/>
        </p:nvSpPr>
        <p:spPr>
          <a:xfrm>
            <a:off x="8077200" y="209748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A9C6633-71E9-9EBC-E0F7-648E71A1C376}"/>
              </a:ext>
            </a:extLst>
          </p:cNvPr>
          <p:cNvSpPr txBox="1"/>
          <p:nvPr/>
        </p:nvSpPr>
        <p:spPr>
          <a:xfrm>
            <a:off x="8788400" y="210344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E1E7FA3-B396-DBEA-DB8A-3364120BACC4}"/>
              </a:ext>
            </a:extLst>
          </p:cNvPr>
          <p:cNvSpPr txBox="1"/>
          <p:nvPr/>
        </p:nvSpPr>
        <p:spPr>
          <a:xfrm>
            <a:off x="9499600" y="210939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1314F8E-5371-091D-0B81-FE2D2311EC49}"/>
              </a:ext>
            </a:extLst>
          </p:cNvPr>
          <p:cNvSpPr txBox="1"/>
          <p:nvPr/>
        </p:nvSpPr>
        <p:spPr>
          <a:xfrm>
            <a:off x="10210800" y="211534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73D60F6-8D4F-E0CB-9C82-FC3FE31621E1}"/>
              </a:ext>
            </a:extLst>
          </p:cNvPr>
          <p:cNvSpPr txBox="1"/>
          <p:nvPr/>
        </p:nvSpPr>
        <p:spPr>
          <a:xfrm>
            <a:off x="10922000" y="21213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5F11760-5A80-D601-A44D-B15502D5192C}"/>
              </a:ext>
            </a:extLst>
          </p:cNvPr>
          <p:cNvSpPr txBox="1"/>
          <p:nvPr/>
        </p:nvSpPr>
        <p:spPr>
          <a:xfrm>
            <a:off x="254000" y="12700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4417F0D-F89B-7852-1467-96B7316458D6}"/>
              </a:ext>
            </a:extLst>
          </p:cNvPr>
          <p:cNvSpPr txBox="1"/>
          <p:nvPr/>
        </p:nvSpPr>
        <p:spPr>
          <a:xfrm>
            <a:off x="965200" y="1270595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EA8EE17-A459-7E72-F5E6-7E8AF2CF3732}"/>
              </a:ext>
            </a:extLst>
          </p:cNvPr>
          <p:cNvSpPr txBox="1"/>
          <p:nvPr/>
        </p:nvSpPr>
        <p:spPr>
          <a:xfrm>
            <a:off x="1676400" y="1271191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F792376-C2DF-2FC0-8DC2-20BF16475865}"/>
              </a:ext>
            </a:extLst>
          </p:cNvPr>
          <p:cNvSpPr txBox="1"/>
          <p:nvPr/>
        </p:nvSpPr>
        <p:spPr>
          <a:xfrm>
            <a:off x="2387600" y="1271786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2CFB51F-E2B2-9659-B1B0-D45194D51BB0}"/>
              </a:ext>
            </a:extLst>
          </p:cNvPr>
          <p:cNvSpPr txBox="1"/>
          <p:nvPr/>
        </p:nvSpPr>
        <p:spPr>
          <a:xfrm>
            <a:off x="3098800" y="1272381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BE5BE570-06F3-8322-8DB6-4652E91DCF27}"/>
              </a:ext>
            </a:extLst>
          </p:cNvPr>
          <p:cNvSpPr txBox="1"/>
          <p:nvPr/>
        </p:nvSpPr>
        <p:spPr>
          <a:xfrm>
            <a:off x="3810000" y="1272977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C14C78E-57C4-CED3-D0EC-C2563334640E}"/>
              </a:ext>
            </a:extLst>
          </p:cNvPr>
          <p:cNvSpPr txBox="1"/>
          <p:nvPr/>
        </p:nvSpPr>
        <p:spPr>
          <a:xfrm>
            <a:off x="4521200" y="1273572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2A44D71-438C-BA19-F41C-A507815851F8}"/>
              </a:ext>
            </a:extLst>
          </p:cNvPr>
          <p:cNvSpPr txBox="1"/>
          <p:nvPr/>
        </p:nvSpPr>
        <p:spPr>
          <a:xfrm>
            <a:off x="5232400" y="1274167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9A3996A8-CB39-09DF-9C23-A6FB5ADB7F24}"/>
              </a:ext>
            </a:extLst>
          </p:cNvPr>
          <p:cNvSpPr txBox="1"/>
          <p:nvPr/>
        </p:nvSpPr>
        <p:spPr>
          <a:xfrm>
            <a:off x="5943600" y="1274763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F9723E5-331F-8838-FB21-1075948DD44C}"/>
              </a:ext>
            </a:extLst>
          </p:cNvPr>
          <p:cNvSpPr txBox="1"/>
          <p:nvPr/>
        </p:nvSpPr>
        <p:spPr>
          <a:xfrm>
            <a:off x="6654800" y="1275358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34AA603-B518-C2CD-337E-1899D5853DAA}"/>
              </a:ext>
            </a:extLst>
          </p:cNvPr>
          <p:cNvSpPr txBox="1"/>
          <p:nvPr/>
        </p:nvSpPr>
        <p:spPr>
          <a:xfrm>
            <a:off x="7366000" y="1275953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E9310CD-3FE0-E07F-E14A-00F2A2AD77A9}"/>
              </a:ext>
            </a:extLst>
          </p:cNvPr>
          <p:cNvSpPr txBox="1"/>
          <p:nvPr/>
        </p:nvSpPr>
        <p:spPr>
          <a:xfrm>
            <a:off x="8077200" y="1276548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C8F304CC-E6F1-3D69-AA9A-155D692E8B2F}"/>
              </a:ext>
            </a:extLst>
          </p:cNvPr>
          <p:cNvSpPr txBox="1"/>
          <p:nvPr/>
        </p:nvSpPr>
        <p:spPr>
          <a:xfrm>
            <a:off x="8788400" y="1277144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E8EEB188-E944-E040-D123-5B472FCF2F7A}"/>
              </a:ext>
            </a:extLst>
          </p:cNvPr>
          <p:cNvSpPr txBox="1"/>
          <p:nvPr/>
        </p:nvSpPr>
        <p:spPr>
          <a:xfrm>
            <a:off x="9499600" y="1277739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218ECC83-CE1C-4A46-162F-5B2E7C31BEA9}"/>
              </a:ext>
            </a:extLst>
          </p:cNvPr>
          <p:cNvSpPr txBox="1"/>
          <p:nvPr/>
        </p:nvSpPr>
        <p:spPr>
          <a:xfrm>
            <a:off x="10210800" y="1278334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A77340D5-5D70-D502-C5DE-D053466C2C18}"/>
              </a:ext>
            </a:extLst>
          </p:cNvPr>
          <p:cNvSpPr txBox="1"/>
          <p:nvPr/>
        </p:nvSpPr>
        <p:spPr>
          <a:xfrm>
            <a:off x="10922000" y="127893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4C69F67E-E902-3DE9-897F-908D5C376E50}"/>
              </a:ext>
            </a:extLst>
          </p:cNvPr>
          <p:cNvSpPr txBox="1"/>
          <p:nvPr/>
        </p:nvSpPr>
        <p:spPr>
          <a:xfrm>
            <a:off x="254000" y="233680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E35114A-620A-6F62-AD23-83B2D8258CDC}"/>
              </a:ext>
            </a:extLst>
          </p:cNvPr>
          <p:cNvSpPr txBox="1"/>
          <p:nvPr/>
        </p:nvSpPr>
        <p:spPr>
          <a:xfrm>
            <a:off x="965200" y="2337395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B8C81882-C86C-5C59-F6A4-508EC4383145}"/>
              </a:ext>
            </a:extLst>
          </p:cNvPr>
          <p:cNvSpPr txBox="1"/>
          <p:nvPr/>
        </p:nvSpPr>
        <p:spPr>
          <a:xfrm>
            <a:off x="1676400" y="2337991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A0D4DF5-6716-4E16-A856-668B82A9C42A}"/>
              </a:ext>
            </a:extLst>
          </p:cNvPr>
          <p:cNvSpPr txBox="1"/>
          <p:nvPr/>
        </p:nvSpPr>
        <p:spPr>
          <a:xfrm>
            <a:off x="2387600" y="2338586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F87CEFD3-183B-6805-34FF-8BE53D0B496E}"/>
              </a:ext>
            </a:extLst>
          </p:cNvPr>
          <p:cNvSpPr txBox="1"/>
          <p:nvPr/>
        </p:nvSpPr>
        <p:spPr>
          <a:xfrm>
            <a:off x="3098800" y="2339181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7C6BFC1-942B-E083-800A-93A86F4CE343}"/>
              </a:ext>
            </a:extLst>
          </p:cNvPr>
          <p:cNvSpPr txBox="1"/>
          <p:nvPr/>
        </p:nvSpPr>
        <p:spPr>
          <a:xfrm>
            <a:off x="3810000" y="2339777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BB56C78-146B-9406-4825-0992C9FD8097}"/>
              </a:ext>
            </a:extLst>
          </p:cNvPr>
          <p:cNvSpPr txBox="1"/>
          <p:nvPr/>
        </p:nvSpPr>
        <p:spPr>
          <a:xfrm>
            <a:off x="4521200" y="2340372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018E0234-EEAC-F84E-6E60-368B948A6F11}"/>
              </a:ext>
            </a:extLst>
          </p:cNvPr>
          <p:cNvSpPr txBox="1"/>
          <p:nvPr/>
        </p:nvSpPr>
        <p:spPr>
          <a:xfrm>
            <a:off x="5232400" y="2340967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886C26E9-264E-2B64-0901-1D7A4979B5B8}"/>
              </a:ext>
            </a:extLst>
          </p:cNvPr>
          <p:cNvSpPr txBox="1"/>
          <p:nvPr/>
        </p:nvSpPr>
        <p:spPr>
          <a:xfrm>
            <a:off x="5943600" y="2341563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E1D90C8F-9750-B461-1132-C8F37747AA56}"/>
              </a:ext>
            </a:extLst>
          </p:cNvPr>
          <p:cNvSpPr txBox="1"/>
          <p:nvPr/>
        </p:nvSpPr>
        <p:spPr>
          <a:xfrm>
            <a:off x="6654800" y="2342158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402CF180-A3C6-3110-6B15-84C50B0A44F2}"/>
              </a:ext>
            </a:extLst>
          </p:cNvPr>
          <p:cNvSpPr txBox="1"/>
          <p:nvPr/>
        </p:nvSpPr>
        <p:spPr>
          <a:xfrm>
            <a:off x="7366000" y="2342753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E9E31742-CE9D-D9CE-CCE9-5EA1F7880C14}"/>
              </a:ext>
            </a:extLst>
          </p:cNvPr>
          <p:cNvSpPr txBox="1"/>
          <p:nvPr/>
        </p:nvSpPr>
        <p:spPr>
          <a:xfrm>
            <a:off x="8077200" y="2343348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E06D545A-D541-8DF9-3241-ECD0957C48E9}"/>
              </a:ext>
            </a:extLst>
          </p:cNvPr>
          <p:cNvSpPr txBox="1"/>
          <p:nvPr/>
        </p:nvSpPr>
        <p:spPr>
          <a:xfrm>
            <a:off x="8788400" y="2343944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D100392-D001-A1FF-783E-A5E917D3FBF7}"/>
              </a:ext>
            </a:extLst>
          </p:cNvPr>
          <p:cNvSpPr txBox="1"/>
          <p:nvPr/>
        </p:nvSpPr>
        <p:spPr>
          <a:xfrm>
            <a:off x="9499600" y="2344539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A90F798-87C1-6B75-373E-B72BABDAC8F7}"/>
              </a:ext>
            </a:extLst>
          </p:cNvPr>
          <p:cNvSpPr txBox="1"/>
          <p:nvPr/>
        </p:nvSpPr>
        <p:spPr>
          <a:xfrm>
            <a:off x="10210800" y="2345134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9C533625-519C-0974-5897-FE550025F47D}"/>
              </a:ext>
            </a:extLst>
          </p:cNvPr>
          <p:cNvSpPr txBox="1"/>
          <p:nvPr/>
        </p:nvSpPr>
        <p:spPr>
          <a:xfrm>
            <a:off x="10922000" y="2345730"/>
            <a:ext cx="508000" cy="1219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480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7D006F64-CF8A-9DC0-C7DD-A9386F57CC36}"/>
              </a:ext>
            </a:extLst>
          </p:cNvPr>
          <p:cNvSpPr txBox="1"/>
          <p:nvPr/>
        </p:nvSpPr>
        <p:spPr>
          <a:xfrm>
            <a:off x="254000" y="34036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CEA6B965-D2C1-0481-08CC-21A6978B0378}"/>
              </a:ext>
            </a:extLst>
          </p:cNvPr>
          <p:cNvSpPr txBox="1"/>
          <p:nvPr/>
        </p:nvSpPr>
        <p:spPr>
          <a:xfrm>
            <a:off x="965200" y="3404195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8AFA2E00-14F6-7BCF-C0BC-F96909D53FEF}"/>
              </a:ext>
            </a:extLst>
          </p:cNvPr>
          <p:cNvSpPr txBox="1"/>
          <p:nvPr/>
        </p:nvSpPr>
        <p:spPr>
          <a:xfrm>
            <a:off x="1676400" y="3404791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1D4428EE-81F4-2977-65CD-4D9FC39FB1B3}"/>
              </a:ext>
            </a:extLst>
          </p:cNvPr>
          <p:cNvSpPr txBox="1"/>
          <p:nvPr/>
        </p:nvSpPr>
        <p:spPr>
          <a:xfrm>
            <a:off x="2387600" y="3405386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7EC18CD-26C1-E9B2-61A6-82FF7776AE59}"/>
              </a:ext>
            </a:extLst>
          </p:cNvPr>
          <p:cNvSpPr txBox="1"/>
          <p:nvPr/>
        </p:nvSpPr>
        <p:spPr>
          <a:xfrm>
            <a:off x="3098800" y="3405981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10A14169-3F3C-7A64-D423-9A7F843D3111}"/>
              </a:ext>
            </a:extLst>
          </p:cNvPr>
          <p:cNvSpPr txBox="1"/>
          <p:nvPr/>
        </p:nvSpPr>
        <p:spPr>
          <a:xfrm>
            <a:off x="3810000" y="3406577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9B3BB2F1-868A-6088-A799-2FCCB81B4694}"/>
              </a:ext>
            </a:extLst>
          </p:cNvPr>
          <p:cNvSpPr txBox="1"/>
          <p:nvPr/>
        </p:nvSpPr>
        <p:spPr>
          <a:xfrm>
            <a:off x="4521200" y="3407172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4A7373E6-29DF-4344-51BB-765DC02D294E}"/>
              </a:ext>
            </a:extLst>
          </p:cNvPr>
          <p:cNvSpPr txBox="1"/>
          <p:nvPr/>
        </p:nvSpPr>
        <p:spPr>
          <a:xfrm>
            <a:off x="5232400" y="3407767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5ECDD84A-CD4B-3104-AE18-B77DF599FDC3}"/>
              </a:ext>
            </a:extLst>
          </p:cNvPr>
          <p:cNvSpPr txBox="1"/>
          <p:nvPr/>
        </p:nvSpPr>
        <p:spPr>
          <a:xfrm>
            <a:off x="5943600" y="3408363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93A23685-DDC7-3C12-8CAB-311B4651874C}"/>
              </a:ext>
            </a:extLst>
          </p:cNvPr>
          <p:cNvSpPr txBox="1"/>
          <p:nvPr/>
        </p:nvSpPr>
        <p:spPr>
          <a:xfrm>
            <a:off x="6654800" y="3408958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FAAA7D55-2044-483C-5C66-7743BA7C766F}"/>
              </a:ext>
            </a:extLst>
          </p:cNvPr>
          <p:cNvSpPr txBox="1"/>
          <p:nvPr/>
        </p:nvSpPr>
        <p:spPr>
          <a:xfrm>
            <a:off x="7366000" y="3409553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65C1FABE-2429-8FA2-FFDF-0A90AAE08C9D}"/>
              </a:ext>
            </a:extLst>
          </p:cNvPr>
          <p:cNvSpPr txBox="1"/>
          <p:nvPr/>
        </p:nvSpPr>
        <p:spPr>
          <a:xfrm>
            <a:off x="8077200" y="3410148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D21AEEED-2974-87E2-DE47-DFC0B885B6F4}"/>
              </a:ext>
            </a:extLst>
          </p:cNvPr>
          <p:cNvSpPr txBox="1"/>
          <p:nvPr/>
        </p:nvSpPr>
        <p:spPr>
          <a:xfrm>
            <a:off x="8788400" y="3410744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83DF6B89-1D92-5B9E-510C-445473F46754}"/>
              </a:ext>
            </a:extLst>
          </p:cNvPr>
          <p:cNvSpPr txBox="1"/>
          <p:nvPr/>
        </p:nvSpPr>
        <p:spPr>
          <a:xfrm>
            <a:off x="9499600" y="3411339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A8E2B276-82F9-82AC-ECE9-6D0F2FF43008}"/>
              </a:ext>
            </a:extLst>
          </p:cNvPr>
          <p:cNvSpPr txBox="1"/>
          <p:nvPr/>
        </p:nvSpPr>
        <p:spPr>
          <a:xfrm>
            <a:off x="10210800" y="3411934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3F07A8A4-6AD2-780E-6862-263DFA364928}"/>
              </a:ext>
            </a:extLst>
          </p:cNvPr>
          <p:cNvSpPr txBox="1"/>
          <p:nvPr/>
        </p:nvSpPr>
        <p:spPr>
          <a:xfrm>
            <a:off x="10922000" y="341253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A6EEE8B3-B605-2B94-CB54-AABAFDB5CFFB}"/>
              </a:ext>
            </a:extLst>
          </p:cNvPr>
          <p:cNvSpPr txBox="1"/>
          <p:nvPr/>
        </p:nvSpPr>
        <p:spPr>
          <a:xfrm>
            <a:off x="254000" y="447040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A3F778DE-DD78-E28E-01C0-086C078AAEFD}"/>
              </a:ext>
            </a:extLst>
          </p:cNvPr>
          <p:cNvSpPr txBox="1"/>
          <p:nvPr/>
        </p:nvSpPr>
        <p:spPr>
          <a:xfrm>
            <a:off x="965200" y="4470995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4EB591A8-8940-C292-22F4-417D6EDD26D1}"/>
              </a:ext>
            </a:extLst>
          </p:cNvPr>
          <p:cNvSpPr txBox="1"/>
          <p:nvPr/>
        </p:nvSpPr>
        <p:spPr>
          <a:xfrm>
            <a:off x="1676400" y="4471591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A16DA797-2DD6-8768-0FD5-C12660A93CD1}"/>
              </a:ext>
            </a:extLst>
          </p:cNvPr>
          <p:cNvSpPr txBox="1"/>
          <p:nvPr/>
        </p:nvSpPr>
        <p:spPr>
          <a:xfrm>
            <a:off x="2387600" y="4472186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848EE71D-8989-7A2D-788C-C49238A5A90D}"/>
              </a:ext>
            </a:extLst>
          </p:cNvPr>
          <p:cNvSpPr txBox="1"/>
          <p:nvPr/>
        </p:nvSpPr>
        <p:spPr>
          <a:xfrm>
            <a:off x="3098800" y="4472781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2A87D7B4-8B0A-D1AE-C007-5AE0F34BDF45}"/>
              </a:ext>
            </a:extLst>
          </p:cNvPr>
          <p:cNvSpPr txBox="1"/>
          <p:nvPr/>
        </p:nvSpPr>
        <p:spPr>
          <a:xfrm>
            <a:off x="3810000" y="4473377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6085458D-7E36-7B66-1AC2-DA12EF0B20DC}"/>
              </a:ext>
            </a:extLst>
          </p:cNvPr>
          <p:cNvSpPr txBox="1"/>
          <p:nvPr/>
        </p:nvSpPr>
        <p:spPr>
          <a:xfrm>
            <a:off x="4521200" y="4473972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9387ECD0-01DD-AAD7-20E2-4139AD4A4F49}"/>
              </a:ext>
            </a:extLst>
          </p:cNvPr>
          <p:cNvSpPr txBox="1"/>
          <p:nvPr/>
        </p:nvSpPr>
        <p:spPr>
          <a:xfrm>
            <a:off x="5232400" y="4474567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94D283A2-C84B-3BB1-8134-3997CD17B33C}"/>
              </a:ext>
            </a:extLst>
          </p:cNvPr>
          <p:cNvSpPr txBox="1"/>
          <p:nvPr/>
        </p:nvSpPr>
        <p:spPr>
          <a:xfrm>
            <a:off x="5943600" y="4475163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6C8DE8F-89C9-4DFC-9F82-75D6C0E50012}"/>
              </a:ext>
            </a:extLst>
          </p:cNvPr>
          <p:cNvSpPr txBox="1"/>
          <p:nvPr/>
        </p:nvSpPr>
        <p:spPr>
          <a:xfrm>
            <a:off x="6654800" y="4475758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235C552C-6737-FA97-4534-610CBE57221D}"/>
              </a:ext>
            </a:extLst>
          </p:cNvPr>
          <p:cNvSpPr txBox="1"/>
          <p:nvPr/>
        </p:nvSpPr>
        <p:spPr>
          <a:xfrm>
            <a:off x="7366000" y="4476353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81D59789-BB58-C7E0-E854-223A7D705CE3}"/>
              </a:ext>
            </a:extLst>
          </p:cNvPr>
          <p:cNvSpPr txBox="1"/>
          <p:nvPr/>
        </p:nvSpPr>
        <p:spPr>
          <a:xfrm>
            <a:off x="8077200" y="4476948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286223CB-15D7-F636-1FC1-6B8B4C24A92B}"/>
              </a:ext>
            </a:extLst>
          </p:cNvPr>
          <p:cNvSpPr txBox="1"/>
          <p:nvPr/>
        </p:nvSpPr>
        <p:spPr>
          <a:xfrm>
            <a:off x="8788400" y="4477544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D4735C66-C693-DC5A-0BAA-2BF38B087FA2}"/>
              </a:ext>
            </a:extLst>
          </p:cNvPr>
          <p:cNvSpPr txBox="1"/>
          <p:nvPr/>
        </p:nvSpPr>
        <p:spPr>
          <a:xfrm>
            <a:off x="9499600" y="4478139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8114A7EA-FC75-E368-86EE-82E354F15F08}"/>
              </a:ext>
            </a:extLst>
          </p:cNvPr>
          <p:cNvSpPr txBox="1"/>
          <p:nvPr/>
        </p:nvSpPr>
        <p:spPr>
          <a:xfrm>
            <a:off x="10210800" y="4478734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0092B624-A52B-8868-2F7A-3A575BAAD655}"/>
              </a:ext>
            </a:extLst>
          </p:cNvPr>
          <p:cNvSpPr txBox="1"/>
          <p:nvPr/>
        </p:nvSpPr>
        <p:spPr>
          <a:xfrm>
            <a:off x="10922000" y="4479330"/>
            <a:ext cx="508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F53D9FE2-3ACB-C260-F17C-5AC78D69265D}"/>
              </a:ext>
            </a:extLst>
          </p:cNvPr>
          <p:cNvSpPr txBox="1"/>
          <p:nvPr/>
        </p:nvSpPr>
        <p:spPr>
          <a:xfrm>
            <a:off x="254000" y="553720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9A76D1DB-2B4D-9FE4-6015-377E541C3211}"/>
              </a:ext>
            </a:extLst>
          </p:cNvPr>
          <p:cNvSpPr txBox="1"/>
          <p:nvPr/>
        </p:nvSpPr>
        <p:spPr>
          <a:xfrm>
            <a:off x="965200" y="5537795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7980435-615E-2D11-2231-C74882C7E2DC}"/>
              </a:ext>
            </a:extLst>
          </p:cNvPr>
          <p:cNvSpPr txBox="1"/>
          <p:nvPr/>
        </p:nvSpPr>
        <p:spPr>
          <a:xfrm>
            <a:off x="1676400" y="5538391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4C7A8474-8F62-D3CF-4BFB-1ACA8CF9BE9D}"/>
              </a:ext>
            </a:extLst>
          </p:cNvPr>
          <p:cNvSpPr txBox="1"/>
          <p:nvPr/>
        </p:nvSpPr>
        <p:spPr>
          <a:xfrm>
            <a:off x="2387600" y="5538986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A02A4569-5BB3-2104-328E-4D1C2D59B550}"/>
              </a:ext>
            </a:extLst>
          </p:cNvPr>
          <p:cNvSpPr txBox="1"/>
          <p:nvPr/>
        </p:nvSpPr>
        <p:spPr>
          <a:xfrm>
            <a:off x="3098800" y="5539581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34C30625-5C39-2645-44A0-8F2585174042}"/>
              </a:ext>
            </a:extLst>
          </p:cNvPr>
          <p:cNvSpPr txBox="1"/>
          <p:nvPr/>
        </p:nvSpPr>
        <p:spPr>
          <a:xfrm>
            <a:off x="3810000" y="5540177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EE9F9B9B-4E7B-F8E3-8E2D-570F177D4317}"/>
              </a:ext>
            </a:extLst>
          </p:cNvPr>
          <p:cNvSpPr txBox="1"/>
          <p:nvPr/>
        </p:nvSpPr>
        <p:spPr>
          <a:xfrm>
            <a:off x="4521200" y="5540772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B8EE15EF-D036-AFCF-BE82-54283C6DEDCF}"/>
              </a:ext>
            </a:extLst>
          </p:cNvPr>
          <p:cNvSpPr txBox="1"/>
          <p:nvPr/>
        </p:nvSpPr>
        <p:spPr>
          <a:xfrm>
            <a:off x="5232400" y="5541367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39345984-2DAF-EE4F-2334-318C6B7D2BEE}"/>
              </a:ext>
            </a:extLst>
          </p:cNvPr>
          <p:cNvSpPr txBox="1"/>
          <p:nvPr/>
        </p:nvSpPr>
        <p:spPr>
          <a:xfrm>
            <a:off x="5943600" y="5541963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ED5C7B4D-8E33-F869-A98B-1B847CF2CA6D}"/>
              </a:ext>
            </a:extLst>
          </p:cNvPr>
          <p:cNvSpPr txBox="1"/>
          <p:nvPr/>
        </p:nvSpPr>
        <p:spPr>
          <a:xfrm>
            <a:off x="6654800" y="5542558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EDD84243-4424-5610-3089-A8505A7E837B}"/>
              </a:ext>
            </a:extLst>
          </p:cNvPr>
          <p:cNvSpPr txBox="1"/>
          <p:nvPr/>
        </p:nvSpPr>
        <p:spPr>
          <a:xfrm>
            <a:off x="7366000" y="5543153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8A23749B-21AF-CF4B-A9B3-8EE1A4BF92EA}"/>
              </a:ext>
            </a:extLst>
          </p:cNvPr>
          <p:cNvSpPr txBox="1"/>
          <p:nvPr/>
        </p:nvSpPr>
        <p:spPr>
          <a:xfrm>
            <a:off x="8077200" y="5543748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9A6C4815-88AE-91E9-C1D5-549C7D0F50DB}"/>
              </a:ext>
            </a:extLst>
          </p:cNvPr>
          <p:cNvSpPr txBox="1"/>
          <p:nvPr/>
        </p:nvSpPr>
        <p:spPr>
          <a:xfrm>
            <a:off x="8788400" y="5544344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C2DC17BE-1FC9-B91A-1CAC-7FE73B755C23}"/>
              </a:ext>
            </a:extLst>
          </p:cNvPr>
          <p:cNvSpPr txBox="1"/>
          <p:nvPr/>
        </p:nvSpPr>
        <p:spPr>
          <a:xfrm>
            <a:off x="9499600" y="5544939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A2388C2B-019A-605B-B19F-BA098FAE5BF5}"/>
              </a:ext>
            </a:extLst>
          </p:cNvPr>
          <p:cNvSpPr txBox="1"/>
          <p:nvPr/>
        </p:nvSpPr>
        <p:spPr>
          <a:xfrm>
            <a:off x="10210800" y="5545534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077156EF-C952-CD4B-132B-3F845393A08D}"/>
              </a:ext>
            </a:extLst>
          </p:cNvPr>
          <p:cNvSpPr txBox="1"/>
          <p:nvPr/>
        </p:nvSpPr>
        <p:spPr>
          <a:xfrm>
            <a:off x="10922000" y="5546130"/>
            <a:ext cx="508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Courier New" panose="02070309020205020404" pitchFamily="49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18716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A1FF40C-3574-2421-D9EA-68D5532AFCEA}"/>
              </a:ext>
            </a:extLst>
          </p:cNvPr>
          <p:cNvSpPr txBox="1"/>
          <p:nvPr/>
        </p:nvSpPr>
        <p:spPr>
          <a:xfrm>
            <a:off x="254000" y="2032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HHHHHHHHHHHHHHHH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B761A7C-A02E-6BA9-081A-A3E4DCACC60A}"/>
              </a:ext>
            </a:extLst>
          </p:cNvPr>
          <p:cNvSpPr txBox="1"/>
          <p:nvPr/>
        </p:nvSpPr>
        <p:spPr>
          <a:xfrm>
            <a:off x="6225381" y="2032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HHHHHHHHHHHHHHHH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D7C1F67-A54F-B5A4-E1D3-89115E119AB3}"/>
              </a:ext>
            </a:extLst>
          </p:cNvPr>
          <p:cNvSpPr txBox="1"/>
          <p:nvPr/>
        </p:nvSpPr>
        <p:spPr>
          <a:xfrm>
            <a:off x="258763" y="9652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HHHHHHHHHHHHHHHH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C132315-BC5E-C714-3A59-2DE44B3778FB}"/>
              </a:ext>
            </a:extLst>
          </p:cNvPr>
          <p:cNvSpPr txBox="1"/>
          <p:nvPr/>
        </p:nvSpPr>
        <p:spPr>
          <a:xfrm>
            <a:off x="6230144" y="9652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HHHHHHHHHHHHHHHH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AE26BE1-A10B-F578-98D4-6C3EBCFB6EA2}"/>
              </a:ext>
            </a:extLst>
          </p:cNvPr>
          <p:cNvSpPr txBox="1"/>
          <p:nvPr/>
        </p:nvSpPr>
        <p:spPr>
          <a:xfrm>
            <a:off x="254000" y="18288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HHHHHHHHHHHHHHHH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8B7FFD1-D93B-DF1D-3C53-582278FB350C}"/>
              </a:ext>
            </a:extLst>
          </p:cNvPr>
          <p:cNvSpPr txBox="1"/>
          <p:nvPr/>
        </p:nvSpPr>
        <p:spPr>
          <a:xfrm>
            <a:off x="6225381" y="18288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HHHHHHHHHHHHHHHH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3831B56-A459-6192-CFC0-8D4D745BBC0E}"/>
              </a:ext>
            </a:extLst>
          </p:cNvPr>
          <p:cNvSpPr txBox="1"/>
          <p:nvPr/>
        </p:nvSpPr>
        <p:spPr>
          <a:xfrm>
            <a:off x="258763" y="25908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HHHHHHHHHHHHHHHH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B495A7C-F6C9-A158-9810-100C5CEE13CD}"/>
              </a:ext>
            </a:extLst>
          </p:cNvPr>
          <p:cNvSpPr txBox="1"/>
          <p:nvPr/>
        </p:nvSpPr>
        <p:spPr>
          <a:xfrm>
            <a:off x="6230144" y="25908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HHHHHHHHHHHHHHHH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346C6B1-9D05-E21A-B8DE-551B132278A8}"/>
              </a:ext>
            </a:extLst>
          </p:cNvPr>
          <p:cNvSpPr txBox="1"/>
          <p:nvPr/>
        </p:nvSpPr>
        <p:spPr>
          <a:xfrm>
            <a:off x="254000" y="3454400"/>
            <a:ext cx="5842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>
                <a:solidFill>
                  <a:srgbClr val="000000"/>
                </a:solidFill>
                <a:latin typeface="Times New Roman" panose="02020603050405020304" pitchFamily="18" charset="0"/>
              </a:rPr>
              <a:t>HHHHHHHHHHHHHHHH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3DCEE61-2AFD-FC4C-757B-40631DBB5269}"/>
              </a:ext>
            </a:extLst>
          </p:cNvPr>
          <p:cNvSpPr txBox="1"/>
          <p:nvPr/>
        </p:nvSpPr>
        <p:spPr>
          <a:xfrm>
            <a:off x="6225381" y="3454400"/>
            <a:ext cx="5842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>
                <a:solidFill>
                  <a:srgbClr val="000000"/>
                </a:solidFill>
                <a:latin typeface="Times New Roman" panose="02020603050405020304" pitchFamily="18" charset="0"/>
              </a:rPr>
              <a:t>HHHHHHHHHHHHHHHH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11D0A1A-2D67-2389-4E99-D52834AB0D23}"/>
              </a:ext>
            </a:extLst>
          </p:cNvPr>
          <p:cNvSpPr txBox="1"/>
          <p:nvPr/>
        </p:nvSpPr>
        <p:spPr>
          <a:xfrm>
            <a:off x="258763" y="4216400"/>
            <a:ext cx="5842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>
                <a:solidFill>
                  <a:srgbClr val="000000"/>
                </a:solidFill>
                <a:latin typeface="Times New Roman" panose="02020603050405020304" pitchFamily="18" charset="0"/>
              </a:rPr>
              <a:t>HHHHHHHHHHHHHHHH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434FDDB-0C3E-8A10-9755-CB9F9A76E171}"/>
              </a:ext>
            </a:extLst>
          </p:cNvPr>
          <p:cNvSpPr txBox="1"/>
          <p:nvPr/>
        </p:nvSpPr>
        <p:spPr>
          <a:xfrm>
            <a:off x="6230144" y="4216400"/>
            <a:ext cx="5842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>
                <a:solidFill>
                  <a:srgbClr val="000000"/>
                </a:solidFill>
                <a:latin typeface="Times New Roman" panose="02020603050405020304" pitchFamily="18" charset="0"/>
              </a:rPr>
              <a:t>HHHHHHHHHHHHHHHH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D7D6A15-32AA-7F53-4C74-0D54ED525278}"/>
              </a:ext>
            </a:extLst>
          </p:cNvPr>
          <p:cNvSpPr txBox="1"/>
          <p:nvPr/>
        </p:nvSpPr>
        <p:spPr>
          <a:xfrm>
            <a:off x="254000" y="5080000"/>
            <a:ext cx="5842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HHHHHHHHHHHHHHHH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64BDF4E-9DB3-E9AE-0AEF-7B9E6EEA934C}"/>
              </a:ext>
            </a:extLst>
          </p:cNvPr>
          <p:cNvSpPr txBox="1"/>
          <p:nvPr/>
        </p:nvSpPr>
        <p:spPr>
          <a:xfrm>
            <a:off x="6225381" y="5080000"/>
            <a:ext cx="5842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HHHHHHHHHHHHHHHH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506DE6D-4253-C844-EE48-A9EE64CC4FAF}"/>
              </a:ext>
            </a:extLst>
          </p:cNvPr>
          <p:cNvSpPr txBox="1"/>
          <p:nvPr/>
        </p:nvSpPr>
        <p:spPr>
          <a:xfrm>
            <a:off x="258763" y="5842000"/>
            <a:ext cx="5842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HHHHHHHHHHHHHHHH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631203D-8679-0570-D16B-4D427B6A64ED}"/>
              </a:ext>
            </a:extLst>
          </p:cNvPr>
          <p:cNvSpPr txBox="1"/>
          <p:nvPr/>
        </p:nvSpPr>
        <p:spPr>
          <a:xfrm>
            <a:off x="6230144" y="5842000"/>
            <a:ext cx="5842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HHHHHHHHHHHHHHHH</a:t>
            </a:r>
          </a:p>
        </p:txBody>
      </p:sp>
    </p:spTree>
    <p:extLst>
      <p:ext uri="{BB962C8B-B14F-4D97-AF65-F5344CB8AC3E}">
        <p14:creationId xmlns:p14="http://schemas.microsoft.com/office/powerpoint/2010/main" val="172883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21BA0E6-CFDA-FA08-72EE-BBC30991C4E9}"/>
              </a:ext>
            </a:extLst>
          </p:cNvPr>
          <p:cNvSpPr txBox="1"/>
          <p:nvPr/>
        </p:nvSpPr>
        <p:spPr>
          <a:xfrm>
            <a:off x="256858" y="203200"/>
            <a:ext cx="5842000" cy="558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200">
                <a:solidFill>
                  <a:srgbClr val="000000"/>
                </a:solidFill>
                <a:latin typeface="Arial" panose="020B0604020202020204" pitchFamily="34" charset="0"/>
              </a:rPr>
              <a:t>HHHHHHHHHHHHHHHH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12BF7CD-68D0-C19D-C3B2-CC3544A8D9EB}"/>
              </a:ext>
            </a:extLst>
          </p:cNvPr>
          <p:cNvSpPr txBox="1"/>
          <p:nvPr/>
        </p:nvSpPr>
        <p:spPr>
          <a:xfrm>
            <a:off x="256858" y="1143000"/>
            <a:ext cx="5842000" cy="660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600">
                <a:solidFill>
                  <a:srgbClr val="000000"/>
                </a:solidFill>
                <a:latin typeface="Arial" panose="020B0604020202020204" pitchFamily="34" charset="0"/>
              </a:rPr>
              <a:t>HHHHHHHHHHHHHHHH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AABA420-6E4A-7BFD-C994-A0665F5F10D0}"/>
              </a:ext>
            </a:extLst>
          </p:cNvPr>
          <p:cNvSpPr txBox="1"/>
          <p:nvPr/>
        </p:nvSpPr>
        <p:spPr>
          <a:xfrm>
            <a:off x="256858" y="2082800"/>
            <a:ext cx="5842000" cy="762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3000">
                <a:solidFill>
                  <a:srgbClr val="000000"/>
                </a:solidFill>
                <a:latin typeface="Arial" panose="020B0604020202020204" pitchFamily="34" charset="0"/>
              </a:rPr>
              <a:t>HHHHHHHHHHHHHHHH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8F3EA17-D865-9AE4-A600-D12F7FCA00F1}"/>
              </a:ext>
            </a:extLst>
          </p:cNvPr>
          <p:cNvSpPr txBox="1"/>
          <p:nvPr/>
        </p:nvSpPr>
        <p:spPr>
          <a:xfrm>
            <a:off x="256858" y="30226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FiFiFiFiFiFiFiFi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18D1F92-AD13-DCE9-D7CD-4C09EBC344AF}"/>
              </a:ext>
            </a:extLst>
          </p:cNvPr>
          <p:cNvSpPr txBox="1"/>
          <p:nvPr/>
        </p:nvSpPr>
        <p:spPr>
          <a:xfrm>
            <a:off x="256858" y="39624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TuTuTuTuTuTuTuTu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F486A1C-90BA-E4D8-3D57-EF774E954A63}"/>
              </a:ext>
            </a:extLst>
          </p:cNvPr>
          <p:cNvSpPr txBox="1"/>
          <p:nvPr/>
        </p:nvSpPr>
        <p:spPr>
          <a:xfrm>
            <a:off x="256858" y="49022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HHHHHHHH</a:t>
            </a:r>
            <a:r>
              <a:rPr lang="de-DE" sz="2400" b="1">
                <a:solidFill>
                  <a:srgbClr val="000000"/>
                </a:solidFill>
                <a:latin typeface="Arial" panose="020B0604020202020204" pitchFamily="34" charset="0"/>
              </a:rPr>
              <a:t>HHHHHHHH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9D1A3C1-8C99-902C-1E53-31F678796CB3}"/>
              </a:ext>
            </a:extLst>
          </p:cNvPr>
          <p:cNvSpPr txBox="1"/>
          <p:nvPr/>
        </p:nvSpPr>
        <p:spPr>
          <a:xfrm>
            <a:off x="256858" y="58420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 HHHH HHHH</a:t>
            </a:r>
          </a:p>
        </p:txBody>
      </p:sp>
    </p:spTree>
    <p:extLst>
      <p:ext uri="{BB962C8B-B14F-4D97-AF65-F5344CB8AC3E}">
        <p14:creationId xmlns:p14="http://schemas.microsoft.com/office/powerpoint/2010/main" val="1208615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C3AFB4E-7C5B-1E11-448D-F629F34F83F3}"/>
              </a:ext>
            </a:extLst>
          </p:cNvPr>
          <p:cNvSpPr txBox="1"/>
          <p:nvPr/>
        </p:nvSpPr>
        <p:spPr>
          <a:xfrm>
            <a:off x="254000" y="203200"/>
            <a:ext cx="5842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AD8F4C0-617C-7F24-F03F-50E092CDC9BE}"/>
              </a:ext>
            </a:extLst>
          </p:cNvPr>
          <p:cNvSpPr txBox="1"/>
          <p:nvPr/>
        </p:nvSpPr>
        <p:spPr>
          <a:xfrm>
            <a:off x="254000" y="704850"/>
            <a:ext cx="5842000" cy="330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3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3E2CADC-F4FA-919B-D3AE-AE2327F03873}"/>
              </a:ext>
            </a:extLst>
          </p:cNvPr>
          <p:cNvSpPr txBox="1"/>
          <p:nvPr/>
        </p:nvSpPr>
        <p:spPr>
          <a:xfrm>
            <a:off x="254000" y="1206500"/>
            <a:ext cx="5842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4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5BDFEA4-B1C2-4316-D826-812BBD6F96F7}"/>
              </a:ext>
            </a:extLst>
          </p:cNvPr>
          <p:cNvSpPr txBox="1"/>
          <p:nvPr/>
        </p:nvSpPr>
        <p:spPr>
          <a:xfrm>
            <a:off x="254000" y="1708150"/>
            <a:ext cx="58420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5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0A3BCE2-9242-38A4-F7CA-CDF041748299}"/>
              </a:ext>
            </a:extLst>
          </p:cNvPr>
          <p:cNvSpPr txBox="1"/>
          <p:nvPr/>
        </p:nvSpPr>
        <p:spPr>
          <a:xfrm>
            <a:off x="254000" y="2209800"/>
            <a:ext cx="58420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6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AD07B89-D425-1CD0-EAF5-34E76381C93D}"/>
              </a:ext>
            </a:extLst>
          </p:cNvPr>
          <p:cNvSpPr txBox="1"/>
          <p:nvPr/>
        </p:nvSpPr>
        <p:spPr>
          <a:xfrm>
            <a:off x="254000" y="2711450"/>
            <a:ext cx="5842000" cy="431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7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CFF6242-BBBF-B2C1-C7AA-A7352FF5BD60}"/>
              </a:ext>
            </a:extLst>
          </p:cNvPr>
          <p:cNvSpPr txBox="1"/>
          <p:nvPr/>
        </p:nvSpPr>
        <p:spPr>
          <a:xfrm>
            <a:off x="254000" y="3213100"/>
            <a:ext cx="5842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B0DF8D8-B769-A98E-A4E1-74A020994990}"/>
              </a:ext>
            </a:extLst>
          </p:cNvPr>
          <p:cNvSpPr txBox="1"/>
          <p:nvPr/>
        </p:nvSpPr>
        <p:spPr>
          <a:xfrm>
            <a:off x="254000" y="3714750"/>
            <a:ext cx="5842000" cy="482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9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DA553FE-B66F-4E65-87C5-5B81853E6FCE}"/>
              </a:ext>
            </a:extLst>
          </p:cNvPr>
          <p:cNvSpPr txBox="1"/>
          <p:nvPr/>
        </p:nvSpPr>
        <p:spPr>
          <a:xfrm>
            <a:off x="254000" y="4216400"/>
            <a:ext cx="5842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0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6E29660-45C3-BFFF-473D-53125CE83C69}"/>
              </a:ext>
            </a:extLst>
          </p:cNvPr>
          <p:cNvSpPr txBox="1"/>
          <p:nvPr/>
        </p:nvSpPr>
        <p:spPr>
          <a:xfrm>
            <a:off x="254000" y="4718050"/>
            <a:ext cx="58420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1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C1D52DF0-14DB-5849-C69B-93DEF71EF2FB}"/>
              </a:ext>
            </a:extLst>
          </p:cNvPr>
          <p:cNvSpPr txBox="1"/>
          <p:nvPr/>
        </p:nvSpPr>
        <p:spPr>
          <a:xfrm>
            <a:off x="254000" y="5219700"/>
            <a:ext cx="5842000" cy="558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2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F0CBD68-217C-CA37-03E7-2F6C829FA190}"/>
              </a:ext>
            </a:extLst>
          </p:cNvPr>
          <p:cNvSpPr txBox="1"/>
          <p:nvPr/>
        </p:nvSpPr>
        <p:spPr>
          <a:xfrm>
            <a:off x="254000" y="5721350"/>
            <a:ext cx="58420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3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4A328DC-DB69-4997-F859-79F638308447}"/>
              </a:ext>
            </a:extLst>
          </p:cNvPr>
          <p:cNvSpPr txBox="1"/>
          <p:nvPr/>
        </p:nvSpPr>
        <p:spPr>
          <a:xfrm>
            <a:off x="254000" y="62230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ptos" panose="020B0004020202020204" pitchFamily="34" charset="0"/>
              </a:rPr>
              <a:t>HHHH HHHH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C469C69-A98C-ACF8-6866-274AA0A6D7EE}"/>
              </a:ext>
            </a:extLst>
          </p:cNvPr>
          <p:cNvSpPr txBox="1"/>
          <p:nvPr/>
        </p:nvSpPr>
        <p:spPr>
          <a:xfrm>
            <a:off x="4191000" y="203200"/>
            <a:ext cx="5842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7467314-8C9C-2567-7030-9A07E9502A87}"/>
              </a:ext>
            </a:extLst>
          </p:cNvPr>
          <p:cNvSpPr txBox="1"/>
          <p:nvPr/>
        </p:nvSpPr>
        <p:spPr>
          <a:xfrm>
            <a:off x="4191000" y="704850"/>
            <a:ext cx="5842000" cy="330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3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F67F197-BE0A-6F70-B73C-7985F5086074}"/>
              </a:ext>
            </a:extLst>
          </p:cNvPr>
          <p:cNvSpPr txBox="1"/>
          <p:nvPr/>
        </p:nvSpPr>
        <p:spPr>
          <a:xfrm>
            <a:off x="4191000" y="1206500"/>
            <a:ext cx="5842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4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BA9C9EF-41CE-ECF0-5238-1BB6000DEE99}"/>
              </a:ext>
            </a:extLst>
          </p:cNvPr>
          <p:cNvSpPr txBox="1"/>
          <p:nvPr/>
        </p:nvSpPr>
        <p:spPr>
          <a:xfrm>
            <a:off x="4191000" y="1708150"/>
            <a:ext cx="58420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5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48F1828-D907-B711-79F6-F3F025505856}"/>
              </a:ext>
            </a:extLst>
          </p:cNvPr>
          <p:cNvSpPr txBox="1"/>
          <p:nvPr/>
        </p:nvSpPr>
        <p:spPr>
          <a:xfrm>
            <a:off x="4191000" y="2209800"/>
            <a:ext cx="58420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6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5719FEF-4E3C-2158-FE65-F2D7391022B2}"/>
              </a:ext>
            </a:extLst>
          </p:cNvPr>
          <p:cNvSpPr txBox="1"/>
          <p:nvPr/>
        </p:nvSpPr>
        <p:spPr>
          <a:xfrm>
            <a:off x="4191000" y="2711450"/>
            <a:ext cx="5842000" cy="431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7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00D072D-E725-AD6F-72E4-F4C53705A0F9}"/>
              </a:ext>
            </a:extLst>
          </p:cNvPr>
          <p:cNvSpPr txBox="1"/>
          <p:nvPr/>
        </p:nvSpPr>
        <p:spPr>
          <a:xfrm>
            <a:off x="4191000" y="3213100"/>
            <a:ext cx="5842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CD5C7DF-9A9B-30F8-CFE3-618DC2AF6CB3}"/>
              </a:ext>
            </a:extLst>
          </p:cNvPr>
          <p:cNvSpPr txBox="1"/>
          <p:nvPr/>
        </p:nvSpPr>
        <p:spPr>
          <a:xfrm>
            <a:off x="4191000" y="3714750"/>
            <a:ext cx="5842000" cy="482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9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5D86B06-3C87-83EE-F999-E7D365F2B12A}"/>
              </a:ext>
            </a:extLst>
          </p:cNvPr>
          <p:cNvSpPr txBox="1"/>
          <p:nvPr/>
        </p:nvSpPr>
        <p:spPr>
          <a:xfrm>
            <a:off x="4191000" y="4216400"/>
            <a:ext cx="5842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0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01E58B4-286C-ADD5-94FD-FC46E8E8B7C3}"/>
              </a:ext>
            </a:extLst>
          </p:cNvPr>
          <p:cNvSpPr txBox="1"/>
          <p:nvPr/>
        </p:nvSpPr>
        <p:spPr>
          <a:xfrm>
            <a:off x="4191000" y="4718050"/>
            <a:ext cx="58420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1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9B8E24D-CAB9-B22E-8D8C-F7347549A227}"/>
              </a:ext>
            </a:extLst>
          </p:cNvPr>
          <p:cNvSpPr txBox="1"/>
          <p:nvPr/>
        </p:nvSpPr>
        <p:spPr>
          <a:xfrm>
            <a:off x="4191000" y="5219700"/>
            <a:ext cx="5842000" cy="558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2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8132991A-82F6-FEEE-7FF8-4370D313554C}"/>
              </a:ext>
            </a:extLst>
          </p:cNvPr>
          <p:cNvSpPr txBox="1"/>
          <p:nvPr/>
        </p:nvSpPr>
        <p:spPr>
          <a:xfrm>
            <a:off x="4191000" y="5721350"/>
            <a:ext cx="58420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3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CDA5DE60-A0BB-F1BF-245F-E423ACC1FFEE}"/>
              </a:ext>
            </a:extLst>
          </p:cNvPr>
          <p:cNvSpPr txBox="1"/>
          <p:nvPr/>
        </p:nvSpPr>
        <p:spPr>
          <a:xfrm>
            <a:off x="4191000" y="62230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Arial" panose="020B0604020202020204" pitchFamily="34" charset="0"/>
              </a:rPr>
              <a:t>HHHH HHHH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E20CE4A-C8F5-03D8-DE25-E27CEF210EBF}"/>
              </a:ext>
            </a:extLst>
          </p:cNvPr>
          <p:cNvSpPr txBox="1"/>
          <p:nvPr/>
        </p:nvSpPr>
        <p:spPr>
          <a:xfrm>
            <a:off x="8128000" y="203200"/>
            <a:ext cx="5842000" cy="304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2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AFE79C8F-452F-BA8B-0FA4-0BD7DED8D025}"/>
              </a:ext>
            </a:extLst>
          </p:cNvPr>
          <p:cNvSpPr txBox="1"/>
          <p:nvPr/>
        </p:nvSpPr>
        <p:spPr>
          <a:xfrm>
            <a:off x="8128000" y="704850"/>
            <a:ext cx="5842000" cy="330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3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B5D0FEA0-936D-07B1-CC43-B840848F61BE}"/>
              </a:ext>
            </a:extLst>
          </p:cNvPr>
          <p:cNvSpPr txBox="1"/>
          <p:nvPr/>
        </p:nvSpPr>
        <p:spPr>
          <a:xfrm>
            <a:off x="8128000" y="1206500"/>
            <a:ext cx="5842000" cy="355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4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ACC111A-91CF-B491-9819-5365A72F0F70}"/>
              </a:ext>
            </a:extLst>
          </p:cNvPr>
          <p:cNvSpPr txBox="1"/>
          <p:nvPr/>
        </p:nvSpPr>
        <p:spPr>
          <a:xfrm>
            <a:off x="8128000" y="1708150"/>
            <a:ext cx="5842000" cy="381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5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F660A54-1185-BFE7-30A9-6350DACE9723}"/>
              </a:ext>
            </a:extLst>
          </p:cNvPr>
          <p:cNvSpPr txBox="1"/>
          <p:nvPr/>
        </p:nvSpPr>
        <p:spPr>
          <a:xfrm>
            <a:off x="8128000" y="2209800"/>
            <a:ext cx="58420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6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EC63B0C-871A-3F2C-5754-F2C48DF340E8}"/>
              </a:ext>
            </a:extLst>
          </p:cNvPr>
          <p:cNvSpPr txBox="1"/>
          <p:nvPr/>
        </p:nvSpPr>
        <p:spPr>
          <a:xfrm>
            <a:off x="8128000" y="2711450"/>
            <a:ext cx="5842000" cy="431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7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AC587B7C-E68E-4795-A1F8-09CB4FB730C2}"/>
              </a:ext>
            </a:extLst>
          </p:cNvPr>
          <p:cNvSpPr txBox="1"/>
          <p:nvPr/>
        </p:nvSpPr>
        <p:spPr>
          <a:xfrm>
            <a:off x="8128000" y="3213100"/>
            <a:ext cx="5842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4151B455-4209-8501-5C31-C3B52DA0B4F7}"/>
              </a:ext>
            </a:extLst>
          </p:cNvPr>
          <p:cNvSpPr txBox="1"/>
          <p:nvPr/>
        </p:nvSpPr>
        <p:spPr>
          <a:xfrm>
            <a:off x="8128000" y="3714750"/>
            <a:ext cx="5842000" cy="482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19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205D12BA-B4CB-E052-D3F8-44F3D38727D8}"/>
              </a:ext>
            </a:extLst>
          </p:cNvPr>
          <p:cNvSpPr txBox="1"/>
          <p:nvPr/>
        </p:nvSpPr>
        <p:spPr>
          <a:xfrm>
            <a:off x="8128000" y="4216400"/>
            <a:ext cx="5842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0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39B8C45E-5091-F04E-6A48-327AE6B93352}"/>
              </a:ext>
            </a:extLst>
          </p:cNvPr>
          <p:cNvSpPr txBox="1"/>
          <p:nvPr/>
        </p:nvSpPr>
        <p:spPr>
          <a:xfrm>
            <a:off x="8128000" y="4718050"/>
            <a:ext cx="58420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1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FB751F2B-76CE-DB19-67BD-1C41AB571362}"/>
              </a:ext>
            </a:extLst>
          </p:cNvPr>
          <p:cNvSpPr txBox="1"/>
          <p:nvPr/>
        </p:nvSpPr>
        <p:spPr>
          <a:xfrm>
            <a:off x="8128000" y="5219700"/>
            <a:ext cx="5842000" cy="5588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2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039CCA2F-FC71-D8A7-60CC-299A4070C877}"/>
              </a:ext>
            </a:extLst>
          </p:cNvPr>
          <p:cNvSpPr txBox="1"/>
          <p:nvPr/>
        </p:nvSpPr>
        <p:spPr>
          <a:xfrm>
            <a:off x="8128000" y="5721350"/>
            <a:ext cx="58420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3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62194652-BB4E-F7F2-AC12-E07C80EA5B4A}"/>
              </a:ext>
            </a:extLst>
          </p:cNvPr>
          <p:cNvSpPr txBox="1"/>
          <p:nvPr/>
        </p:nvSpPr>
        <p:spPr>
          <a:xfrm>
            <a:off x="8128000" y="6223000"/>
            <a:ext cx="5842000" cy="609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de-DE" sz="2400">
                <a:solidFill>
                  <a:srgbClr val="000000"/>
                </a:solidFill>
                <a:latin typeface="Times New Roman" panose="02020603050405020304" pitchFamily="18" charset="0"/>
              </a:rPr>
              <a:t>HHHH HHHH</a:t>
            </a:r>
          </a:p>
        </p:txBody>
      </p:sp>
    </p:spTree>
    <p:extLst>
      <p:ext uri="{BB962C8B-B14F-4D97-AF65-F5344CB8AC3E}">
        <p14:creationId xmlns:p14="http://schemas.microsoft.com/office/powerpoint/2010/main" val="4060244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Benutzerdefiniert</PresentationFormat>
  <Paragraphs>254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2026-10-08T12:02:32Z</dcterms:created>
  <dcterms:modified xsi:type="dcterms:W3CDTF">2026-10-08T12:02:33Z</dcterms:modified>
</cp:coreProperties>
</file>