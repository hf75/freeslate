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B1D38E-7C7A-C5A4-EE57-D64CA814C7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9DC187B-C492-F93A-0C71-9F34AA48C7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54DA151-5236-C6AE-7421-305CFB524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8EA37-AF8A-4F4B-8A94-E78695846435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6FF668A-3368-6B41-980C-8CD579DD4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3024A15-573F-1CA1-7F9B-BFBB2695D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359BE-745B-4215-9DBF-4AAEB7BEE5E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55523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E14802-0415-4AA8-FF00-834556B9E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477F1E-EB18-FD49-3407-16CDE381C3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3B5642-1D57-E6B4-1C69-CECB7AD96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8EA37-AF8A-4F4B-8A94-E78695846435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0B44DC-106D-396F-0C20-EDBB3DE60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E6AC47-0301-F3D0-4250-61A82371F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359BE-745B-4215-9DBF-4AAEB7BEE5E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2762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078D0A-A80A-821D-81C1-497C85DAC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79C6B3-9121-EA7F-4B6F-F86C28AF64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5A4BE0-F956-5AEC-DF51-7935B58C1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8EA37-AF8A-4F4B-8A94-E78695846435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C1F89B0-3B3D-71F9-9DDE-033FF3703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356FEA9-C7D8-5463-F511-1FAAAD273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359BE-745B-4215-9DBF-4AAEB7BEE5E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2499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96728B-D671-FAF4-50F0-B4410352A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E9B86A-12E6-72AF-6C25-F6C3D8B81A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4A12E54-7643-6A95-B565-809E6D2052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322F48A-9F30-1C94-3E88-15700ADD1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8EA37-AF8A-4F4B-8A94-E78695846435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76A78B7-87F9-95BD-F17A-8BBE889C8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E833BBD-1BFB-E378-1540-99CD32619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359BE-745B-4215-9DBF-4AAEB7BEE5E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4701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6B6628-684B-7943-4AC0-3FD6B18D7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0158839-9842-1958-BCF8-8ADAD8202D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C0EB048-364D-3391-12F8-16C420FB7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5F9AD3F-BF12-8CC8-5730-54599B0A14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7643324-5C69-5902-D00A-B267FAD2ED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9E5A4CA-0B93-D67F-8388-43D3C8A21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8EA37-AF8A-4F4B-8A94-E78695846435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A4EAEFB-11B3-473A-4B4B-B350098DD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2E5F4EC-6715-41A8-84FD-1481ED178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359BE-745B-4215-9DBF-4AAEB7BEE5E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2709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49846A-B924-523C-57E6-7731CA938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96180C2-0109-BE1C-E5D4-34523547F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8EA37-AF8A-4F4B-8A94-E78695846435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D0DFCF8-CB63-2FBD-C2E8-E59D749E6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8E2DD1D-4D37-7699-53DA-3FDF584CE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359BE-745B-4215-9DBF-4AAEB7BEE5E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23217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CFCAE41-893F-D198-6255-C2FBFAE74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8EA37-AF8A-4F4B-8A94-E78695846435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609DD15-C35A-6544-234C-39D9F821F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DA8D15F-1FF8-477E-B64A-0FED79208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359BE-745B-4215-9DBF-4AAEB7BEE5E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34444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B39287-4D1C-A850-63D4-7AAEB66B4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D1521C-685F-D7DE-4895-ABE3EC89B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81C9EE6-5C9F-FD3B-97EE-9CD6E4E8D3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22E8E15-5732-D16F-BBB3-AFD5A391B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8EA37-AF8A-4F4B-8A94-E78695846435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0FF7E0-7123-46FA-4CC3-9120C92B6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250A4DE-9554-F3BE-A6E4-DCC9B2000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359BE-745B-4215-9DBF-4AAEB7BEE5E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1882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77140-73CF-679C-DA97-9617D210D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92D4932-AB5A-EDE4-217F-CD8124F0266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4035BA4-2BD0-1323-9789-1ED08B61B4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59A0616-9634-9E18-5109-5A75782E5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8EA37-AF8A-4F4B-8A94-E78695846435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7B4F9F3-E5CE-277D-BD2C-41FEA9CB5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6B87C86-83A7-423D-7780-32B90ED10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359BE-745B-4215-9DBF-4AAEB7BEE5E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05939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5D42A0-C559-1525-2DF2-13FCE5221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D51427A-D06D-685C-3664-73BE8578E6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685A37-3105-ECF2-4399-6DC5D6D79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8EA37-AF8A-4F4B-8A94-E78695846435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10A2C92-271A-0FFB-37BE-F42634DA2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181D0B-C1A4-A862-A528-F4B43D31E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359BE-745B-4215-9DBF-4AAEB7BEE5E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4315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3874F7D-9F7E-794A-A8E6-52C04BC7DE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3300942-98F2-4346-B366-CFD7B42986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9BF18E1-110F-F319-3E6B-B35931A20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8EA37-AF8A-4F4B-8A94-E78695846435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CF25FB6-9FB8-0C7C-80F1-A618ADABD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D20720-D796-AD99-30C8-C8A2C9566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359BE-745B-4215-9DBF-4AAEB7BEE5E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156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3A54D83-C0AE-1F8C-2251-E5E500149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A98F083-4E64-F001-4216-9BC5B87C86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DE94619-B656-16ED-DFC6-7A5EDBFC2F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A8EA37-AF8A-4F4B-8A94-E78695846435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BEFC8E-A872-879C-575E-0A0F49E61C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0338D2-C159-E9ED-B210-2D7333F14D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9359BE-745B-4215-9DBF-4AAEB7BEE5E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217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AB3B349-D046-D75E-7B26-206C37DE9CE4}"/>
              </a:ext>
            </a:extLst>
          </p:cNvPr>
          <p:cNvSpPr txBox="1"/>
          <p:nvPr/>
        </p:nvSpPr>
        <p:spPr>
          <a:xfrm>
            <a:off x="254000" y="203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5D41E8B-467F-7236-0C69-C4DBE7DC6DAD}"/>
              </a:ext>
            </a:extLst>
          </p:cNvPr>
          <p:cNvSpPr txBox="1"/>
          <p:nvPr/>
        </p:nvSpPr>
        <p:spPr>
          <a:xfrm>
            <a:off x="965795" y="203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42F61C0-5422-7F65-0431-3937EE64C221}"/>
              </a:ext>
            </a:extLst>
          </p:cNvPr>
          <p:cNvSpPr txBox="1"/>
          <p:nvPr/>
        </p:nvSpPr>
        <p:spPr>
          <a:xfrm>
            <a:off x="1677591" y="203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04C9648-47AF-3544-861D-775ED2BD3ED2}"/>
              </a:ext>
            </a:extLst>
          </p:cNvPr>
          <p:cNvSpPr txBox="1"/>
          <p:nvPr/>
        </p:nvSpPr>
        <p:spPr>
          <a:xfrm>
            <a:off x="2389386" y="203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4C4BB4D-8C80-6682-081F-D4141C58FE07}"/>
              </a:ext>
            </a:extLst>
          </p:cNvPr>
          <p:cNvSpPr txBox="1"/>
          <p:nvPr/>
        </p:nvSpPr>
        <p:spPr>
          <a:xfrm>
            <a:off x="3101181" y="203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0BBE5A0-9571-B690-984F-BDD23D2BA2F8}"/>
              </a:ext>
            </a:extLst>
          </p:cNvPr>
          <p:cNvSpPr txBox="1"/>
          <p:nvPr/>
        </p:nvSpPr>
        <p:spPr>
          <a:xfrm>
            <a:off x="3812977" y="203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3C7CA7-E4C5-E863-9087-0AD45635DEF1}"/>
              </a:ext>
            </a:extLst>
          </p:cNvPr>
          <p:cNvSpPr txBox="1"/>
          <p:nvPr/>
        </p:nvSpPr>
        <p:spPr>
          <a:xfrm>
            <a:off x="4524772" y="203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429FC98-D612-376A-9B2F-79D49867E77E}"/>
              </a:ext>
            </a:extLst>
          </p:cNvPr>
          <p:cNvSpPr txBox="1"/>
          <p:nvPr/>
        </p:nvSpPr>
        <p:spPr>
          <a:xfrm>
            <a:off x="5236567" y="203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55FAA45-3092-295B-CA0A-0A670C52981C}"/>
              </a:ext>
            </a:extLst>
          </p:cNvPr>
          <p:cNvSpPr txBox="1"/>
          <p:nvPr/>
        </p:nvSpPr>
        <p:spPr>
          <a:xfrm>
            <a:off x="5948363" y="203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4F0FD91-CF93-EEB5-8FEC-F1FA9B8BC58B}"/>
              </a:ext>
            </a:extLst>
          </p:cNvPr>
          <p:cNvSpPr txBox="1"/>
          <p:nvPr/>
        </p:nvSpPr>
        <p:spPr>
          <a:xfrm>
            <a:off x="6660158" y="203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4553589-FAE5-CA5E-FA71-F321AA64309D}"/>
              </a:ext>
            </a:extLst>
          </p:cNvPr>
          <p:cNvSpPr txBox="1"/>
          <p:nvPr/>
        </p:nvSpPr>
        <p:spPr>
          <a:xfrm>
            <a:off x="7371953" y="203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3628A5A4-FFC2-61FC-CE92-E81EFC8A310C}"/>
              </a:ext>
            </a:extLst>
          </p:cNvPr>
          <p:cNvSpPr txBox="1"/>
          <p:nvPr/>
        </p:nvSpPr>
        <p:spPr>
          <a:xfrm>
            <a:off x="8083748" y="203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D11A45C-8E00-21CD-E7B7-E0C686BA1207}"/>
              </a:ext>
            </a:extLst>
          </p:cNvPr>
          <p:cNvSpPr txBox="1"/>
          <p:nvPr/>
        </p:nvSpPr>
        <p:spPr>
          <a:xfrm>
            <a:off x="8795544" y="203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DAE5DE7-0390-D121-6AF3-18819B08106E}"/>
              </a:ext>
            </a:extLst>
          </p:cNvPr>
          <p:cNvSpPr txBox="1"/>
          <p:nvPr/>
        </p:nvSpPr>
        <p:spPr>
          <a:xfrm>
            <a:off x="9507339" y="203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31B902DA-D8D5-72A5-E7D5-38E6611170B6}"/>
              </a:ext>
            </a:extLst>
          </p:cNvPr>
          <p:cNvSpPr txBox="1"/>
          <p:nvPr/>
        </p:nvSpPr>
        <p:spPr>
          <a:xfrm>
            <a:off x="10219134" y="203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24A2475-1657-E4EB-FAC5-D57DB13212FD}"/>
              </a:ext>
            </a:extLst>
          </p:cNvPr>
          <p:cNvSpPr txBox="1"/>
          <p:nvPr/>
        </p:nvSpPr>
        <p:spPr>
          <a:xfrm>
            <a:off x="10930930" y="203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CF2CE0B-70A4-C6D3-B9F4-C030887B5CB8}"/>
              </a:ext>
            </a:extLst>
          </p:cNvPr>
          <p:cNvSpPr txBox="1"/>
          <p:nvPr/>
        </p:nvSpPr>
        <p:spPr>
          <a:xfrm>
            <a:off x="254000" y="12700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7F294B96-1090-7C68-8E76-A22BE199DAFB}"/>
              </a:ext>
            </a:extLst>
          </p:cNvPr>
          <p:cNvSpPr txBox="1"/>
          <p:nvPr/>
        </p:nvSpPr>
        <p:spPr>
          <a:xfrm>
            <a:off x="965795" y="12700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EBE0F4C8-1545-6C4A-19F7-03109BF851FF}"/>
              </a:ext>
            </a:extLst>
          </p:cNvPr>
          <p:cNvSpPr txBox="1"/>
          <p:nvPr/>
        </p:nvSpPr>
        <p:spPr>
          <a:xfrm>
            <a:off x="1677591" y="12700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9DA4C69F-C57F-17AF-1CA6-F263CC8975DA}"/>
              </a:ext>
            </a:extLst>
          </p:cNvPr>
          <p:cNvSpPr txBox="1"/>
          <p:nvPr/>
        </p:nvSpPr>
        <p:spPr>
          <a:xfrm>
            <a:off x="2389386" y="12700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DE9C560-3DB0-9A65-A087-CD20F6D9E358}"/>
              </a:ext>
            </a:extLst>
          </p:cNvPr>
          <p:cNvSpPr txBox="1"/>
          <p:nvPr/>
        </p:nvSpPr>
        <p:spPr>
          <a:xfrm>
            <a:off x="3101181" y="12700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ED0787F4-FC7E-91F7-47DA-C4FCE5F9CBE3}"/>
              </a:ext>
            </a:extLst>
          </p:cNvPr>
          <p:cNvSpPr txBox="1"/>
          <p:nvPr/>
        </p:nvSpPr>
        <p:spPr>
          <a:xfrm>
            <a:off x="3812977" y="12700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6E562ECC-B547-30F5-347B-AE43BA182FA9}"/>
              </a:ext>
            </a:extLst>
          </p:cNvPr>
          <p:cNvSpPr txBox="1"/>
          <p:nvPr/>
        </p:nvSpPr>
        <p:spPr>
          <a:xfrm>
            <a:off x="4524772" y="12700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5513FDA-1A8C-659A-3741-03B8E90E4FAD}"/>
              </a:ext>
            </a:extLst>
          </p:cNvPr>
          <p:cNvSpPr txBox="1"/>
          <p:nvPr/>
        </p:nvSpPr>
        <p:spPr>
          <a:xfrm>
            <a:off x="5236567" y="12700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FF3C4AD5-B2DB-F5B9-39DF-A3AEA723C222}"/>
              </a:ext>
            </a:extLst>
          </p:cNvPr>
          <p:cNvSpPr txBox="1"/>
          <p:nvPr/>
        </p:nvSpPr>
        <p:spPr>
          <a:xfrm>
            <a:off x="5948363" y="12700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8441CFE2-8DEE-258A-0DB1-DC0E50236D2E}"/>
              </a:ext>
            </a:extLst>
          </p:cNvPr>
          <p:cNvSpPr txBox="1"/>
          <p:nvPr/>
        </p:nvSpPr>
        <p:spPr>
          <a:xfrm>
            <a:off x="6660158" y="12700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00273603-1282-33CD-BD05-C96CF9B5B860}"/>
              </a:ext>
            </a:extLst>
          </p:cNvPr>
          <p:cNvSpPr txBox="1"/>
          <p:nvPr/>
        </p:nvSpPr>
        <p:spPr>
          <a:xfrm>
            <a:off x="7371953" y="12700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D3AC9DD3-2478-0425-EF1A-3E7DD99166EF}"/>
              </a:ext>
            </a:extLst>
          </p:cNvPr>
          <p:cNvSpPr txBox="1"/>
          <p:nvPr/>
        </p:nvSpPr>
        <p:spPr>
          <a:xfrm>
            <a:off x="8083748" y="12700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E1254918-BA10-6DEE-3A16-3F146F128C3C}"/>
              </a:ext>
            </a:extLst>
          </p:cNvPr>
          <p:cNvSpPr txBox="1"/>
          <p:nvPr/>
        </p:nvSpPr>
        <p:spPr>
          <a:xfrm>
            <a:off x="8795544" y="12700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3E4F25BB-B14A-D1E3-E6E1-BE507FFC71BC}"/>
              </a:ext>
            </a:extLst>
          </p:cNvPr>
          <p:cNvSpPr txBox="1"/>
          <p:nvPr/>
        </p:nvSpPr>
        <p:spPr>
          <a:xfrm>
            <a:off x="9507339" y="12700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9943854-F7E6-8E0C-B025-D5FF02C38EE8}"/>
              </a:ext>
            </a:extLst>
          </p:cNvPr>
          <p:cNvSpPr txBox="1"/>
          <p:nvPr/>
        </p:nvSpPr>
        <p:spPr>
          <a:xfrm>
            <a:off x="10219134" y="12700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A190C80-3E31-0C0B-520F-E4D4F5A4614F}"/>
              </a:ext>
            </a:extLst>
          </p:cNvPr>
          <p:cNvSpPr txBox="1"/>
          <p:nvPr/>
        </p:nvSpPr>
        <p:spPr>
          <a:xfrm>
            <a:off x="10930930" y="12700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2BA0BC14-AF53-BB0F-9362-8901876E40E3}"/>
              </a:ext>
            </a:extLst>
          </p:cNvPr>
          <p:cNvSpPr txBox="1"/>
          <p:nvPr/>
        </p:nvSpPr>
        <p:spPr>
          <a:xfrm>
            <a:off x="254000" y="233680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D2272812-7FB3-1517-1A5C-E3D9EF4FBFDD}"/>
              </a:ext>
            </a:extLst>
          </p:cNvPr>
          <p:cNvSpPr txBox="1"/>
          <p:nvPr/>
        </p:nvSpPr>
        <p:spPr>
          <a:xfrm>
            <a:off x="965795" y="233680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4ABC9390-CD80-DEEB-8A42-C3A26A4C116D}"/>
              </a:ext>
            </a:extLst>
          </p:cNvPr>
          <p:cNvSpPr txBox="1"/>
          <p:nvPr/>
        </p:nvSpPr>
        <p:spPr>
          <a:xfrm>
            <a:off x="1677591" y="233680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83161633-752A-A2BC-82B6-4C991E84AB76}"/>
              </a:ext>
            </a:extLst>
          </p:cNvPr>
          <p:cNvSpPr txBox="1"/>
          <p:nvPr/>
        </p:nvSpPr>
        <p:spPr>
          <a:xfrm>
            <a:off x="2389386" y="233680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45338131-C524-8497-461B-480F1851ECD2}"/>
              </a:ext>
            </a:extLst>
          </p:cNvPr>
          <p:cNvSpPr txBox="1"/>
          <p:nvPr/>
        </p:nvSpPr>
        <p:spPr>
          <a:xfrm>
            <a:off x="3101181" y="233680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CF2D8F38-11A8-B475-805D-8844FE01AECA}"/>
              </a:ext>
            </a:extLst>
          </p:cNvPr>
          <p:cNvSpPr txBox="1"/>
          <p:nvPr/>
        </p:nvSpPr>
        <p:spPr>
          <a:xfrm>
            <a:off x="3812977" y="233680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74AB5AD2-4897-44F9-E07D-ADED9573A8BC}"/>
              </a:ext>
            </a:extLst>
          </p:cNvPr>
          <p:cNvSpPr txBox="1"/>
          <p:nvPr/>
        </p:nvSpPr>
        <p:spPr>
          <a:xfrm>
            <a:off x="4524772" y="233680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93A3BFC3-8F6B-2C41-2301-68F8FC50C0C3}"/>
              </a:ext>
            </a:extLst>
          </p:cNvPr>
          <p:cNvSpPr txBox="1"/>
          <p:nvPr/>
        </p:nvSpPr>
        <p:spPr>
          <a:xfrm>
            <a:off x="5236567" y="233680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9FB6672-6938-6131-7D39-1C0B25ABCB48}"/>
              </a:ext>
            </a:extLst>
          </p:cNvPr>
          <p:cNvSpPr txBox="1"/>
          <p:nvPr/>
        </p:nvSpPr>
        <p:spPr>
          <a:xfrm>
            <a:off x="5948363" y="233680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CE9B7CCC-8763-E5B9-1AB7-5601C04CFF59}"/>
              </a:ext>
            </a:extLst>
          </p:cNvPr>
          <p:cNvSpPr txBox="1"/>
          <p:nvPr/>
        </p:nvSpPr>
        <p:spPr>
          <a:xfrm>
            <a:off x="6660158" y="233680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850C1E8-1688-4884-C145-C90EACAC6B2C}"/>
              </a:ext>
            </a:extLst>
          </p:cNvPr>
          <p:cNvSpPr txBox="1"/>
          <p:nvPr/>
        </p:nvSpPr>
        <p:spPr>
          <a:xfrm>
            <a:off x="7371953" y="233680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566482A3-18FF-60B1-59ED-8339372B8223}"/>
              </a:ext>
            </a:extLst>
          </p:cNvPr>
          <p:cNvSpPr txBox="1"/>
          <p:nvPr/>
        </p:nvSpPr>
        <p:spPr>
          <a:xfrm>
            <a:off x="8083748" y="233680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B828E623-4489-C590-CA2D-B3BE304DD98C}"/>
              </a:ext>
            </a:extLst>
          </p:cNvPr>
          <p:cNvSpPr txBox="1"/>
          <p:nvPr/>
        </p:nvSpPr>
        <p:spPr>
          <a:xfrm>
            <a:off x="8795544" y="233680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877D5D6C-2A8B-AEAE-1A9E-00B3EE45BFB8}"/>
              </a:ext>
            </a:extLst>
          </p:cNvPr>
          <p:cNvSpPr txBox="1"/>
          <p:nvPr/>
        </p:nvSpPr>
        <p:spPr>
          <a:xfrm>
            <a:off x="9507339" y="233680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AE77B7CF-AF3E-3AA5-88DA-A69ED02A168A}"/>
              </a:ext>
            </a:extLst>
          </p:cNvPr>
          <p:cNvSpPr txBox="1"/>
          <p:nvPr/>
        </p:nvSpPr>
        <p:spPr>
          <a:xfrm>
            <a:off x="10219134" y="233680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13A32CE5-A387-6EBB-17F4-248D819F446B}"/>
              </a:ext>
            </a:extLst>
          </p:cNvPr>
          <p:cNvSpPr txBox="1"/>
          <p:nvPr/>
        </p:nvSpPr>
        <p:spPr>
          <a:xfrm>
            <a:off x="10930930" y="233680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926ACC27-52FE-7BBB-E1F5-D500B1DD9F95}"/>
              </a:ext>
            </a:extLst>
          </p:cNvPr>
          <p:cNvSpPr txBox="1"/>
          <p:nvPr/>
        </p:nvSpPr>
        <p:spPr>
          <a:xfrm>
            <a:off x="254000" y="34036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C56C98CC-4C46-6A42-024B-37C97B10B91D}"/>
              </a:ext>
            </a:extLst>
          </p:cNvPr>
          <p:cNvSpPr txBox="1"/>
          <p:nvPr/>
        </p:nvSpPr>
        <p:spPr>
          <a:xfrm>
            <a:off x="965795" y="34036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9EBE7FB6-C580-F909-F54D-76025384C90E}"/>
              </a:ext>
            </a:extLst>
          </p:cNvPr>
          <p:cNvSpPr txBox="1"/>
          <p:nvPr/>
        </p:nvSpPr>
        <p:spPr>
          <a:xfrm>
            <a:off x="1677591" y="34036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A70803A7-83D2-F12D-8367-41C6172DF584}"/>
              </a:ext>
            </a:extLst>
          </p:cNvPr>
          <p:cNvSpPr txBox="1"/>
          <p:nvPr/>
        </p:nvSpPr>
        <p:spPr>
          <a:xfrm>
            <a:off x="2389386" y="34036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AD06EFAE-51AE-619C-7648-9746730581F1}"/>
              </a:ext>
            </a:extLst>
          </p:cNvPr>
          <p:cNvSpPr txBox="1"/>
          <p:nvPr/>
        </p:nvSpPr>
        <p:spPr>
          <a:xfrm>
            <a:off x="3101181" y="34036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7B965C3E-0B9A-0EC8-1C8D-41B7EECBEF10}"/>
              </a:ext>
            </a:extLst>
          </p:cNvPr>
          <p:cNvSpPr txBox="1"/>
          <p:nvPr/>
        </p:nvSpPr>
        <p:spPr>
          <a:xfrm>
            <a:off x="3812977" y="34036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03D3F0B-1175-1169-5FA9-3CF27FF9AA15}"/>
              </a:ext>
            </a:extLst>
          </p:cNvPr>
          <p:cNvSpPr txBox="1"/>
          <p:nvPr/>
        </p:nvSpPr>
        <p:spPr>
          <a:xfrm>
            <a:off x="4524772" y="34036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80AFF1DF-C422-60E4-2648-081DC5E7F768}"/>
              </a:ext>
            </a:extLst>
          </p:cNvPr>
          <p:cNvSpPr txBox="1"/>
          <p:nvPr/>
        </p:nvSpPr>
        <p:spPr>
          <a:xfrm>
            <a:off x="5236567" y="34036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C3C1583A-BCD8-9534-2E9D-52AAF99D1D85}"/>
              </a:ext>
            </a:extLst>
          </p:cNvPr>
          <p:cNvSpPr txBox="1"/>
          <p:nvPr/>
        </p:nvSpPr>
        <p:spPr>
          <a:xfrm>
            <a:off x="5948363" y="34036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5F7B3998-A860-3CC8-7621-956556C436AA}"/>
              </a:ext>
            </a:extLst>
          </p:cNvPr>
          <p:cNvSpPr txBox="1"/>
          <p:nvPr/>
        </p:nvSpPr>
        <p:spPr>
          <a:xfrm>
            <a:off x="6660158" y="34036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606A90F6-083C-8A10-53D8-CE58FA0AE915}"/>
              </a:ext>
            </a:extLst>
          </p:cNvPr>
          <p:cNvSpPr txBox="1"/>
          <p:nvPr/>
        </p:nvSpPr>
        <p:spPr>
          <a:xfrm>
            <a:off x="7371953" y="34036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13089B2-A1F5-25A4-C851-0EE2F75ED291}"/>
              </a:ext>
            </a:extLst>
          </p:cNvPr>
          <p:cNvSpPr txBox="1"/>
          <p:nvPr/>
        </p:nvSpPr>
        <p:spPr>
          <a:xfrm>
            <a:off x="8083748" y="34036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3C2DB1F2-1241-9F97-C36A-04501A2FFD8A}"/>
              </a:ext>
            </a:extLst>
          </p:cNvPr>
          <p:cNvSpPr txBox="1"/>
          <p:nvPr/>
        </p:nvSpPr>
        <p:spPr>
          <a:xfrm>
            <a:off x="8795544" y="34036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2F561B97-90EE-9A62-425B-D89657D5F383}"/>
              </a:ext>
            </a:extLst>
          </p:cNvPr>
          <p:cNvSpPr txBox="1"/>
          <p:nvPr/>
        </p:nvSpPr>
        <p:spPr>
          <a:xfrm>
            <a:off x="9507339" y="34036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C2848C09-5DD3-610A-B774-76E331D271CC}"/>
              </a:ext>
            </a:extLst>
          </p:cNvPr>
          <p:cNvSpPr txBox="1"/>
          <p:nvPr/>
        </p:nvSpPr>
        <p:spPr>
          <a:xfrm>
            <a:off x="10219134" y="34036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A81D52DA-E32A-C03F-0568-C9FFB31E03A5}"/>
              </a:ext>
            </a:extLst>
          </p:cNvPr>
          <p:cNvSpPr txBox="1"/>
          <p:nvPr/>
        </p:nvSpPr>
        <p:spPr>
          <a:xfrm>
            <a:off x="10930930" y="34036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388EFF51-B3B7-9EBC-A210-588DA1FC316E}"/>
              </a:ext>
            </a:extLst>
          </p:cNvPr>
          <p:cNvSpPr txBox="1"/>
          <p:nvPr/>
        </p:nvSpPr>
        <p:spPr>
          <a:xfrm>
            <a:off x="254000" y="447040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7C0D1975-5271-41F8-CFDD-E6C43F800F0B}"/>
              </a:ext>
            </a:extLst>
          </p:cNvPr>
          <p:cNvSpPr txBox="1"/>
          <p:nvPr/>
        </p:nvSpPr>
        <p:spPr>
          <a:xfrm>
            <a:off x="965795" y="447040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0F69C2CC-7A74-5FA5-71FB-7D93E8139CCB}"/>
              </a:ext>
            </a:extLst>
          </p:cNvPr>
          <p:cNvSpPr txBox="1"/>
          <p:nvPr/>
        </p:nvSpPr>
        <p:spPr>
          <a:xfrm>
            <a:off x="1677591" y="447040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C6F21180-FFF9-925F-9C09-B3F618B24115}"/>
              </a:ext>
            </a:extLst>
          </p:cNvPr>
          <p:cNvSpPr txBox="1"/>
          <p:nvPr/>
        </p:nvSpPr>
        <p:spPr>
          <a:xfrm>
            <a:off x="2389386" y="447040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A95744F6-C9D2-0865-744F-995B92931138}"/>
              </a:ext>
            </a:extLst>
          </p:cNvPr>
          <p:cNvSpPr txBox="1"/>
          <p:nvPr/>
        </p:nvSpPr>
        <p:spPr>
          <a:xfrm>
            <a:off x="3101181" y="447040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56C82A40-84DF-2B56-B305-D97D30224CEF}"/>
              </a:ext>
            </a:extLst>
          </p:cNvPr>
          <p:cNvSpPr txBox="1"/>
          <p:nvPr/>
        </p:nvSpPr>
        <p:spPr>
          <a:xfrm>
            <a:off x="3812977" y="447040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9D0DC85-C166-BFB4-D107-F3F0563968E3}"/>
              </a:ext>
            </a:extLst>
          </p:cNvPr>
          <p:cNvSpPr txBox="1"/>
          <p:nvPr/>
        </p:nvSpPr>
        <p:spPr>
          <a:xfrm>
            <a:off x="4524772" y="447040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92C1CA75-9DB6-CC11-C7DA-BE109033B798}"/>
              </a:ext>
            </a:extLst>
          </p:cNvPr>
          <p:cNvSpPr txBox="1"/>
          <p:nvPr/>
        </p:nvSpPr>
        <p:spPr>
          <a:xfrm>
            <a:off x="5236567" y="447040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5A7AA811-01A3-FECA-4671-7478D52E112A}"/>
              </a:ext>
            </a:extLst>
          </p:cNvPr>
          <p:cNvSpPr txBox="1"/>
          <p:nvPr/>
        </p:nvSpPr>
        <p:spPr>
          <a:xfrm>
            <a:off x="5948363" y="447040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BB35742B-E795-F505-9FAA-500A472C44C8}"/>
              </a:ext>
            </a:extLst>
          </p:cNvPr>
          <p:cNvSpPr txBox="1"/>
          <p:nvPr/>
        </p:nvSpPr>
        <p:spPr>
          <a:xfrm>
            <a:off x="6660158" y="447040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2BF5AF1C-0862-0E1C-757C-BD3C118FB6FE}"/>
              </a:ext>
            </a:extLst>
          </p:cNvPr>
          <p:cNvSpPr txBox="1"/>
          <p:nvPr/>
        </p:nvSpPr>
        <p:spPr>
          <a:xfrm>
            <a:off x="7371953" y="447040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48F23E21-DAAA-AC99-9E3D-3789E7E142D1}"/>
              </a:ext>
            </a:extLst>
          </p:cNvPr>
          <p:cNvSpPr txBox="1"/>
          <p:nvPr/>
        </p:nvSpPr>
        <p:spPr>
          <a:xfrm>
            <a:off x="8083748" y="447040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F676B21E-BDD2-DA57-CE9E-671E0990CFEE}"/>
              </a:ext>
            </a:extLst>
          </p:cNvPr>
          <p:cNvSpPr txBox="1"/>
          <p:nvPr/>
        </p:nvSpPr>
        <p:spPr>
          <a:xfrm>
            <a:off x="8795544" y="447040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DA9ED83C-16FF-D36B-572B-5C91DBFAF524}"/>
              </a:ext>
            </a:extLst>
          </p:cNvPr>
          <p:cNvSpPr txBox="1"/>
          <p:nvPr/>
        </p:nvSpPr>
        <p:spPr>
          <a:xfrm>
            <a:off x="9507339" y="447040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B7C78E2A-36B8-BDF5-F5EB-BE5C88D0BA41}"/>
              </a:ext>
            </a:extLst>
          </p:cNvPr>
          <p:cNvSpPr txBox="1"/>
          <p:nvPr/>
        </p:nvSpPr>
        <p:spPr>
          <a:xfrm>
            <a:off x="10219134" y="447040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008F5472-4A54-7802-8771-0E5489DD8EA3}"/>
              </a:ext>
            </a:extLst>
          </p:cNvPr>
          <p:cNvSpPr txBox="1"/>
          <p:nvPr/>
        </p:nvSpPr>
        <p:spPr>
          <a:xfrm>
            <a:off x="10930930" y="447040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54DF646E-F639-FA06-AC18-BBAF8E0FFCBC}"/>
              </a:ext>
            </a:extLst>
          </p:cNvPr>
          <p:cNvSpPr txBox="1"/>
          <p:nvPr/>
        </p:nvSpPr>
        <p:spPr>
          <a:xfrm>
            <a:off x="254000" y="5537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8B2279ED-DA66-89DD-60E1-AE7F17695DB6}"/>
              </a:ext>
            </a:extLst>
          </p:cNvPr>
          <p:cNvSpPr txBox="1"/>
          <p:nvPr/>
        </p:nvSpPr>
        <p:spPr>
          <a:xfrm>
            <a:off x="965795" y="5537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F490678E-DEEC-CE8E-B2A6-0AE5F698BB3F}"/>
              </a:ext>
            </a:extLst>
          </p:cNvPr>
          <p:cNvSpPr txBox="1"/>
          <p:nvPr/>
        </p:nvSpPr>
        <p:spPr>
          <a:xfrm>
            <a:off x="1677591" y="5537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0FD597F5-12B1-96BC-0A42-6ACBDDBB65A0}"/>
              </a:ext>
            </a:extLst>
          </p:cNvPr>
          <p:cNvSpPr txBox="1"/>
          <p:nvPr/>
        </p:nvSpPr>
        <p:spPr>
          <a:xfrm>
            <a:off x="2389386" y="5537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AAD408F2-7FAF-29B3-78C1-EF22AE243BB2}"/>
              </a:ext>
            </a:extLst>
          </p:cNvPr>
          <p:cNvSpPr txBox="1"/>
          <p:nvPr/>
        </p:nvSpPr>
        <p:spPr>
          <a:xfrm>
            <a:off x="3101181" y="5537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30999B16-B3ED-1BB3-04D1-7F4D7DB2F0F8}"/>
              </a:ext>
            </a:extLst>
          </p:cNvPr>
          <p:cNvSpPr txBox="1"/>
          <p:nvPr/>
        </p:nvSpPr>
        <p:spPr>
          <a:xfrm>
            <a:off x="3812977" y="5537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A0285BAB-6660-7EE4-553E-B1B8F30C4A83}"/>
              </a:ext>
            </a:extLst>
          </p:cNvPr>
          <p:cNvSpPr txBox="1"/>
          <p:nvPr/>
        </p:nvSpPr>
        <p:spPr>
          <a:xfrm>
            <a:off x="4524772" y="5537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89" name="Textfeld 88">
            <a:extLst>
              <a:ext uri="{FF2B5EF4-FFF2-40B4-BE49-F238E27FC236}">
                <a16:creationId xmlns:a16="http://schemas.microsoft.com/office/drawing/2014/main" id="{72143531-5B12-AA9A-3AD9-35B18DE9EC2F}"/>
              </a:ext>
            </a:extLst>
          </p:cNvPr>
          <p:cNvSpPr txBox="1"/>
          <p:nvPr/>
        </p:nvSpPr>
        <p:spPr>
          <a:xfrm>
            <a:off x="5236567" y="5537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6761746C-F50F-2804-89B5-D366ED230292}"/>
              </a:ext>
            </a:extLst>
          </p:cNvPr>
          <p:cNvSpPr txBox="1"/>
          <p:nvPr/>
        </p:nvSpPr>
        <p:spPr>
          <a:xfrm>
            <a:off x="5948363" y="5537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2D0C0005-DEEF-6942-46AC-61AD9EFD6185}"/>
              </a:ext>
            </a:extLst>
          </p:cNvPr>
          <p:cNvSpPr txBox="1"/>
          <p:nvPr/>
        </p:nvSpPr>
        <p:spPr>
          <a:xfrm>
            <a:off x="6660158" y="5537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B94554FE-F9AC-8E33-37E9-A9D34678CC48}"/>
              </a:ext>
            </a:extLst>
          </p:cNvPr>
          <p:cNvSpPr txBox="1"/>
          <p:nvPr/>
        </p:nvSpPr>
        <p:spPr>
          <a:xfrm>
            <a:off x="7371953" y="5537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6FF97FB7-C4A4-1C70-CB5B-737C555E6008}"/>
              </a:ext>
            </a:extLst>
          </p:cNvPr>
          <p:cNvSpPr txBox="1"/>
          <p:nvPr/>
        </p:nvSpPr>
        <p:spPr>
          <a:xfrm>
            <a:off x="8083748" y="5537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91CBB431-E3E7-2673-F53B-D2D9F843FD87}"/>
              </a:ext>
            </a:extLst>
          </p:cNvPr>
          <p:cNvSpPr txBox="1"/>
          <p:nvPr/>
        </p:nvSpPr>
        <p:spPr>
          <a:xfrm>
            <a:off x="8795544" y="5537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95" name="Textfeld 94">
            <a:extLst>
              <a:ext uri="{FF2B5EF4-FFF2-40B4-BE49-F238E27FC236}">
                <a16:creationId xmlns:a16="http://schemas.microsoft.com/office/drawing/2014/main" id="{01147214-FF96-E25B-F33D-B39BDB98FE8F}"/>
              </a:ext>
            </a:extLst>
          </p:cNvPr>
          <p:cNvSpPr txBox="1"/>
          <p:nvPr/>
        </p:nvSpPr>
        <p:spPr>
          <a:xfrm>
            <a:off x="9507339" y="5537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917000D4-26A1-4CC4-356E-8F1E7164F3BA}"/>
              </a:ext>
            </a:extLst>
          </p:cNvPr>
          <p:cNvSpPr txBox="1"/>
          <p:nvPr/>
        </p:nvSpPr>
        <p:spPr>
          <a:xfrm>
            <a:off x="10219134" y="5537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3970F4B8-26FC-0B9F-37E2-EAA1D598A640}"/>
              </a:ext>
            </a:extLst>
          </p:cNvPr>
          <p:cNvSpPr txBox="1"/>
          <p:nvPr/>
        </p:nvSpPr>
        <p:spPr>
          <a:xfrm>
            <a:off x="10930930" y="5537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379141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557A38F-2414-D2B7-2F12-6025642C4F1C}"/>
              </a:ext>
            </a:extLst>
          </p:cNvPr>
          <p:cNvSpPr txBox="1"/>
          <p:nvPr/>
        </p:nvSpPr>
        <p:spPr>
          <a:xfrm>
            <a:off x="254000" y="203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8024A75-4730-1B4E-6D49-5DA885B2ABED}"/>
              </a:ext>
            </a:extLst>
          </p:cNvPr>
          <p:cNvSpPr txBox="1"/>
          <p:nvPr/>
        </p:nvSpPr>
        <p:spPr>
          <a:xfrm>
            <a:off x="965200" y="203795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F81D3A-8348-9959-A40C-479D950CC5EC}"/>
              </a:ext>
            </a:extLst>
          </p:cNvPr>
          <p:cNvSpPr txBox="1"/>
          <p:nvPr/>
        </p:nvSpPr>
        <p:spPr>
          <a:xfrm>
            <a:off x="1676400" y="204391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5446F3E-D8D8-6726-FB69-ACC750623D8B}"/>
              </a:ext>
            </a:extLst>
          </p:cNvPr>
          <p:cNvSpPr txBox="1"/>
          <p:nvPr/>
        </p:nvSpPr>
        <p:spPr>
          <a:xfrm>
            <a:off x="2387600" y="204986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DC068FF-25C0-F390-DCFE-077B410C23E0}"/>
              </a:ext>
            </a:extLst>
          </p:cNvPr>
          <p:cNvSpPr txBox="1"/>
          <p:nvPr/>
        </p:nvSpPr>
        <p:spPr>
          <a:xfrm>
            <a:off x="3098800" y="205581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9BEE8FC-C6D2-7242-94C5-24A9656A1683}"/>
              </a:ext>
            </a:extLst>
          </p:cNvPr>
          <p:cNvSpPr txBox="1"/>
          <p:nvPr/>
        </p:nvSpPr>
        <p:spPr>
          <a:xfrm>
            <a:off x="3810000" y="206177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20CB149-0293-FC68-00F5-547F5700396D}"/>
              </a:ext>
            </a:extLst>
          </p:cNvPr>
          <p:cNvSpPr txBox="1"/>
          <p:nvPr/>
        </p:nvSpPr>
        <p:spPr>
          <a:xfrm>
            <a:off x="4521200" y="206772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766B0D9-F9C2-E81C-CA03-357272AD0878}"/>
              </a:ext>
            </a:extLst>
          </p:cNvPr>
          <p:cNvSpPr txBox="1"/>
          <p:nvPr/>
        </p:nvSpPr>
        <p:spPr>
          <a:xfrm>
            <a:off x="5232400" y="207367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5768F7A-905E-2785-E8E1-2E26CF0A58C8}"/>
              </a:ext>
            </a:extLst>
          </p:cNvPr>
          <p:cNvSpPr txBox="1"/>
          <p:nvPr/>
        </p:nvSpPr>
        <p:spPr>
          <a:xfrm>
            <a:off x="5943600" y="207963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B3BE0A7-4200-38C2-6F42-143D20E75AB8}"/>
              </a:ext>
            </a:extLst>
          </p:cNvPr>
          <p:cNvSpPr txBox="1"/>
          <p:nvPr/>
        </p:nvSpPr>
        <p:spPr>
          <a:xfrm>
            <a:off x="6654800" y="208558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F807938-5052-DC9E-C663-F6C58EB157DE}"/>
              </a:ext>
            </a:extLst>
          </p:cNvPr>
          <p:cNvSpPr txBox="1"/>
          <p:nvPr/>
        </p:nvSpPr>
        <p:spPr>
          <a:xfrm>
            <a:off x="7366000" y="209153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4C32963-2270-7FEE-B035-DAA761503DE3}"/>
              </a:ext>
            </a:extLst>
          </p:cNvPr>
          <p:cNvSpPr txBox="1"/>
          <p:nvPr/>
        </p:nvSpPr>
        <p:spPr>
          <a:xfrm>
            <a:off x="8077200" y="209748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E51E4DB-1CC8-53E5-C766-808479CCA1B7}"/>
              </a:ext>
            </a:extLst>
          </p:cNvPr>
          <p:cNvSpPr txBox="1"/>
          <p:nvPr/>
        </p:nvSpPr>
        <p:spPr>
          <a:xfrm>
            <a:off x="8788400" y="210344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108BCDC-8B4E-19EA-BA50-A72AD1991105}"/>
              </a:ext>
            </a:extLst>
          </p:cNvPr>
          <p:cNvSpPr txBox="1"/>
          <p:nvPr/>
        </p:nvSpPr>
        <p:spPr>
          <a:xfrm>
            <a:off x="9499600" y="210939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A6BB9B09-3AAF-C298-2C66-44235A5E1366}"/>
              </a:ext>
            </a:extLst>
          </p:cNvPr>
          <p:cNvSpPr txBox="1"/>
          <p:nvPr/>
        </p:nvSpPr>
        <p:spPr>
          <a:xfrm>
            <a:off x="10210800" y="211534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63EB19A7-EB87-2A41-6C0F-E40C2F21FCAE}"/>
              </a:ext>
            </a:extLst>
          </p:cNvPr>
          <p:cNvSpPr txBox="1"/>
          <p:nvPr/>
        </p:nvSpPr>
        <p:spPr>
          <a:xfrm>
            <a:off x="10922000" y="21213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169948B-05A4-6049-4597-8C8DC844C3BB}"/>
              </a:ext>
            </a:extLst>
          </p:cNvPr>
          <p:cNvSpPr txBox="1"/>
          <p:nvPr/>
        </p:nvSpPr>
        <p:spPr>
          <a:xfrm>
            <a:off x="254000" y="12700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9933FD26-642D-D5CC-2892-F688AD93E45D}"/>
              </a:ext>
            </a:extLst>
          </p:cNvPr>
          <p:cNvSpPr txBox="1"/>
          <p:nvPr/>
        </p:nvSpPr>
        <p:spPr>
          <a:xfrm>
            <a:off x="965200" y="1270595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601578E3-3902-3C70-C351-3911D1F296E7}"/>
              </a:ext>
            </a:extLst>
          </p:cNvPr>
          <p:cNvSpPr txBox="1"/>
          <p:nvPr/>
        </p:nvSpPr>
        <p:spPr>
          <a:xfrm>
            <a:off x="1676400" y="1271191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9C53D2DB-CA74-A3AF-83CC-866400742C57}"/>
              </a:ext>
            </a:extLst>
          </p:cNvPr>
          <p:cNvSpPr txBox="1"/>
          <p:nvPr/>
        </p:nvSpPr>
        <p:spPr>
          <a:xfrm>
            <a:off x="2387600" y="1271786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EAE0D5B-7968-C166-88FD-7894DD274BEC}"/>
              </a:ext>
            </a:extLst>
          </p:cNvPr>
          <p:cNvSpPr txBox="1"/>
          <p:nvPr/>
        </p:nvSpPr>
        <p:spPr>
          <a:xfrm>
            <a:off x="3098800" y="1272381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27AC5ED-54D7-CB20-B71B-B5FC9565E56D}"/>
              </a:ext>
            </a:extLst>
          </p:cNvPr>
          <p:cNvSpPr txBox="1"/>
          <p:nvPr/>
        </p:nvSpPr>
        <p:spPr>
          <a:xfrm>
            <a:off x="3810000" y="1272977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9D628EEB-EA6E-7C15-CECF-CF0D86E82189}"/>
              </a:ext>
            </a:extLst>
          </p:cNvPr>
          <p:cNvSpPr txBox="1"/>
          <p:nvPr/>
        </p:nvSpPr>
        <p:spPr>
          <a:xfrm>
            <a:off x="4521200" y="1273572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804E3185-7254-F7CF-1723-1961298499D6}"/>
              </a:ext>
            </a:extLst>
          </p:cNvPr>
          <p:cNvSpPr txBox="1"/>
          <p:nvPr/>
        </p:nvSpPr>
        <p:spPr>
          <a:xfrm>
            <a:off x="5232400" y="1274167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C8528001-06EA-F3EB-754F-234DC83D8308}"/>
              </a:ext>
            </a:extLst>
          </p:cNvPr>
          <p:cNvSpPr txBox="1"/>
          <p:nvPr/>
        </p:nvSpPr>
        <p:spPr>
          <a:xfrm>
            <a:off x="5943600" y="1274763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2D9F32A-DC2C-6DBF-6A8B-E27288F0A57F}"/>
              </a:ext>
            </a:extLst>
          </p:cNvPr>
          <p:cNvSpPr txBox="1"/>
          <p:nvPr/>
        </p:nvSpPr>
        <p:spPr>
          <a:xfrm>
            <a:off x="6654800" y="1275358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1EE70FF-536F-B0E9-F962-B10AA746FD0D}"/>
              </a:ext>
            </a:extLst>
          </p:cNvPr>
          <p:cNvSpPr txBox="1"/>
          <p:nvPr/>
        </p:nvSpPr>
        <p:spPr>
          <a:xfrm>
            <a:off x="7366000" y="1275953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497D80A-22E0-81A8-CECE-99468C57463E}"/>
              </a:ext>
            </a:extLst>
          </p:cNvPr>
          <p:cNvSpPr txBox="1"/>
          <p:nvPr/>
        </p:nvSpPr>
        <p:spPr>
          <a:xfrm>
            <a:off x="8077200" y="1276548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0E1DB27D-B864-B569-29F1-3CAB6AF7C0D6}"/>
              </a:ext>
            </a:extLst>
          </p:cNvPr>
          <p:cNvSpPr txBox="1"/>
          <p:nvPr/>
        </p:nvSpPr>
        <p:spPr>
          <a:xfrm>
            <a:off x="8788400" y="1277144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0A332985-77CF-FAC0-E947-2E94CA1D8204}"/>
              </a:ext>
            </a:extLst>
          </p:cNvPr>
          <p:cNvSpPr txBox="1"/>
          <p:nvPr/>
        </p:nvSpPr>
        <p:spPr>
          <a:xfrm>
            <a:off x="9499600" y="1277739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E56F69E1-2268-237E-0D96-C6DFC0B29C34}"/>
              </a:ext>
            </a:extLst>
          </p:cNvPr>
          <p:cNvSpPr txBox="1"/>
          <p:nvPr/>
        </p:nvSpPr>
        <p:spPr>
          <a:xfrm>
            <a:off x="10210800" y="1278334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3E476448-9163-4165-A5CF-A0C5BA8707D1}"/>
              </a:ext>
            </a:extLst>
          </p:cNvPr>
          <p:cNvSpPr txBox="1"/>
          <p:nvPr/>
        </p:nvSpPr>
        <p:spPr>
          <a:xfrm>
            <a:off x="10922000" y="127893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92346A08-D9D3-A780-7BF8-293E163E9363}"/>
              </a:ext>
            </a:extLst>
          </p:cNvPr>
          <p:cNvSpPr txBox="1"/>
          <p:nvPr/>
        </p:nvSpPr>
        <p:spPr>
          <a:xfrm>
            <a:off x="254000" y="233680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F79ED12D-BDF6-2F1E-C7BA-EA0B5869DCE4}"/>
              </a:ext>
            </a:extLst>
          </p:cNvPr>
          <p:cNvSpPr txBox="1"/>
          <p:nvPr/>
        </p:nvSpPr>
        <p:spPr>
          <a:xfrm>
            <a:off x="965200" y="2337395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104FECF1-52DB-3FFA-BC60-F59A3BFA0DDD}"/>
              </a:ext>
            </a:extLst>
          </p:cNvPr>
          <p:cNvSpPr txBox="1"/>
          <p:nvPr/>
        </p:nvSpPr>
        <p:spPr>
          <a:xfrm>
            <a:off x="1676400" y="2337991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C653563A-09F9-0AA7-11D4-11CABE303084}"/>
              </a:ext>
            </a:extLst>
          </p:cNvPr>
          <p:cNvSpPr txBox="1"/>
          <p:nvPr/>
        </p:nvSpPr>
        <p:spPr>
          <a:xfrm>
            <a:off x="2387600" y="2338586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C94C817F-2DA5-E66D-27A9-2243C825170E}"/>
              </a:ext>
            </a:extLst>
          </p:cNvPr>
          <p:cNvSpPr txBox="1"/>
          <p:nvPr/>
        </p:nvSpPr>
        <p:spPr>
          <a:xfrm>
            <a:off x="3098800" y="2339181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7F86961F-2C16-CE70-F6ED-3E5F746CB634}"/>
              </a:ext>
            </a:extLst>
          </p:cNvPr>
          <p:cNvSpPr txBox="1"/>
          <p:nvPr/>
        </p:nvSpPr>
        <p:spPr>
          <a:xfrm>
            <a:off x="3810000" y="2339777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528D9735-FE9B-BB7D-48E8-4C215A257699}"/>
              </a:ext>
            </a:extLst>
          </p:cNvPr>
          <p:cNvSpPr txBox="1"/>
          <p:nvPr/>
        </p:nvSpPr>
        <p:spPr>
          <a:xfrm>
            <a:off x="4521200" y="2340372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AC15531C-0D56-13A9-8D99-0097F101565A}"/>
              </a:ext>
            </a:extLst>
          </p:cNvPr>
          <p:cNvSpPr txBox="1"/>
          <p:nvPr/>
        </p:nvSpPr>
        <p:spPr>
          <a:xfrm>
            <a:off x="5232400" y="2340967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EF508353-71FE-E1E4-7EA3-1D27F6747B81}"/>
              </a:ext>
            </a:extLst>
          </p:cNvPr>
          <p:cNvSpPr txBox="1"/>
          <p:nvPr/>
        </p:nvSpPr>
        <p:spPr>
          <a:xfrm>
            <a:off x="5943600" y="2341563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DD6F0FF0-5DA1-2465-2D29-CEC8E67449EC}"/>
              </a:ext>
            </a:extLst>
          </p:cNvPr>
          <p:cNvSpPr txBox="1"/>
          <p:nvPr/>
        </p:nvSpPr>
        <p:spPr>
          <a:xfrm>
            <a:off x="6654800" y="2342158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4D5C39B5-A43A-2BC9-F79B-DCCEE5E589E6}"/>
              </a:ext>
            </a:extLst>
          </p:cNvPr>
          <p:cNvSpPr txBox="1"/>
          <p:nvPr/>
        </p:nvSpPr>
        <p:spPr>
          <a:xfrm>
            <a:off x="7366000" y="2342753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16B92664-BD7E-ECD1-26C8-DF543D51342D}"/>
              </a:ext>
            </a:extLst>
          </p:cNvPr>
          <p:cNvSpPr txBox="1"/>
          <p:nvPr/>
        </p:nvSpPr>
        <p:spPr>
          <a:xfrm>
            <a:off x="8077200" y="2343348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1CDFDDBD-0CF6-6014-2E31-E6A5E8218DAA}"/>
              </a:ext>
            </a:extLst>
          </p:cNvPr>
          <p:cNvSpPr txBox="1"/>
          <p:nvPr/>
        </p:nvSpPr>
        <p:spPr>
          <a:xfrm>
            <a:off x="8788400" y="2343944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0239E8FB-77A9-AEF2-1AD1-37224109BA5B}"/>
              </a:ext>
            </a:extLst>
          </p:cNvPr>
          <p:cNvSpPr txBox="1"/>
          <p:nvPr/>
        </p:nvSpPr>
        <p:spPr>
          <a:xfrm>
            <a:off x="9499600" y="2344539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9F77CD82-83B1-59D5-25F2-2BB2FFA2A3DA}"/>
              </a:ext>
            </a:extLst>
          </p:cNvPr>
          <p:cNvSpPr txBox="1"/>
          <p:nvPr/>
        </p:nvSpPr>
        <p:spPr>
          <a:xfrm>
            <a:off x="10210800" y="2345134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1D0F8F9E-569A-3D57-A623-BB99709382FE}"/>
              </a:ext>
            </a:extLst>
          </p:cNvPr>
          <p:cNvSpPr txBox="1"/>
          <p:nvPr/>
        </p:nvSpPr>
        <p:spPr>
          <a:xfrm>
            <a:off x="10922000" y="2345730"/>
            <a:ext cx="508000" cy="1219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349861D-EC9D-CCE7-4862-7101780ACF4E}"/>
              </a:ext>
            </a:extLst>
          </p:cNvPr>
          <p:cNvSpPr txBox="1"/>
          <p:nvPr/>
        </p:nvSpPr>
        <p:spPr>
          <a:xfrm>
            <a:off x="254000" y="34036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E0291BF-E249-9F51-9968-23F6F5862B3B}"/>
              </a:ext>
            </a:extLst>
          </p:cNvPr>
          <p:cNvSpPr txBox="1"/>
          <p:nvPr/>
        </p:nvSpPr>
        <p:spPr>
          <a:xfrm>
            <a:off x="965200" y="3404195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5F4CAFD4-0F30-0568-803B-976300DF76C4}"/>
              </a:ext>
            </a:extLst>
          </p:cNvPr>
          <p:cNvSpPr txBox="1"/>
          <p:nvPr/>
        </p:nvSpPr>
        <p:spPr>
          <a:xfrm>
            <a:off x="1676400" y="3404791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65BB7DF2-C6D2-420D-1F05-AF95848231A1}"/>
              </a:ext>
            </a:extLst>
          </p:cNvPr>
          <p:cNvSpPr txBox="1"/>
          <p:nvPr/>
        </p:nvSpPr>
        <p:spPr>
          <a:xfrm>
            <a:off x="2387600" y="3405386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FD1F518E-9737-3ECA-C55F-AEAEAF5ECD5D}"/>
              </a:ext>
            </a:extLst>
          </p:cNvPr>
          <p:cNvSpPr txBox="1"/>
          <p:nvPr/>
        </p:nvSpPr>
        <p:spPr>
          <a:xfrm>
            <a:off x="3098800" y="3405981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D738EC7A-BFA6-3187-F7B7-56448260D7D2}"/>
              </a:ext>
            </a:extLst>
          </p:cNvPr>
          <p:cNvSpPr txBox="1"/>
          <p:nvPr/>
        </p:nvSpPr>
        <p:spPr>
          <a:xfrm>
            <a:off x="3810000" y="3406577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742B6E01-B1D5-631D-7E85-91BB6A273047}"/>
              </a:ext>
            </a:extLst>
          </p:cNvPr>
          <p:cNvSpPr txBox="1"/>
          <p:nvPr/>
        </p:nvSpPr>
        <p:spPr>
          <a:xfrm>
            <a:off x="4521200" y="3407172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C403A20D-7ED5-411B-8712-06554755569B}"/>
              </a:ext>
            </a:extLst>
          </p:cNvPr>
          <p:cNvSpPr txBox="1"/>
          <p:nvPr/>
        </p:nvSpPr>
        <p:spPr>
          <a:xfrm>
            <a:off x="5232400" y="3407767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159C6C40-AC9D-BDD8-21DB-B57D5961128F}"/>
              </a:ext>
            </a:extLst>
          </p:cNvPr>
          <p:cNvSpPr txBox="1"/>
          <p:nvPr/>
        </p:nvSpPr>
        <p:spPr>
          <a:xfrm>
            <a:off x="5943600" y="3408363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E7FFA56B-D7E0-ACB8-0147-69B01C476EDB}"/>
              </a:ext>
            </a:extLst>
          </p:cNvPr>
          <p:cNvSpPr txBox="1"/>
          <p:nvPr/>
        </p:nvSpPr>
        <p:spPr>
          <a:xfrm>
            <a:off x="6654800" y="3408958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127F6AB1-0395-C314-2006-9821E2CECBC9}"/>
              </a:ext>
            </a:extLst>
          </p:cNvPr>
          <p:cNvSpPr txBox="1"/>
          <p:nvPr/>
        </p:nvSpPr>
        <p:spPr>
          <a:xfrm>
            <a:off x="7366000" y="3409553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CDC8D882-24F1-25AA-3B24-B0C4D0C5BB99}"/>
              </a:ext>
            </a:extLst>
          </p:cNvPr>
          <p:cNvSpPr txBox="1"/>
          <p:nvPr/>
        </p:nvSpPr>
        <p:spPr>
          <a:xfrm>
            <a:off x="8077200" y="3410148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F6F6B8B1-0B89-BA88-FF01-1E0454D0495C}"/>
              </a:ext>
            </a:extLst>
          </p:cNvPr>
          <p:cNvSpPr txBox="1"/>
          <p:nvPr/>
        </p:nvSpPr>
        <p:spPr>
          <a:xfrm>
            <a:off x="8788400" y="3410744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0B1A556-4623-0814-3F7D-DA1A68F045E9}"/>
              </a:ext>
            </a:extLst>
          </p:cNvPr>
          <p:cNvSpPr txBox="1"/>
          <p:nvPr/>
        </p:nvSpPr>
        <p:spPr>
          <a:xfrm>
            <a:off x="9499600" y="3411339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B352A9AF-E188-EFE8-BB4A-DB0469C7EADD}"/>
              </a:ext>
            </a:extLst>
          </p:cNvPr>
          <p:cNvSpPr txBox="1"/>
          <p:nvPr/>
        </p:nvSpPr>
        <p:spPr>
          <a:xfrm>
            <a:off x="10210800" y="3411934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CEA587EE-E6ED-AB20-39C4-11DDFDAE0C52}"/>
              </a:ext>
            </a:extLst>
          </p:cNvPr>
          <p:cNvSpPr txBox="1"/>
          <p:nvPr/>
        </p:nvSpPr>
        <p:spPr>
          <a:xfrm>
            <a:off x="10922000" y="341253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F2AC9376-7FBB-1221-8C19-F5EF03AA2407}"/>
              </a:ext>
            </a:extLst>
          </p:cNvPr>
          <p:cNvSpPr txBox="1"/>
          <p:nvPr/>
        </p:nvSpPr>
        <p:spPr>
          <a:xfrm>
            <a:off x="254000" y="447040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18629E27-C2EA-F635-B4CA-D5479E42AB10}"/>
              </a:ext>
            </a:extLst>
          </p:cNvPr>
          <p:cNvSpPr txBox="1"/>
          <p:nvPr/>
        </p:nvSpPr>
        <p:spPr>
          <a:xfrm>
            <a:off x="965200" y="4470995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2999882-183A-1DEA-A7E1-03CA47DBB9DB}"/>
              </a:ext>
            </a:extLst>
          </p:cNvPr>
          <p:cNvSpPr txBox="1"/>
          <p:nvPr/>
        </p:nvSpPr>
        <p:spPr>
          <a:xfrm>
            <a:off x="1676400" y="4471591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0EF62488-5D62-DC96-9615-FEEA7B90F676}"/>
              </a:ext>
            </a:extLst>
          </p:cNvPr>
          <p:cNvSpPr txBox="1"/>
          <p:nvPr/>
        </p:nvSpPr>
        <p:spPr>
          <a:xfrm>
            <a:off x="2387600" y="4472186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0039D956-175F-F33E-8280-62F8E1336070}"/>
              </a:ext>
            </a:extLst>
          </p:cNvPr>
          <p:cNvSpPr txBox="1"/>
          <p:nvPr/>
        </p:nvSpPr>
        <p:spPr>
          <a:xfrm>
            <a:off x="3098800" y="4472781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691786BA-241C-CB71-3704-EDE484E231E3}"/>
              </a:ext>
            </a:extLst>
          </p:cNvPr>
          <p:cNvSpPr txBox="1"/>
          <p:nvPr/>
        </p:nvSpPr>
        <p:spPr>
          <a:xfrm>
            <a:off x="3810000" y="4473377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03DC45A-17B4-331A-ABAB-1EEB11EB8230}"/>
              </a:ext>
            </a:extLst>
          </p:cNvPr>
          <p:cNvSpPr txBox="1"/>
          <p:nvPr/>
        </p:nvSpPr>
        <p:spPr>
          <a:xfrm>
            <a:off x="4521200" y="4473972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5DFF1FC-A921-5C0D-A2BF-F65784214B44}"/>
              </a:ext>
            </a:extLst>
          </p:cNvPr>
          <p:cNvSpPr txBox="1"/>
          <p:nvPr/>
        </p:nvSpPr>
        <p:spPr>
          <a:xfrm>
            <a:off x="5232400" y="4474567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B881E3A9-5C21-1F8C-C8B8-2B3EA165BFC7}"/>
              </a:ext>
            </a:extLst>
          </p:cNvPr>
          <p:cNvSpPr txBox="1"/>
          <p:nvPr/>
        </p:nvSpPr>
        <p:spPr>
          <a:xfrm>
            <a:off x="5943600" y="4475163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F31B9D5A-CF16-80B9-E4A7-8E51B1A65E80}"/>
              </a:ext>
            </a:extLst>
          </p:cNvPr>
          <p:cNvSpPr txBox="1"/>
          <p:nvPr/>
        </p:nvSpPr>
        <p:spPr>
          <a:xfrm>
            <a:off x="6654800" y="4475758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E13B246F-BA1A-5000-1935-1B32F3B26ABD}"/>
              </a:ext>
            </a:extLst>
          </p:cNvPr>
          <p:cNvSpPr txBox="1"/>
          <p:nvPr/>
        </p:nvSpPr>
        <p:spPr>
          <a:xfrm>
            <a:off x="7366000" y="4476353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380C8146-27C6-67FD-2047-FFFEC4BE1951}"/>
              </a:ext>
            </a:extLst>
          </p:cNvPr>
          <p:cNvSpPr txBox="1"/>
          <p:nvPr/>
        </p:nvSpPr>
        <p:spPr>
          <a:xfrm>
            <a:off x="8077200" y="4476948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E6A4180B-D550-AEF7-63BD-F4FDCC759CF7}"/>
              </a:ext>
            </a:extLst>
          </p:cNvPr>
          <p:cNvSpPr txBox="1"/>
          <p:nvPr/>
        </p:nvSpPr>
        <p:spPr>
          <a:xfrm>
            <a:off x="8788400" y="4477544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2C681712-4FA8-5D65-06F9-20ED1A02138E}"/>
              </a:ext>
            </a:extLst>
          </p:cNvPr>
          <p:cNvSpPr txBox="1"/>
          <p:nvPr/>
        </p:nvSpPr>
        <p:spPr>
          <a:xfrm>
            <a:off x="9499600" y="4478139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E81740BD-E30B-332E-2FD1-79071E76518F}"/>
              </a:ext>
            </a:extLst>
          </p:cNvPr>
          <p:cNvSpPr txBox="1"/>
          <p:nvPr/>
        </p:nvSpPr>
        <p:spPr>
          <a:xfrm>
            <a:off x="10210800" y="4478734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84D32C-91AB-56F5-0855-2F7BA648F4F8}"/>
              </a:ext>
            </a:extLst>
          </p:cNvPr>
          <p:cNvSpPr txBox="1"/>
          <p:nvPr/>
        </p:nvSpPr>
        <p:spPr>
          <a:xfrm>
            <a:off x="10922000" y="4479330"/>
            <a:ext cx="508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80339DB2-DB42-9CB6-1097-CAB363A6CE34}"/>
              </a:ext>
            </a:extLst>
          </p:cNvPr>
          <p:cNvSpPr txBox="1"/>
          <p:nvPr/>
        </p:nvSpPr>
        <p:spPr>
          <a:xfrm>
            <a:off x="254000" y="553720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554BF0AC-973F-E30D-EB19-C69118E1D304}"/>
              </a:ext>
            </a:extLst>
          </p:cNvPr>
          <p:cNvSpPr txBox="1"/>
          <p:nvPr/>
        </p:nvSpPr>
        <p:spPr>
          <a:xfrm>
            <a:off x="965200" y="5537795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B725B70A-3DB0-31FF-BCCA-D1FF8C35B134}"/>
              </a:ext>
            </a:extLst>
          </p:cNvPr>
          <p:cNvSpPr txBox="1"/>
          <p:nvPr/>
        </p:nvSpPr>
        <p:spPr>
          <a:xfrm>
            <a:off x="1676400" y="5538391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1381EFCA-37C5-FCC9-02A1-D61A8CB5D0C3}"/>
              </a:ext>
            </a:extLst>
          </p:cNvPr>
          <p:cNvSpPr txBox="1"/>
          <p:nvPr/>
        </p:nvSpPr>
        <p:spPr>
          <a:xfrm>
            <a:off x="2387600" y="5538986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95BA08F5-9235-107E-A46B-BEDFFB0D707C}"/>
              </a:ext>
            </a:extLst>
          </p:cNvPr>
          <p:cNvSpPr txBox="1"/>
          <p:nvPr/>
        </p:nvSpPr>
        <p:spPr>
          <a:xfrm>
            <a:off x="3098800" y="5539581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1EC43A4A-17FE-E63C-FE94-6B74D330B01D}"/>
              </a:ext>
            </a:extLst>
          </p:cNvPr>
          <p:cNvSpPr txBox="1"/>
          <p:nvPr/>
        </p:nvSpPr>
        <p:spPr>
          <a:xfrm>
            <a:off x="3810000" y="5540177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FBF40989-B227-4A8B-59B4-6A8E757E8D55}"/>
              </a:ext>
            </a:extLst>
          </p:cNvPr>
          <p:cNvSpPr txBox="1"/>
          <p:nvPr/>
        </p:nvSpPr>
        <p:spPr>
          <a:xfrm>
            <a:off x="4521200" y="5540772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89" name="Textfeld 88">
            <a:extLst>
              <a:ext uri="{FF2B5EF4-FFF2-40B4-BE49-F238E27FC236}">
                <a16:creationId xmlns:a16="http://schemas.microsoft.com/office/drawing/2014/main" id="{E1468864-7032-48BE-6C1F-AB006E3C3416}"/>
              </a:ext>
            </a:extLst>
          </p:cNvPr>
          <p:cNvSpPr txBox="1"/>
          <p:nvPr/>
        </p:nvSpPr>
        <p:spPr>
          <a:xfrm>
            <a:off x="5232400" y="5541367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4ED5153E-C9EA-B442-D241-C655A5667085}"/>
              </a:ext>
            </a:extLst>
          </p:cNvPr>
          <p:cNvSpPr txBox="1"/>
          <p:nvPr/>
        </p:nvSpPr>
        <p:spPr>
          <a:xfrm>
            <a:off x="5943600" y="5541963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EAE78AD9-138D-D833-B800-0274F6F726F2}"/>
              </a:ext>
            </a:extLst>
          </p:cNvPr>
          <p:cNvSpPr txBox="1"/>
          <p:nvPr/>
        </p:nvSpPr>
        <p:spPr>
          <a:xfrm>
            <a:off x="6654800" y="5542558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394A3CC5-32E2-2D9E-3ED2-8FE5A8BF26DB}"/>
              </a:ext>
            </a:extLst>
          </p:cNvPr>
          <p:cNvSpPr txBox="1"/>
          <p:nvPr/>
        </p:nvSpPr>
        <p:spPr>
          <a:xfrm>
            <a:off x="7366000" y="5543153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4B54C84E-23E7-7587-F71E-6624A348966C}"/>
              </a:ext>
            </a:extLst>
          </p:cNvPr>
          <p:cNvSpPr txBox="1"/>
          <p:nvPr/>
        </p:nvSpPr>
        <p:spPr>
          <a:xfrm>
            <a:off x="8077200" y="5543748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C5A43B46-44BE-9935-C7A1-410C5B988003}"/>
              </a:ext>
            </a:extLst>
          </p:cNvPr>
          <p:cNvSpPr txBox="1"/>
          <p:nvPr/>
        </p:nvSpPr>
        <p:spPr>
          <a:xfrm>
            <a:off x="8788400" y="5544344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95" name="Textfeld 94">
            <a:extLst>
              <a:ext uri="{FF2B5EF4-FFF2-40B4-BE49-F238E27FC236}">
                <a16:creationId xmlns:a16="http://schemas.microsoft.com/office/drawing/2014/main" id="{243FEBD1-685F-2014-278C-2A72CC4308FD}"/>
              </a:ext>
            </a:extLst>
          </p:cNvPr>
          <p:cNvSpPr txBox="1"/>
          <p:nvPr/>
        </p:nvSpPr>
        <p:spPr>
          <a:xfrm>
            <a:off x="9499600" y="5544939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D6160831-811A-6826-35F7-C1E4761838DD}"/>
              </a:ext>
            </a:extLst>
          </p:cNvPr>
          <p:cNvSpPr txBox="1"/>
          <p:nvPr/>
        </p:nvSpPr>
        <p:spPr>
          <a:xfrm>
            <a:off x="10210800" y="5545534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EB920B4C-3CBC-12BA-21FD-88095FFEC1DE}"/>
              </a:ext>
            </a:extLst>
          </p:cNvPr>
          <p:cNvSpPr txBox="1"/>
          <p:nvPr/>
        </p:nvSpPr>
        <p:spPr>
          <a:xfrm>
            <a:off x="10922000" y="5546130"/>
            <a:ext cx="508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4186362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F6DC86F-9577-1D05-0048-13664D72823E}"/>
              </a:ext>
            </a:extLst>
          </p:cNvPr>
          <p:cNvSpPr txBox="1"/>
          <p:nvPr/>
        </p:nvSpPr>
        <p:spPr>
          <a:xfrm>
            <a:off x="254000" y="203200"/>
            <a:ext cx="5842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HHHHHHHHHHHHHHHH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7644C9DA-14D1-417E-2D1F-032533E173AD}"/>
              </a:ext>
            </a:extLst>
          </p:cNvPr>
          <p:cNvSpPr txBox="1"/>
          <p:nvPr/>
        </p:nvSpPr>
        <p:spPr>
          <a:xfrm>
            <a:off x="6225381" y="203200"/>
            <a:ext cx="5842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HHHHHHHHHHHHHHHH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E1A1CC3-1F76-5004-0A1F-52A0F73B9457}"/>
              </a:ext>
            </a:extLst>
          </p:cNvPr>
          <p:cNvSpPr txBox="1"/>
          <p:nvPr/>
        </p:nvSpPr>
        <p:spPr>
          <a:xfrm>
            <a:off x="258763" y="965200"/>
            <a:ext cx="5842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HHHHHHHHHHHHHHHH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1118A99-1386-A41B-64A3-9D66769F80AF}"/>
              </a:ext>
            </a:extLst>
          </p:cNvPr>
          <p:cNvSpPr txBox="1"/>
          <p:nvPr/>
        </p:nvSpPr>
        <p:spPr>
          <a:xfrm>
            <a:off x="6230144" y="965200"/>
            <a:ext cx="5842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HHHHHHHHHHHHHHHH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D44762C-A3DC-46C7-8C8A-1C95E3ED978B}"/>
              </a:ext>
            </a:extLst>
          </p:cNvPr>
          <p:cNvSpPr txBox="1"/>
          <p:nvPr/>
        </p:nvSpPr>
        <p:spPr>
          <a:xfrm>
            <a:off x="254000" y="1828800"/>
            <a:ext cx="5842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HHHHHHHHHHHHHHHH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7093C1B-4775-EA46-7483-9E01022A4D74}"/>
              </a:ext>
            </a:extLst>
          </p:cNvPr>
          <p:cNvSpPr txBox="1"/>
          <p:nvPr/>
        </p:nvSpPr>
        <p:spPr>
          <a:xfrm>
            <a:off x="6225381" y="1828800"/>
            <a:ext cx="5842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HHHHHHHHHHHHHHHH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64E4A59-D2A6-7247-BF80-8785EC72FFF1}"/>
              </a:ext>
            </a:extLst>
          </p:cNvPr>
          <p:cNvSpPr txBox="1"/>
          <p:nvPr/>
        </p:nvSpPr>
        <p:spPr>
          <a:xfrm>
            <a:off x="258763" y="2590800"/>
            <a:ext cx="5842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HHHHHHHHHHHHHHHH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1E179A4-BE34-7858-BA2E-6CB3638F4C80}"/>
              </a:ext>
            </a:extLst>
          </p:cNvPr>
          <p:cNvSpPr txBox="1"/>
          <p:nvPr/>
        </p:nvSpPr>
        <p:spPr>
          <a:xfrm>
            <a:off x="6230144" y="2590800"/>
            <a:ext cx="5842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HHHHHHHHHHHHHHHH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623D7E9-57F2-416C-A545-33FF354742EA}"/>
              </a:ext>
            </a:extLst>
          </p:cNvPr>
          <p:cNvSpPr txBox="1"/>
          <p:nvPr/>
        </p:nvSpPr>
        <p:spPr>
          <a:xfrm>
            <a:off x="254000" y="3454400"/>
            <a:ext cx="5842000" cy="457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>
                <a:solidFill>
                  <a:srgbClr val="000000"/>
                </a:solidFill>
                <a:latin typeface="Times New Roman" panose="02020603050405020304" pitchFamily="18" charset="0"/>
              </a:rPr>
              <a:t>HHHHHHHHHHHHHHHH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5B31EC3-DF8E-EAB2-209F-8201A9F0DB56}"/>
              </a:ext>
            </a:extLst>
          </p:cNvPr>
          <p:cNvSpPr txBox="1"/>
          <p:nvPr/>
        </p:nvSpPr>
        <p:spPr>
          <a:xfrm>
            <a:off x="6225381" y="3454400"/>
            <a:ext cx="5842000" cy="457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>
                <a:solidFill>
                  <a:srgbClr val="000000"/>
                </a:solidFill>
                <a:latin typeface="Times New Roman" panose="02020603050405020304" pitchFamily="18" charset="0"/>
              </a:rPr>
              <a:t>HHHHHHHHHHHHHHHH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0E371B7-9602-A329-2AEC-57AA90305576}"/>
              </a:ext>
            </a:extLst>
          </p:cNvPr>
          <p:cNvSpPr txBox="1"/>
          <p:nvPr/>
        </p:nvSpPr>
        <p:spPr>
          <a:xfrm>
            <a:off x="258763" y="4216400"/>
            <a:ext cx="5842000" cy="457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>
                <a:solidFill>
                  <a:srgbClr val="000000"/>
                </a:solidFill>
                <a:latin typeface="Times New Roman" panose="02020603050405020304" pitchFamily="18" charset="0"/>
              </a:rPr>
              <a:t>HHHHHHHHHHHHHHHH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1AD43C89-CC1E-B49E-C038-D3D566FBCA81}"/>
              </a:ext>
            </a:extLst>
          </p:cNvPr>
          <p:cNvSpPr txBox="1"/>
          <p:nvPr/>
        </p:nvSpPr>
        <p:spPr>
          <a:xfrm>
            <a:off x="6230144" y="4216400"/>
            <a:ext cx="5842000" cy="4572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>
                <a:solidFill>
                  <a:srgbClr val="000000"/>
                </a:solidFill>
                <a:latin typeface="Times New Roman" panose="02020603050405020304" pitchFamily="18" charset="0"/>
              </a:rPr>
              <a:t>HHHHHHHHHHHHHHHH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823167F0-2BAB-3320-1B92-C2D9E8000BA0}"/>
              </a:ext>
            </a:extLst>
          </p:cNvPr>
          <p:cNvSpPr txBox="1"/>
          <p:nvPr/>
        </p:nvSpPr>
        <p:spPr>
          <a:xfrm>
            <a:off x="254000" y="5080000"/>
            <a:ext cx="5842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HHHHHHHHHHHHHHHH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A896E5D-908A-9236-15C3-C886E0165D43}"/>
              </a:ext>
            </a:extLst>
          </p:cNvPr>
          <p:cNvSpPr txBox="1"/>
          <p:nvPr/>
        </p:nvSpPr>
        <p:spPr>
          <a:xfrm>
            <a:off x="6225381" y="5080000"/>
            <a:ext cx="5842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HHHHHHHHHHHHHHHH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8DA248E2-B615-6324-B0CB-8FCAB8E17695}"/>
              </a:ext>
            </a:extLst>
          </p:cNvPr>
          <p:cNvSpPr txBox="1"/>
          <p:nvPr/>
        </p:nvSpPr>
        <p:spPr>
          <a:xfrm>
            <a:off x="258763" y="5842000"/>
            <a:ext cx="5842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HHHHHHHHHHHHHHHH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F331A09-F326-003E-9D20-FFFAF69A475C}"/>
              </a:ext>
            </a:extLst>
          </p:cNvPr>
          <p:cNvSpPr txBox="1"/>
          <p:nvPr/>
        </p:nvSpPr>
        <p:spPr>
          <a:xfrm>
            <a:off x="6230144" y="5842000"/>
            <a:ext cx="5842000" cy="304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HHHHHHHHHHHHHHHH</a:t>
            </a:r>
          </a:p>
        </p:txBody>
      </p:sp>
    </p:spTree>
    <p:extLst>
      <p:ext uri="{BB962C8B-B14F-4D97-AF65-F5344CB8AC3E}">
        <p14:creationId xmlns:p14="http://schemas.microsoft.com/office/powerpoint/2010/main" val="41579600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9F63B00-F039-6F5C-2DE5-78E284D5D753}"/>
              </a:ext>
            </a:extLst>
          </p:cNvPr>
          <p:cNvSpPr txBox="1"/>
          <p:nvPr/>
        </p:nvSpPr>
        <p:spPr>
          <a:xfrm>
            <a:off x="256858" y="203200"/>
            <a:ext cx="5842000" cy="558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200">
                <a:solidFill>
                  <a:srgbClr val="000000"/>
                </a:solidFill>
                <a:latin typeface="Arial" panose="020B0604020202020204" pitchFamily="34" charset="0"/>
              </a:rPr>
              <a:t>HHHHHHHHHHHHHHHH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63E2F44-BBB0-9275-C5B9-B81179B30D0B}"/>
              </a:ext>
            </a:extLst>
          </p:cNvPr>
          <p:cNvSpPr txBox="1"/>
          <p:nvPr/>
        </p:nvSpPr>
        <p:spPr>
          <a:xfrm>
            <a:off x="256858" y="1143000"/>
            <a:ext cx="5842000" cy="6604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600">
                <a:solidFill>
                  <a:srgbClr val="000000"/>
                </a:solidFill>
                <a:latin typeface="Arial" panose="020B0604020202020204" pitchFamily="34" charset="0"/>
              </a:rPr>
              <a:t>HHHHHHHHHHHHHHHH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17E66BB2-53C9-E4A3-7CAE-B910E8BD52F5}"/>
              </a:ext>
            </a:extLst>
          </p:cNvPr>
          <p:cNvSpPr txBox="1"/>
          <p:nvPr/>
        </p:nvSpPr>
        <p:spPr>
          <a:xfrm>
            <a:off x="256858" y="2082800"/>
            <a:ext cx="5842000" cy="7620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3000">
                <a:solidFill>
                  <a:srgbClr val="000000"/>
                </a:solidFill>
                <a:latin typeface="Arial" panose="020B0604020202020204" pitchFamily="34" charset="0"/>
              </a:rPr>
              <a:t>HHHHHHHHHHHHHHHH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220EBB2-D38D-BEE1-9AA9-292D2F1C94DA}"/>
              </a:ext>
            </a:extLst>
          </p:cNvPr>
          <p:cNvSpPr txBox="1"/>
          <p:nvPr/>
        </p:nvSpPr>
        <p:spPr>
          <a:xfrm>
            <a:off x="256858" y="3022600"/>
            <a:ext cx="5842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FiFiFiFiFiFiFiFi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8E0E903-F8DD-5436-C888-61D923E25E86}"/>
              </a:ext>
            </a:extLst>
          </p:cNvPr>
          <p:cNvSpPr txBox="1"/>
          <p:nvPr/>
        </p:nvSpPr>
        <p:spPr>
          <a:xfrm>
            <a:off x="256858" y="3962400"/>
            <a:ext cx="5842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TuTuTuTuTuTuTuTu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A6E8E49-FF9A-880F-91C1-DA3DC6752B31}"/>
              </a:ext>
            </a:extLst>
          </p:cNvPr>
          <p:cNvSpPr txBox="1"/>
          <p:nvPr/>
        </p:nvSpPr>
        <p:spPr>
          <a:xfrm>
            <a:off x="256858" y="4902200"/>
            <a:ext cx="5842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HHHHHHHH</a:t>
            </a:r>
            <a:r>
              <a:rPr lang="de-DE" sz="2400" b="1">
                <a:solidFill>
                  <a:srgbClr val="000000"/>
                </a:solidFill>
                <a:latin typeface="Arial" panose="020B0604020202020204" pitchFamily="34" charset="0"/>
              </a:rPr>
              <a:t>HHHHHHHH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6F7B812-955A-378B-961E-FF0AD942A2FD}"/>
              </a:ext>
            </a:extLst>
          </p:cNvPr>
          <p:cNvSpPr txBox="1"/>
          <p:nvPr/>
        </p:nvSpPr>
        <p:spPr>
          <a:xfrm>
            <a:off x="256858" y="5842000"/>
            <a:ext cx="5842000" cy="6096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 HHHH HHHH</a:t>
            </a:r>
          </a:p>
        </p:txBody>
      </p:sp>
    </p:spTree>
    <p:extLst>
      <p:ext uri="{BB962C8B-B14F-4D97-AF65-F5344CB8AC3E}">
        <p14:creationId xmlns:p14="http://schemas.microsoft.com/office/powerpoint/2010/main" val="3143749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217</Words>
  <Application>Microsoft Office PowerPoint</Application>
  <PresentationFormat>Benutzerdefiniert</PresentationFormat>
  <Paragraphs>215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Courier New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2026-10-08T11:44:14Z</dcterms:created>
  <dcterms:modified xsi:type="dcterms:W3CDTF">2026-10-08T11:44:14Z</dcterms:modified>
</cp:coreProperties>
</file>