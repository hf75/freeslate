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5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6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7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8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9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0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1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2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3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20-4EB3-88B4-0FCA94695256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20-4EB3-88B4-0FCA94695256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20-4EB3-88B4-0FCA946952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749827295"/>
        <c:axId val="15003536"/>
        <c:axId val="0"/>
      </c:bar3DChart>
      <c:catAx>
        <c:axId val="1749827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03536"/>
        <c:crosses val="autoZero"/>
        <c:auto val="1"/>
        <c:lblAlgn val="ctr"/>
        <c:lblOffset val="100"/>
        <c:noMultiLvlLbl val="0"/>
      </c:catAx>
      <c:valAx>
        <c:axId val="15003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49827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D9-44EC-84E1-F5D440F08E73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D9-44EC-84E1-F5D440F08E73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D9-44EC-84E1-F5D440F08E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7744800"/>
        <c:axId val="15005936"/>
        <c:axId val="0"/>
      </c:bar3DChart>
      <c:catAx>
        <c:axId val="37744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05936"/>
        <c:crosses val="autoZero"/>
        <c:auto val="1"/>
        <c:lblAlgn val="ctr"/>
        <c:lblOffset val="100"/>
        <c:noMultiLvlLbl val="0"/>
      </c:catAx>
      <c:valAx>
        <c:axId val="15005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744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7A-414B-AC90-A026F29C43F3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7A-414B-AC90-A026F29C43F3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7A-414B-AC90-A026F29C43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6132096"/>
        <c:axId val="15002096"/>
        <c:axId val="0"/>
      </c:bar3DChart>
      <c:catAx>
        <c:axId val="46132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02096"/>
        <c:crosses val="autoZero"/>
        <c:auto val="1"/>
        <c:lblAlgn val="ctr"/>
        <c:lblOffset val="100"/>
        <c:noMultiLvlLbl val="0"/>
      </c:catAx>
      <c:valAx>
        <c:axId val="15002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6132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41-407F-9455-F86A2A0FCA3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41-407F-9455-F86A2A0FCA3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41-407F-9455-F86A2A0FCA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1649696"/>
        <c:axId val="15004016"/>
        <c:axId val="15200160"/>
      </c:bar3DChart>
      <c:catAx>
        <c:axId val="41649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04016"/>
        <c:crosses val="autoZero"/>
        <c:auto val="1"/>
        <c:lblAlgn val="ctr"/>
        <c:lblOffset val="100"/>
        <c:noMultiLvlLbl val="0"/>
      </c:catAx>
      <c:valAx>
        <c:axId val="1500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1649696"/>
        <c:crosses val="autoZero"/>
        <c:crossBetween val="between"/>
      </c:valAx>
      <c:serAx>
        <c:axId val="152001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0401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14-465C-86AA-14C231F52753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14-465C-86AA-14C231F52753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614-465C-86AA-14C231F527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1658512"/>
        <c:axId val="15011696"/>
        <c:axId val="0"/>
      </c:bar3DChart>
      <c:catAx>
        <c:axId val="416585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11696"/>
        <c:crosses val="autoZero"/>
        <c:auto val="1"/>
        <c:lblAlgn val="ctr"/>
        <c:lblOffset val="100"/>
        <c:noMultiLvlLbl val="0"/>
      </c:catAx>
      <c:valAx>
        <c:axId val="15011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1658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82-4670-980B-4F38D822C27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82-4670-980B-4F38D822C27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F82-4670-980B-4F38D822C2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1649232"/>
        <c:axId val="15005456"/>
        <c:axId val="0"/>
      </c:bar3DChart>
      <c:catAx>
        <c:axId val="41649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05456"/>
        <c:crosses val="autoZero"/>
        <c:auto val="1"/>
        <c:lblAlgn val="ctr"/>
        <c:lblOffset val="100"/>
        <c:noMultiLvlLbl val="0"/>
      </c:catAx>
      <c:valAx>
        <c:axId val="150054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1649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0E-4287-B780-FA1B109FD5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explosion val="25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FB-4A41-8FE6-0397FEA62C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5A-4182-A2F9-200D1B65039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5A-4182-A2F9-200D1B6503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90768"/>
        <c:axId val="15029936"/>
        <c:axId val="1182787504"/>
      </c:area3DChart>
      <c:dateAx>
        <c:axId val="1149076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29936"/>
        <c:crosses val="autoZero"/>
        <c:auto val="1"/>
        <c:lblOffset val="100"/>
        <c:baseTimeUnit val="months"/>
      </c:dateAx>
      <c:valAx>
        <c:axId val="15029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490768"/>
        <c:crosses val="autoZero"/>
        <c:crossBetween val="midCat"/>
      </c:valAx>
      <c:serAx>
        <c:axId val="118278750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2993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0C-4F05-BABC-62D6F1C0B76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0C-4F05-BABC-62D6F1C0B7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66480"/>
        <c:axId val="15032816"/>
        <c:axId val="0"/>
      </c:area3DChart>
      <c:dateAx>
        <c:axId val="726648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32816"/>
        <c:crosses val="autoZero"/>
        <c:auto val="1"/>
        <c:lblOffset val="100"/>
        <c:baseTimeUnit val="months"/>
      </c:dateAx>
      <c:valAx>
        <c:axId val="15032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2664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line3D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3B-4B1E-83A5-9DBD345710E1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3B-4B1E-83A5-9DBD345710E1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F3B-4B1E-83A5-9DBD345710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75296"/>
        <c:axId val="15041936"/>
        <c:axId val="1182785264"/>
      </c:line3DChart>
      <c:catAx>
        <c:axId val="72752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41936"/>
        <c:crosses val="autoZero"/>
        <c:auto val="1"/>
        <c:lblAlgn val="ctr"/>
        <c:lblOffset val="100"/>
        <c:noMultiLvlLbl val="0"/>
      </c:catAx>
      <c:valAx>
        <c:axId val="15041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275296"/>
        <c:crosses val="autoZero"/>
        <c:crossBetween val="between"/>
      </c:valAx>
      <c:serAx>
        <c:axId val="118278526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4193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79-4463-9981-A35C781F6EA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79-4463-9981-A35C781F6EA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79-4463-9981-A35C781F6EAE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7257520"/>
        <c:axId val="15039056"/>
        <c:axId val="1182780784"/>
      </c:surface3DChart>
      <c:catAx>
        <c:axId val="725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39056"/>
        <c:crosses val="autoZero"/>
        <c:auto val="1"/>
        <c:lblAlgn val="ctr"/>
        <c:lblOffset val="100"/>
        <c:noMultiLvlLbl val="0"/>
      </c:catAx>
      <c:valAx>
        <c:axId val="15039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257520"/>
        <c:crosses val="autoZero"/>
        <c:crossBetween val="midCat"/>
      </c:valAx>
      <c:serAx>
        <c:axId val="1182780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3905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/>
          </c:spP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D2-4901-AD03-444C05B435A4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ln w="9525" cap="rnd">
              <a:solidFill>
                <a:schemeClr val="accent2"/>
              </a:solidFill>
              <a:round/>
            </a:ln>
            <a:effectLst/>
          </c:spP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D2-4901-AD03-444C05B435A4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ln w="9525" cap="rnd">
              <a:solidFill>
                <a:schemeClr val="accent3"/>
              </a:solidFill>
              <a:round/>
            </a:ln>
            <a:effectLst/>
          </c:spPr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D2-4901-AD03-444C05B435A4}"/>
            </c:ext>
          </c:extLst>
        </c:ser>
        <c:bandFmts>
          <c:bandFmt>
            <c:idx val="0"/>
            <c:spPr>
              <a:ln w="9525" cap="rnd">
                <a:solidFill>
                  <a:schemeClr val="accent1"/>
                </a:solidFill>
                <a:round/>
              </a:ln>
              <a:effectLst/>
            </c:spPr>
          </c:bandFmt>
          <c:bandFmt>
            <c:idx val="1"/>
            <c:spPr>
              <a:ln w="9525" cap="rnd">
                <a:solidFill>
                  <a:schemeClr val="accent2"/>
                </a:solidFill>
                <a:round/>
              </a:ln>
              <a:effectLst/>
            </c:spPr>
          </c:bandFmt>
          <c:bandFmt>
            <c:idx val="2"/>
            <c:spPr>
              <a:ln w="9525" cap="rnd">
                <a:solidFill>
                  <a:schemeClr val="accent3"/>
                </a:solidFill>
                <a:round/>
              </a:ln>
              <a:effectLst/>
            </c:spPr>
          </c:bandFmt>
          <c:bandFmt>
            <c:idx val="3"/>
            <c:spPr>
              <a:ln w="9525" cap="rnd">
                <a:solidFill>
                  <a:schemeClr val="accent4"/>
                </a:solidFill>
                <a:round/>
              </a:ln>
              <a:effectLst/>
            </c:spPr>
          </c:bandFmt>
          <c:bandFmt>
            <c:idx val="4"/>
            <c:spPr>
              <a:ln w="9525" cap="rnd">
                <a:solidFill>
                  <a:schemeClr val="accent5"/>
                </a:solidFill>
                <a:round/>
              </a:ln>
              <a:effectLst/>
            </c:spPr>
          </c:bandFmt>
          <c:bandFmt>
            <c:idx val="5"/>
            <c:spPr>
              <a:ln w="9525" cap="rnd">
                <a:solidFill>
                  <a:schemeClr val="accent6"/>
                </a:solidFill>
                <a:round/>
              </a:ln>
              <a:effectLst/>
            </c:spPr>
          </c:bandFmt>
          <c:bandFmt>
            <c:idx val="6"/>
            <c:spPr>
              <a:ln w="9525" cap="rnd">
                <a:solidFill>
                  <a:schemeClr val="accent1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7"/>
            <c:spPr>
              <a:ln w="9525" cap="rnd">
                <a:solidFill>
                  <a:schemeClr val="accent2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8"/>
            <c:spPr>
              <a:ln w="9525" cap="rnd">
                <a:solidFill>
                  <a:schemeClr val="accent3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9"/>
            <c:spPr>
              <a:ln w="9525" cap="rnd">
                <a:solidFill>
                  <a:schemeClr val="accent4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0"/>
            <c:spPr>
              <a:ln w="9525" cap="rnd">
                <a:solidFill>
                  <a:schemeClr val="accent5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1"/>
            <c:spPr>
              <a:ln w="9525" cap="rnd">
                <a:solidFill>
                  <a:schemeClr val="accent6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2"/>
            <c:spPr>
              <a:ln w="9525" cap="rnd">
                <a:solidFill>
                  <a:schemeClr val="accent1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  <c:bandFmt>
            <c:idx val="13"/>
            <c:spPr>
              <a:ln w="9525" cap="rnd">
                <a:solidFill>
                  <a:schemeClr val="accent2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  <c:bandFmt>
            <c:idx val="14"/>
            <c:spPr>
              <a:ln w="9525" cap="rnd">
                <a:solidFill>
                  <a:schemeClr val="accent3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</c:bandFmts>
        <c:axId val="34179232"/>
        <c:axId val="15047696"/>
        <c:axId val="1182784144"/>
      </c:surface3DChart>
      <c:catAx>
        <c:axId val="34179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47696"/>
        <c:crosses val="autoZero"/>
        <c:auto val="1"/>
        <c:lblAlgn val="ctr"/>
        <c:lblOffset val="100"/>
        <c:noMultiLvlLbl val="0"/>
      </c:catAx>
      <c:valAx>
        <c:axId val="15047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4179232"/>
        <c:crosses val="autoZero"/>
        <c:crossBetween val="midCat"/>
      </c:valAx>
      <c:serAx>
        <c:axId val="118278414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4769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6B-4E39-9748-DDDACE09332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6B-4E39-9748-DDDACE09332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6B-4E39-9748-DDDACE0933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7246384"/>
        <c:axId val="15048656"/>
        <c:axId val="1182793104"/>
      </c:bar3DChart>
      <c:catAx>
        <c:axId val="724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48656"/>
        <c:crosses val="autoZero"/>
        <c:auto val="1"/>
        <c:lblAlgn val="ctr"/>
        <c:lblOffset val="100"/>
        <c:noMultiLvlLbl val="0"/>
      </c:catAx>
      <c:valAx>
        <c:axId val="15048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246384"/>
        <c:crosses val="autoZero"/>
        <c:crossBetween val="between"/>
      </c:valAx>
      <c:serAx>
        <c:axId val="11827931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4865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D-4679-9628-40DBF17F2267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3D-4679-9628-40DBF17F2267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3D-4679-9628-40DBF17F22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one"/>
        <c:axId val="7250560"/>
        <c:axId val="15050096"/>
        <c:axId val="1182789184"/>
      </c:bar3DChart>
      <c:catAx>
        <c:axId val="7250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50096"/>
        <c:crosses val="autoZero"/>
        <c:auto val="1"/>
        <c:lblAlgn val="ctr"/>
        <c:lblOffset val="100"/>
        <c:noMultiLvlLbl val="0"/>
      </c:catAx>
      <c:valAx>
        <c:axId val="15050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250560"/>
        <c:crosses val="autoZero"/>
        <c:crossBetween val="between"/>
      </c:valAx>
      <c:serAx>
        <c:axId val="11827891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5009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4E-4A87-8C74-7728D6553501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4E-4A87-8C74-7728D6553501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4E-4A87-8C74-7728D65535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pyramid"/>
        <c:axId val="34174592"/>
        <c:axId val="15057776"/>
        <c:axId val="1182781344"/>
      </c:bar3DChart>
      <c:catAx>
        <c:axId val="34174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57776"/>
        <c:crosses val="autoZero"/>
        <c:auto val="1"/>
        <c:lblAlgn val="ctr"/>
        <c:lblOffset val="100"/>
        <c:noMultiLvlLbl val="0"/>
      </c:catAx>
      <c:valAx>
        <c:axId val="15057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4174592"/>
        <c:crosses val="autoZero"/>
        <c:crossBetween val="between"/>
      </c:valAx>
      <c:serAx>
        <c:axId val="118278134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5777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25"/>
      <c:rotY val="4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F4-4D22-9663-14E2B86B7DD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F4-4D22-9663-14E2B86B7DD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7F4-4D22-9663-14E2B86B7D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4180624"/>
        <c:axId val="15055376"/>
        <c:axId val="0"/>
      </c:bar3DChart>
      <c:catAx>
        <c:axId val="3418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55376"/>
        <c:crosses val="autoZero"/>
        <c:auto val="1"/>
        <c:lblAlgn val="ctr"/>
        <c:lblOffset val="100"/>
        <c:noMultiLvlLbl val="0"/>
      </c:catAx>
      <c:valAx>
        <c:axId val="15055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418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20"/>
      <c:rotY val="3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A3-467C-B047-70C040E38BB8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A3-467C-B047-70C040E38BB8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A3-467C-B047-70C040E38B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4186656"/>
        <c:axId val="15049136"/>
        <c:axId val="1182792544"/>
      </c:bar3DChart>
      <c:catAx>
        <c:axId val="3418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49136"/>
        <c:crosses val="autoZero"/>
        <c:auto val="1"/>
        <c:lblAlgn val="ctr"/>
        <c:lblOffset val="100"/>
        <c:noMultiLvlLbl val="0"/>
      </c:catAx>
      <c:valAx>
        <c:axId val="15049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4186656"/>
        <c:crosses val="autoZero"/>
        <c:crossBetween val="between"/>
      </c:valAx>
      <c:serAx>
        <c:axId val="118279254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4913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60"/>
      <c:rotY val="9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2D-4C99-AF94-54FB4D97CE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B8-4EC7-80FD-F4F24B4464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54-43CF-9829-7A5B5580023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54-43CF-9829-7A5B5580023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54-43CF-9829-7A5B55800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4183408"/>
        <c:axId val="15070256"/>
        <c:axId val="0"/>
      </c:bar3DChart>
      <c:catAx>
        <c:axId val="3418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70256"/>
        <c:crosses val="autoZero"/>
        <c:auto val="1"/>
        <c:lblAlgn val="ctr"/>
        <c:lblOffset val="100"/>
        <c:noMultiLvlLbl val="0"/>
      </c:catAx>
      <c:valAx>
        <c:axId val="15070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4183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A9-41D3-84D9-335F33CA431A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A9-41D3-84D9-335F33CA431A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A9-41D3-84D9-335F33CA43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4172272"/>
        <c:axId val="15059696"/>
        <c:axId val="0"/>
      </c:bar3DChart>
      <c:catAx>
        <c:axId val="34172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59696"/>
        <c:crosses val="autoZero"/>
        <c:auto val="1"/>
        <c:lblAlgn val="ctr"/>
        <c:lblOffset val="100"/>
        <c:noMultiLvlLbl val="0"/>
      </c:catAx>
      <c:valAx>
        <c:axId val="15059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4172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ED-41A7-A1FF-65A1F156F5B0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Tabelle1!$C$2:$C$6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ED-41A7-A1FF-65A1F156F5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242032"/>
        <c:axId val="15071216"/>
        <c:axId val="1182791984"/>
      </c:area3DChart>
      <c:dateAx>
        <c:axId val="1324203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71216"/>
        <c:crosses val="autoZero"/>
        <c:auto val="1"/>
        <c:lblOffset val="100"/>
        <c:baseTimeUnit val="months"/>
      </c:dateAx>
      <c:valAx>
        <c:axId val="1507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242032"/>
        <c:crosses val="autoZero"/>
        <c:crossBetween val="midCat"/>
      </c:valAx>
      <c:serAx>
        <c:axId val="11827919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507121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17F22A-532F-B19D-AB4B-CFBB427A5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DE81728-2C6F-13FB-8DCD-5507165CF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8599AE-57E6-6958-387D-2462EAD7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448D-79D5-487E-97B9-44F7185C818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65D957-FF0E-FD31-3B9E-F4F8D5C0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D66D74-88D8-358B-76C9-2F61E5A0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EC81-508D-44D4-90FD-13C7042BF9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0487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3696EE-F81F-7156-782F-1BAFA0945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61C2DD-1C49-1211-5AC3-EA0D4A5FE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0F1C38-0E1A-3D1D-DF72-80D65927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448D-79D5-487E-97B9-44F7185C818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229DD7-EE7E-2A17-16A8-ED70BA33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91DF17-1573-0FFB-459B-32DEF494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EC81-508D-44D4-90FD-13C7042BF9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873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AC82C5-7803-79D7-6DFD-22BE41994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39CF02-5979-2C43-3037-0000A81E8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61E043-AF3E-1E9D-A49A-E70F0DE3E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448D-79D5-487E-97B9-44F7185C818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0643BF-78D9-AE62-B4D4-B66F8C84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A7B09A-B97D-7D42-BB92-FBD2949C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EC81-508D-44D4-90FD-13C7042BF9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9364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ABCAAA-FFE0-F85E-D148-3F952231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3A40C3-CD18-7B3F-0319-F56BA8241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0E5A99-C166-4B65-6008-5758181FD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F27CE1-534A-955A-E7FB-4F1BC6F50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448D-79D5-487E-97B9-44F7185C818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CBF8ED-C105-90E1-27DB-6597DAF4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C31134-0420-A2C0-F151-2D06F49D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EC81-508D-44D4-90FD-13C7042BF9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634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802A5C-04B8-A6BD-4568-E6F83111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57766C-40E0-6CEC-5348-5545831C6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4639F9-F457-FF6C-6A46-648F4443D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4C5398-0E03-9335-F35D-6AA69ABE4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9840887-33AA-3B68-0F5B-27E26E02F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F9A689E-58BC-24F3-E246-4B072EDE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448D-79D5-487E-97B9-44F7185C818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5841D0-662A-4E1C-5583-F52C9958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DB48256-8048-7150-D593-E053F17D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EC81-508D-44D4-90FD-13C7042BF9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053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EE38B-D8B1-C3A2-8FB9-084674EF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79836B1-527F-E7E0-EDBF-D747B6C98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448D-79D5-487E-97B9-44F7185C818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D17137-E224-31CC-C3DE-FB27A2EA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71B396-ECD8-44D6-3B84-F1F75A865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EC81-508D-44D4-90FD-13C7042BF9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3402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59C904A-13B0-CB24-A082-3B165160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448D-79D5-487E-97B9-44F7185C818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125BD4-C8A8-8396-D5F7-3F425D35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8BD9B5-C948-E4A1-B2B5-459B86C2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EC81-508D-44D4-90FD-13C7042BF9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612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6C402B-E295-2BC1-462A-7C23635E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AD696D-774C-4B94-7044-6689B7B3F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2D1AE2-9DC1-FA91-5EB6-CF3346DDB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A048B47-09E6-2860-A908-F77CCAE8F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448D-79D5-487E-97B9-44F7185C818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5D7A24-6F21-F296-E3FA-2342CC49C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689960-0969-D6ED-6510-3B662FAC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EC81-508D-44D4-90FD-13C7042BF9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1400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72AF41-5E8E-BEF0-6393-5BF3D679A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A770D63-FB0A-A8AC-8C2A-C195C554241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2EC0D1-575B-EACA-1104-E907B4196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2079EE-FF0B-0352-0F60-96CD452B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448D-79D5-487E-97B9-44F7185C818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7720FE-6E92-EA64-3829-D8F6AA250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0A045B-EBC9-7440-4E25-F052D0CE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EC81-508D-44D4-90FD-13C7042BF9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155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649916-5605-3983-60DB-C0EDFCAB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85848C-2D96-2E80-4224-3C8FF5FA2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8FD9EB-8C33-8F0B-2D6E-A39C2C43A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448D-79D5-487E-97B9-44F7185C818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7C8AFC-E10F-4188-E19A-3A5C946FE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1AEDAE-F4E6-1240-D156-7FEE94B7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EC81-508D-44D4-90FD-13C7042BF9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740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ACA544F-57D3-0FD9-A754-5488C676D6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093ADC9-177D-AF64-FFBC-7BBAEC84E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DE1B53-55D1-DDD8-9ADC-641CE526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6448D-79D5-487E-97B9-44F7185C818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320745-FD4E-9823-A75D-4096273C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336AF7-CD20-C710-B2B7-50E97AD2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EC81-508D-44D4-90FD-13C7042BF9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283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D1D50A9-FBC3-67C7-25E5-4D747F68C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B4B362-E552-B91D-3D9E-CE3208345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B8DEF7-AE42-C400-95DA-7A82A3CD1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6448D-79D5-487E-97B9-44F7185C818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256779-79E4-5409-AD19-88D009B2A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BBC4C8-9636-1717-359D-B8BB1C502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DEC81-508D-44D4-90FD-13C7042BF9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802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93B1EC-9BE2-B21D-9D64-0AA70C88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 clustered column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44BBF4E3-411C-0F8D-9373-70D0A56B4F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8247186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70473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4ABAAD-DA22-EB86-455B-03764FA87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 stacked column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3EB80222-B645-7B50-9970-439480460B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9840240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45563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FF216-45E7-285F-8BC6-B65993CA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 100 % stacked column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AADF47E-0C7B-AEC2-7E23-2D1AD06CF1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9109267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78718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391E8F-F005-E7E1-E2B5-5A164673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 column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18008124-9BAA-D1D7-6203-7DD5A128D9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6188728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2107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8667CE-F3F7-2267-5A0E-4579B8F1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 clustered bar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F32586B0-F5C2-E1AC-A9ED-C005E3683A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8187773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58049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B6DCC4-1741-C7E8-5422-882AB0597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 stacked bar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4A8FF872-6D40-E4B8-D8AB-D1B0F220E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3622404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474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D1DB16-97F1-E7FD-F89F-9A98972D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 pie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36AA38A7-068F-8944-36F4-BE969F07D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8855733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770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0F6BE2-5862-C3FE-6D3D-785E1B1D1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 exploded pie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ECAD85B-EEAC-DBEA-DAC9-B91319FC07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2560305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70103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CF76F-5A63-FF61-5451-DC76BC64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 area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FF8EFB00-3BF4-0E74-DAF4-FE16FE808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2515068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17449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72628-2894-4847-5DD9-2829096CA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 stacked area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DB8DBC51-C5D8-2BE9-9C53-18DE592F9F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2419366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3951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8068D0-8988-BFCD-AE02-E26CCF27A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 line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D784B409-95EC-1D28-4CA2-C6C7E5E994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4308255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5999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19971-AD88-E4DA-0B7C-65785AE5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3D surface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35C06089-7308-6CCC-B7AA-D453C087DF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4714179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24185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59AE8C-6F95-09B9-063E-B36146D8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Wireframe surface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46567652-6AF3-7624-3BE3-E95AA4FB7A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429557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85452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A89E5-4E85-0C02-3DFF-D876EFA3F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Cylinder, cone, pyramid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BC22DFD-2A3A-76DF-0BBE-E8E74B362C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5362330"/>
              </p:ext>
            </p:extLst>
          </p:nvPr>
        </p:nvGraphicFramePr>
        <p:xfrm>
          <a:off x="254000" y="1524000"/>
          <a:ext cx="3810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76C5B0F5-4987-C623-1094-9482B92263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730106"/>
              </p:ext>
            </p:extLst>
          </p:nvPr>
        </p:nvGraphicFramePr>
        <p:xfrm>
          <a:off x="4191000" y="1524000"/>
          <a:ext cx="3810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64DC757E-CE14-0F25-FC69-82CD27D8DA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0425477"/>
              </p:ext>
            </p:extLst>
          </p:nvPr>
        </p:nvGraphicFramePr>
        <p:xfrm>
          <a:off x="8128000" y="1524000"/>
          <a:ext cx="3810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26498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3CD2FA-3B5B-BF77-405E-E4E22EAA2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Rotated, perspective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7A3E4082-86DE-D5F7-E9E0-56B49E70B7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3692792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14169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9F137A-9078-A70B-685B-3344F9E56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Rotated, right-angle axes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8FFF3AAC-D48F-3D26-2700-6CEE15B2C9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859469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13535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82FE6-AB93-4643-DD30-55A96B24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Pie, elevation 60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593B0E00-3371-A4D2-D52A-E0E7D8CF65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1657198"/>
              </p:ext>
            </p:extLst>
          </p:nvPr>
        </p:nvGraphicFramePr>
        <p:xfrm>
          <a:off x="1016000" y="1524000"/>
          <a:ext cx="1016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59227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45EFD0-45B6-8BBA-0557-48643728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labels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0171D305-9B5B-44E3-1960-AC63E8C4FC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425540"/>
              </p:ext>
            </p:extLst>
          </p:nvPr>
        </p:nvGraphicFramePr>
        <p:xfrm>
          <a:off x="254000" y="1524000"/>
          <a:ext cx="5715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EC8B8226-B7D7-46F8-73CD-5D40BD4C94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6205527"/>
              </p:ext>
            </p:extLst>
          </p:nvPr>
        </p:nvGraphicFramePr>
        <p:xfrm>
          <a:off x="6223000" y="1524000"/>
          <a:ext cx="5715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4D1152D8-31CD-7D65-0CB0-C87BD9CD98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5263612"/>
              </p:ext>
            </p:extLst>
          </p:nvPr>
        </p:nvGraphicFramePr>
        <p:xfrm>
          <a:off x="254000" y="4191000"/>
          <a:ext cx="5715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714D4488-5FD8-F741-8C74-2423D01AFA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3681206"/>
              </p:ext>
            </p:extLst>
          </p:nvPr>
        </p:nvGraphicFramePr>
        <p:xfrm>
          <a:off x="6223000" y="4191000"/>
          <a:ext cx="5715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18327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Benutzerdefiniert</PresentationFormat>
  <Paragraphs>18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</vt:lpstr>
      <vt:lpstr>3D clustered column</vt:lpstr>
      <vt:lpstr>3D stacked column</vt:lpstr>
      <vt:lpstr>3D 100 % stacked column</vt:lpstr>
      <vt:lpstr>3D column</vt:lpstr>
      <vt:lpstr>3D clustered bar</vt:lpstr>
      <vt:lpstr>3D stacked bar</vt:lpstr>
      <vt:lpstr>3D pie</vt:lpstr>
      <vt:lpstr>3D exploded pie</vt:lpstr>
      <vt:lpstr>3D area</vt:lpstr>
      <vt:lpstr>3D stacked area</vt:lpstr>
      <vt:lpstr>3D line</vt:lpstr>
      <vt:lpstr>3D surface</vt:lpstr>
      <vt:lpstr>Wireframe surface</vt:lpstr>
      <vt:lpstr>Cylinder, cone, pyramid</vt:lpstr>
      <vt:lpstr>Rotated, perspective</vt:lpstr>
      <vt:lpstr>Rotated, right-angle axes</vt:lpstr>
      <vt:lpstr>Pie, elevation 60</vt:lpstr>
      <vt:lpstr>Data labels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2026-10-09T14:40:24Z</dcterms:created>
  <dcterms:modified xsi:type="dcterms:W3CDTF">2026-10-09T14:40:24Z</dcterms:modified>
</cp:coreProperties>
</file>