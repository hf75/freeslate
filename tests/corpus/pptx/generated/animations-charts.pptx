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" d="100"/>
          <a:sy n="14" d="100"/>
        </p:scale>
        <p:origin x="426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4</c:v>
                </c:pt>
                <c:pt idx="1">
                  <c:v>6</c:v>
                </c:pt>
                <c:pt idx="2">
                  <c:v>5</c:v>
                </c:pt>
                <c:pt idx="3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DA4-4609-B30C-5C191239201B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5</c:v>
                </c:pt>
                <c:pt idx="1">
                  <c:v>7</c:v>
                </c:pt>
                <c:pt idx="2">
                  <c:v>6</c:v>
                </c:pt>
                <c:pt idx="3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DA4-4609-B30C-5C191239201B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Tabelle1!$D$2:$D$5</c:f>
              <c:numCache>
                <c:formatCode>General</c:formatCode>
                <c:ptCount val="4"/>
                <c:pt idx="0">
                  <c:v>6</c:v>
                </c:pt>
                <c:pt idx="1">
                  <c:v>5</c:v>
                </c:pt>
                <c:pt idx="2">
                  <c:v>7</c:v>
                </c:pt>
                <c:pt idx="3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DA4-4609-B30C-5C19123920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75092575"/>
        <c:axId val="1615066064"/>
      </c:barChart>
      <c:catAx>
        <c:axId val="14750925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615066064"/>
        <c:crosses val="autoZero"/>
        <c:auto val="1"/>
        <c:lblAlgn val="ctr"/>
        <c:lblOffset val="100"/>
        <c:noMultiLvlLbl val="0"/>
      </c:catAx>
      <c:valAx>
        <c:axId val="16150660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4750925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4</c:v>
                </c:pt>
                <c:pt idx="1">
                  <c:v>6</c:v>
                </c:pt>
                <c:pt idx="2">
                  <c:v>5</c:v>
                </c:pt>
                <c:pt idx="3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933-41CE-8F44-E97E147CB377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5</c:v>
                </c:pt>
                <c:pt idx="1">
                  <c:v>7</c:v>
                </c:pt>
                <c:pt idx="2">
                  <c:v>6</c:v>
                </c:pt>
                <c:pt idx="3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933-41CE-8F44-E97E147CB377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Tabelle1!$D$2:$D$5</c:f>
              <c:numCache>
                <c:formatCode>General</c:formatCode>
                <c:ptCount val="4"/>
                <c:pt idx="0">
                  <c:v>6</c:v>
                </c:pt>
                <c:pt idx="1">
                  <c:v>5</c:v>
                </c:pt>
                <c:pt idx="2">
                  <c:v>7</c:v>
                </c:pt>
                <c:pt idx="3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933-41CE-8F44-E97E147CB3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17811936"/>
        <c:axId val="1615081424"/>
      </c:barChart>
      <c:catAx>
        <c:axId val="16178119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615081424"/>
        <c:crosses val="autoZero"/>
        <c:auto val="1"/>
        <c:lblAlgn val="ctr"/>
        <c:lblOffset val="100"/>
        <c:noMultiLvlLbl val="0"/>
      </c:catAx>
      <c:valAx>
        <c:axId val="16150814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6178119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4</c:v>
                </c:pt>
                <c:pt idx="1">
                  <c:v>6</c:v>
                </c:pt>
                <c:pt idx="2">
                  <c:v>5</c:v>
                </c:pt>
                <c:pt idx="3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70-464E-B771-3BF7B02093D6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5</c:v>
                </c:pt>
                <c:pt idx="1">
                  <c:v>7</c:v>
                </c:pt>
                <c:pt idx="2">
                  <c:v>6</c:v>
                </c:pt>
                <c:pt idx="3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070-464E-B771-3BF7B02093D6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Tabelle1!$D$2:$D$5</c:f>
              <c:numCache>
                <c:formatCode>General</c:formatCode>
                <c:ptCount val="4"/>
                <c:pt idx="0">
                  <c:v>6</c:v>
                </c:pt>
                <c:pt idx="1">
                  <c:v>5</c:v>
                </c:pt>
                <c:pt idx="2">
                  <c:v>7</c:v>
                </c:pt>
                <c:pt idx="3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070-464E-B771-3BF7B02093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22731120"/>
        <c:axId val="1614968624"/>
      </c:barChart>
      <c:catAx>
        <c:axId val="16227311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614968624"/>
        <c:crosses val="autoZero"/>
        <c:auto val="1"/>
        <c:lblAlgn val="ctr"/>
        <c:lblOffset val="100"/>
        <c:noMultiLvlLbl val="0"/>
      </c:catAx>
      <c:valAx>
        <c:axId val="16149686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6227311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4</c:v>
                </c:pt>
                <c:pt idx="1">
                  <c:v>6</c:v>
                </c:pt>
                <c:pt idx="2">
                  <c:v>5</c:v>
                </c:pt>
                <c:pt idx="3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237-4415-BE31-60D389D6E70A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5</c:v>
                </c:pt>
                <c:pt idx="1">
                  <c:v>7</c:v>
                </c:pt>
                <c:pt idx="2">
                  <c:v>6</c:v>
                </c:pt>
                <c:pt idx="3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237-4415-BE31-60D389D6E70A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Tabelle1!$D$2:$D$5</c:f>
              <c:numCache>
                <c:formatCode>General</c:formatCode>
                <c:ptCount val="4"/>
                <c:pt idx="0">
                  <c:v>6</c:v>
                </c:pt>
                <c:pt idx="1">
                  <c:v>5</c:v>
                </c:pt>
                <c:pt idx="2">
                  <c:v>7</c:v>
                </c:pt>
                <c:pt idx="3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237-4415-BE31-60D389D6E7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22734832"/>
        <c:axId val="1614961904"/>
      </c:barChart>
      <c:catAx>
        <c:axId val="16227348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614961904"/>
        <c:crosses val="autoZero"/>
        <c:auto val="1"/>
        <c:lblAlgn val="ctr"/>
        <c:lblOffset val="100"/>
        <c:noMultiLvlLbl val="0"/>
      </c:catAx>
      <c:valAx>
        <c:axId val="16149619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6227348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2023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Tabelle1!$A$2:$A$5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4</c:v>
                </c:pt>
                <c:pt idx="1">
                  <c:v>6</c:v>
                </c:pt>
                <c:pt idx="2">
                  <c:v>5</c:v>
                </c:pt>
                <c:pt idx="3">
                  <c:v>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F55-4F04-A248-88A205817902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2024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Tabelle1!$A$2:$A$5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5</c:v>
                </c:pt>
                <c:pt idx="1">
                  <c:v>7</c:v>
                </c:pt>
                <c:pt idx="2">
                  <c:v>6</c:v>
                </c:pt>
                <c:pt idx="3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F55-4F04-A248-88A205817902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2025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Tabelle1!$A$2:$A$5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Tabelle1!$D$2:$D$5</c:f>
              <c:numCache>
                <c:formatCode>General</c:formatCode>
                <c:ptCount val="4"/>
                <c:pt idx="0">
                  <c:v>6</c:v>
                </c:pt>
                <c:pt idx="1">
                  <c:v>5</c:v>
                </c:pt>
                <c:pt idx="2">
                  <c:v>7</c:v>
                </c:pt>
                <c:pt idx="3">
                  <c:v>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F55-4F04-A248-88A2058179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17787808"/>
        <c:axId val="1614966704"/>
      </c:lineChart>
      <c:catAx>
        <c:axId val="1617787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614966704"/>
        <c:crosses val="autoZero"/>
        <c:auto val="1"/>
        <c:lblAlgn val="ctr"/>
        <c:lblOffset val="100"/>
        <c:noMultiLvlLbl val="0"/>
      </c:catAx>
      <c:valAx>
        <c:axId val="16149667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617787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2023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Tabelle1!$A$2:$A$5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4</c:v>
                </c:pt>
                <c:pt idx="1">
                  <c:v>6</c:v>
                </c:pt>
                <c:pt idx="2">
                  <c:v>5</c:v>
                </c:pt>
                <c:pt idx="3">
                  <c:v>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30A-4B0C-ADA4-D7D349C7B8EC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2024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Tabelle1!$A$2:$A$5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5</c:v>
                </c:pt>
                <c:pt idx="1">
                  <c:v>7</c:v>
                </c:pt>
                <c:pt idx="2">
                  <c:v>6</c:v>
                </c:pt>
                <c:pt idx="3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30A-4B0C-ADA4-D7D349C7B8EC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2025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Tabelle1!$A$2:$A$5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Tabelle1!$D$2:$D$5</c:f>
              <c:numCache>
                <c:formatCode>General</c:formatCode>
                <c:ptCount val="4"/>
                <c:pt idx="0">
                  <c:v>6</c:v>
                </c:pt>
                <c:pt idx="1">
                  <c:v>5</c:v>
                </c:pt>
                <c:pt idx="2">
                  <c:v>7</c:v>
                </c:pt>
                <c:pt idx="3">
                  <c:v>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30A-4B0C-ADA4-D7D349C7B8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17793376"/>
        <c:axId val="1614954704"/>
      </c:lineChart>
      <c:catAx>
        <c:axId val="16177933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614954704"/>
        <c:crosses val="autoZero"/>
        <c:auto val="1"/>
        <c:lblAlgn val="ctr"/>
        <c:lblOffset val="100"/>
        <c:noMultiLvlLbl val="0"/>
      </c:catAx>
      <c:valAx>
        <c:axId val="16149547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6177933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pie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25C-4EB2-8341-7B701B3DDAE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25C-4EB2-8341-7B701B3DDAE1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25C-4EB2-8341-7B701B3DDAE1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C25C-4EB2-8341-7B701B3DDAE1}"/>
              </c:ext>
            </c:extLst>
          </c:dPt>
          <c:cat>
            <c:strRef>
              <c:f>Tabelle1!$A$2:$A$5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4</c:v>
                </c:pt>
                <c:pt idx="1">
                  <c:v>6</c:v>
                </c:pt>
                <c:pt idx="2">
                  <c:v>5</c:v>
                </c:pt>
                <c:pt idx="3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D9D-47AD-B48B-2F690254D3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BC8EF5-EA4E-C08C-485F-AC22F93E5E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C94E30C-2664-301F-DAE3-E0E107AC39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4ABA728-8B44-827E-33BA-A12255DAE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73EED-EB68-43B0-9F2F-D3F7AC839AF4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850D11E-185D-0681-4080-07094E422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9AD7C0D-BDE9-0B39-07CE-CEF133298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0B8A1-E317-4D46-B668-0F9CE73E63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74824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893C90-D91E-1671-E934-81359A3A4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BC024FC-25A6-2009-C6BD-1038236CFF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DC211F6-5366-6B6E-C68C-E87509F61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73EED-EB68-43B0-9F2F-D3F7AC839AF4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AA04CA-E0AF-4B02-72B9-2F15991F0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6156541-6332-3676-A11C-6A1628DFD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0B8A1-E317-4D46-B668-0F9CE73E63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7561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E6D7C6-AE59-EA80-8AB2-AF5038A0C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AF74382-EA57-BC5F-0BDD-5DE73CD0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3CC024D-BF6E-CA4C-02DB-AC2D904B4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73EED-EB68-43B0-9F2F-D3F7AC839AF4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1A38149-D814-9E0D-A1B6-E09764E9D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4503598-F1F1-8F65-5153-953EAC8D6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0B8A1-E317-4D46-B668-0F9CE73E63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4244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9DB7DE-361E-BF46-8C8D-0A4B6F7D7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23DA164-E02A-9C07-A2E7-F69C67CBBC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3A3ECB3-347B-38ED-D2A1-9398BDC5FC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C513610-D4F5-4D15-A5FE-9F0A0E623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73EED-EB68-43B0-9F2F-D3F7AC839AF4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A9DB5E1-80F1-1344-E677-348D1A3AF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ED14F19-1100-2FF6-5D84-FD2D66AB1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0B8A1-E317-4D46-B668-0F9CE73E63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8452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5C05AE-111F-0A0D-3D83-F973A21D3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4E2CFEC-C5CF-D48B-DCDB-016824E269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91CCA41-783A-815A-4093-B72068A650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6FCC27E-53E5-7AE8-58E5-B32CDAAA69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323EBE3-D394-2198-3940-24195A5FC4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B2F715F-5A8C-4984-FE8D-AC88CC63C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73EED-EB68-43B0-9F2F-D3F7AC839AF4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F13D1C5-926D-DC38-4CD1-4F9EC330C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3A26705-3E47-02F7-6252-F4B51A6FC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0B8A1-E317-4D46-B668-0F9CE73E63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5654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927F10-C6B7-114F-E27A-2A950D282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981931F-FA01-DA48-E835-87777AD3A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73EED-EB68-43B0-9F2F-D3F7AC839AF4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D7725FF-3977-7629-BF3F-6419567D6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5C2E735-A667-6AB7-E303-AA4D6621E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0B8A1-E317-4D46-B668-0F9CE73E63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7852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72F9D8C-ECAD-486E-CB29-4B4897A5B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73EED-EB68-43B0-9F2F-D3F7AC839AF4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C3EAB76-58B4-01A4-E42F-22E6CBF65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E724976-412E-8F13-8E3B-FF211072F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0B8A1-E317-4D46-B668-0F9CE73E63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1933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E6DF2A-42F1-089C-8895-203440C69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573202-4F26-4943-51DB-D088A8C23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73D71A4-707E-5492-0116-8693452F18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C43CFBB-C683-6784-B377-196055F51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73EED-EB68-43B0-9F2F-D3F7AC839AF4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6A514B1-7DCE-5989-69E7-423EFAEDD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AA05A89-FFD0-C96B-315F-9D9BA3144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0B8A1-E317-4D46-B668-0F9CE73E63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5929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60A3B5-9AAF-0909-95F2-397B0A9E5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CDAC064-6D23-523F-98FD-52D3F06470F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81A0230-CC50-7A5B-6307-68818D22D7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5486543-5837-4156-CDF3-C96AB21BC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73EED-EB68-43B0-9F2F-D3F7AC839AF4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44F38D2-D5E1-1FAE-89B5-A9E379875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31B908F-B514-90F6-4687-40ADCA9B6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0B8A1-E317-4D46-B668-0F9CE73E63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0070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7341AC-09D2-4267-39B9-7781834AD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C79434F-42B3-1617-22A6-8612D7BD93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F6A56DB-8984-AAF3-94D2-E236B3F92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73EED-EB68-43B0-9F2F-D3F7AC839AF4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11CA11F-D7B4-CBC9-2CCB-DE568B12E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39B1705-FE99-2028-35C9-3D61CD49D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0B8A1-E317-4D46-B668-0F9CE73E63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357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D9F5D243-842E-C387-C799-2ADA11F2AC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B32EEE5-6919-46BE-C4FC-D8EB5666A5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58B51A-D4F4-A5FD-4495-1A914085D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73EED-EB68-43B0-9F2F-D3F7AC839AF4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EDC3813-5416-8101-BE36-8D736856B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A1FFC71-7FC6-8719-16D0-6AC22C848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0B8A1-E317-4D46-B668-0F9CE73E63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62557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F8FD70B-5C5D-7977-BB83-7AEBF736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8AAB8A6-A20E-3F77-E10A-C3EED07F36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41F7E3D-801C-FB21-DFA3-B60B2A49EE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F73EED-EB68-43B0-9F2F-D3F7AC839AF4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0566536-A412-0EFB-642D-A9AD85E509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C89C392-8395-D8AB-3232-EAC70CF777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60B8A1-E317-4D46-B668-0F9CE73E63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690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C461E7-F49F-D462-1867-713EDDABB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Columns by series</a:t>
            </a:r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CBE560DF-6802-E6CD-CBE3-A91A873EE8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4352192"/>
              </p:ext>
            </p:extLst>
          </p:nvPr>
        </p:nvGraphicFramePr>
        <p:xfrm>
          <a:off x="1016000" y="1397000"/>
          <a:ext cx="10160000" cy="520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25275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Chart bld="series"/>
        </p:bldSub>
      </p:bldGraphic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D91FCC-FC48-6E53-0BED-5A9122242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Columns by category</a:t>
            </a:r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AC68C147-C9B5-4D13-DC05-CB1579556C2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84010049"/>
              </p:ext>
            </p:extLst>
          </p:nvPr>
        </p:nvGraphicFramePr>
        <p:xfrm>
          <a:off x="1016000" y="1397000"/>
          <a:ext cx="10160000" cy="520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74562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Chart bld="category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5C79DF-B170-CC00-8E4B-5F05EDA1D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Columns by series elements</a:t>
            </a:r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B13FFF6F-2026-7087-4AE4-21BC7A2A1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44427836"/>
              </p:ext>
            </p:extLst>
          </p:nvPr>
        </p:nvGraphicFramePr>
        <p:xfrm>
          <a:off x="1016000" y="1397000"/>
          <a:ext cx="10160000" cy="520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59562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0" categoryIdx="0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graphicEl>
                                              <a:chart seriesIdx="0" categoryIdx="0" bldStep="ptIn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0" categoryIdx="1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graphicEl>
                                              <a:chart seriesIdx="0" categoryIdx="1" bldStep="ptIn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0" categoryIdx="2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graphicEl>
                                              <a:chart seriesIdx="0" categoryIdx="2" bldStep="ptIn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0" categoryIdx="3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graphicEl>
                                              <a:chart seriesIdx="0" categoryIdx="3" bldStep="ptIn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1" categoryIdx="0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graphicEl>
                                              <a:chart seriesIdx="1" categoryIdx="0" bldStep="ptIn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1" categoryIdx="1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graphicEl>
                                              <a:chart seriesIdx="1" categoryIdx="1" bldStep="ptIn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1" categoryIdx="2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graphicEl>
                                              <a:chart seriesIdx="1" categoryIdx="2" bldStep="ptIn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1" categoryIdx="3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graphicEl>
                                              <a:chart seriesIdx="1" categoryIdx="3" bldStep="ptIn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2" categoryIdx="0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graphicEl>
                                              <a:chart seriesIdx="2" categoryIdx="0" bldStep="ptIn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2" categoryIdx="1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graphicEl>
                                              <a:chart seriesIdx="2" categoryIdx="1" bldStep="ptIn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2" categoryIdx="2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graphicEl>
                                              <a:chart seriesIdx="2" categoryIdx="2" bldStep="ptIn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2" categoryIdx="3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">
                                            <p:graphicEl>
                                              <a:chart seriesIdx="2" categoryIdx="3" bldStep="ptIn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Chart bld="seriesEl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9F845F-91DF-59B2-B0EF-D08C38AE1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Columns by category elements</a:t>
            </a:r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F6780094-7F3B-C51A-239D-10FBD0E0FD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90961023"/>
              </p:ext>
            </p:extLst>
          </p:nvPr>
        </p:nvGraphicFramePr>
        <p:xfrm>
          <a:off x="1016000" y="1397000"/>
          <a:ext cx="10160000" cy="520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10579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0" categoryIdx="0" bldStep="ptIn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graphicEl>
                                              <a:chart seriesIdx="0" categoryIdx="0" bldStep="ptIn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1" categoryIdx="0" bldStep="ptIn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graphicEl>
                                              <a:chart seriesIdx="1" categoryIdx="0" bldStep="ptIn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2" categoryIdx="0" bldStep="ptIn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graphicEl>
                                              <a:chart seriesIdx="2" categoryIdx="0" bldStep="ptIn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0" categoryIdx="1" bldStep="ptIn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graphicEl>
                                              <a:chart seriesIdx="0" categoryIdx="1" bldStep="ptIn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1" categoryIdx="1" bldStep="ptIn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graphicEl>
                                              <a:chart seriesIdx="1" categoryIdx="1" bldStep="ptIn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2" categoryIdx="1" bldStep="ptIn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graphicEl>
                                              <a:chart seriesIdx="2" categoryIdx="1" bldStep="ptIn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0" categoryIdx="2" bldStep="ptIn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graphicEl>
                                              <a:chart seriesIdx="0" categoryIdx="2" bldStep="ptIn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1" categoryIdx="2" bldStep="ptIn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graphicEl>
                                              <a:chart seriesIdx="1" categoryIdx="2" bldStep="ptIn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2" categoryIdx="2" bldStep="ptIn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graphicEl>
                                              <a:chart seriesIdx="2" categoryIdx="2" bldStep="ptIn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0" categoryIdx="3" bldStep="ptIn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graphicEl>
                                              <a:chart seriesIdx="0" categoryIdx="3" bldStep="ptIn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1" categoryIdx="3" bldStep="ptIn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graphicEl>
                                              <a:chart seriesIdx="1" categoryIdx="3" bldStep="ptIn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2" categoryIdx="3" bldStep="ptIn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">
                                            <p:graphicEl>
                                              <a:chart seriesIdx="2" categoryIdx="3" bldStep="ptIn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Chart bld="categoryEl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66B390-82E3-4425-1D2B-AC737FC8C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Lines by series</a:t>
            </a:r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CD9D3508-1687-FB9C-3302-32B163992B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95727274"/>
              </p:ext>
            </p:extLst>
          </p:nvPr>
        </p:nvGraphicFramePr>
        <p:xfrm>
          <a:off x="1016000" y="1397000"/>
          <a:ext cx="10160000" cy="520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04971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Chart bld="series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8E5574-4FCE-63CC-1C8A-E5F4C1E99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Lines by category</a:t>
            </a:r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E8FE60FC-484D-CBAB-BFE8-BDE26D248B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00939821"/>
              </p:ext>
            </p:extLst>
          </p:nvPr>
        </p:nvGraphicFramePr>
        <p:xfrm>
          <a:off x="1016000" y="1397000"/>
          <a:ext cx="10160000" cy="520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82602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Chart bld="category"/>
        </p:bldSub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565015-77C4-3A1B-584C-05032CC79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Pie by category</a:t>
            </a:r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ADB9ACC9-0F5F-76BB-B4AD-141C5CCBB0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20042340"/>
              </p:ext>
            </p:extLst>
          </p:nvPr>
        </p:nvGraphicFramePr>
        <p:xfrm>
          <a:off x="1016000" y="1397000"/>
          <a:ext cx="10160000" cy="520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76029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Chart bld="category"/>
        </p:bldSub>
      </p:bldGraphic>
    </p:bld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</Words>
  <Application>Microsoft Office PowerPoint</Application>
  <PresentationFormat>Breitbild</PresentationFormat>
  <Paragraphs>7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</vt:lpstr>
      <vt:lpstr>Columns by series</vt:lpstr>
      <vt:lpstr>Columns by category</vt:lpstr>
      <vt:lpstr>Columns by series elements</vt:lpstr>
      <vt:lpstr>Columns by category elements</vt:lpstr>
      <vt:lpstr>Lines by series</vt:lpstr>
      <vt:lpstr>Lines by category</vt:lpstr>
      <vt:lpstr>Pie by category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Fidelity generator</dc:creator>
  <cp:lastModifiedBy>Fidelity generator</cp:lastModifiedBy>
  <cp:revision>1</cp:revision>
  <dcterms:created xsi:type="dcterms:W3CDTF">2026-10-09T02:40:44Z</dcterms:created>
  <dcterms:modified xsi:type="dcterms:W3CDTF">2026-10-09T02:40:44Z</dcterms:modified>
</cp:coreProperties>
</file>