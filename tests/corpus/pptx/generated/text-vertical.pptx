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1DF787-39F7-DD0F-5586-DDBEE9D06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802DB13-734A-9960-02C5-48B356AD3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FFDB07-74B1-99C6-DA25-D9A3C611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CC3C98-5B29-4468-0B62-427C7118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FEC6558-DC9A-C0FD-FB24-BA0DD210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3969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CECF2E-B988-82FF-CCBF-3D8847FD8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594A7C-A622-9CB3-51EA-2BE9C9660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84CA8D-5A08-218A-A872-4A2D0EDC0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23C523-B7E9-F4C6-D7E8-ADDB21F80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05B4C7-4E97-C7D1-409E-D2D7F9CA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2450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03CF82-B6BD-2E6E-41D0-621CE16C0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7E49FDB-6B82-0B98-A5B9-A2BD3C3E1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AB8681-1D9A-063B-2521-DED4482EC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174633-AEA1-2D51-6CF7-B2C70299E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128A82-2389-FB53-05C6-6B38CE08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6346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DE735A-C085-B2F2-64A1-F7F8447E1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1D2505-E76E-5155-9E7E-5B4884E05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0CA314-0E4B-E97E-F18F-4F6F600F4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0A186B-C627-9E56-8EBB-A20EB3395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18283F6-2DB0-C57B-DB51-37DDC505A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80DD44-9A0E-EEBC-4337-348AE0134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872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17BCC9-A0BC-6488-4601-B912988E4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C0ABF9-0D4C-DE3F-A2E2-FBEB8D7222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D41C50F-4DA3-ED3F-39BD-A6298BD4C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7D9D6A6-0FF1-30C0-A546-590A3B0AD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C5DDB49-029D-4E38-DF64-D1B844578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0A2F093-EBD2-D30C-2AFB-5F2392DB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273A9F0-A813-C348-BFB7-053DE8741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C00640-0665-B00A-2BC9-A9682D95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0570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D0B74-364C-74BC-F29D-9D6F1A222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854FFA6-0E0D-894B-B418-83AADA7BB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71CCA50-1B14-5C11-A9AF-02BE44114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1FE4268-818B-C057-B3BC-B3034FCA7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771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F054B18-B641-04B5-EA9F-9550EE9F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D51F150-A83F-C996-7724-6B6BF889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D2329C6-7AAF-B05A-B19E-156DC7A6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908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9DEACF-8F36-CA82-EFB2-0B25B9E74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021666-B75E-4B9F-8841-F678AA149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4E9F155-836E-7ECB-0C80-B9CE1D20B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0665C2-572C-4B27-AAF7-147A6D75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7147B4-052F-8408-196A-09CDDFF8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579E315-0ACD-C9A7-08C5-1811F72C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1387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9D2A67-0AAA-1FF9-BA58-D9649AB7E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F71BF56-82C5-FC2E-12C5-421BBF97A64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EC5BFA7-FD90-989B-5083-23B1F99492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82900F-24A6-389A-A2D8-9ADA1AE81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DC32B29-10C9-39C6-4A63-CA7D955C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3A7E729-D833-F82B-4BA0-86B76A51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020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EE9217-19B9-463E-345E-8D5BDEEF2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1921ED4-25D5-513F-447F-3295F89FC2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23ECA3-49D4-6A2C-BBAB-6B0C2822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EC0293-1964-E422-600D-DCBC0E73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9CCE121-97A7-F159-B9EE-4D292C954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265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46969B-03A2-CCE8-5DC8-A14D4B871C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8499A50-83E9-1349-9771-0F024232E7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92D9A7-CE9B-AB9D-3751-AED5D1448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2C788F-3C50-22D1-40AF-E09D2FF54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6303F1-CEED-F6A0-28D8-DCB3E2543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5146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B2E40B3-DD6B-B7B8-95E8-5F73F5F36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398A50-4E4B-BBE0-38EC-3128E1806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35CED0-4792-47C6-914E-DCC8A1E8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0EC39-126B-4F5C-88D6-745333D1D9F8}" type="datetimeFigureOut">
              <a:rPr lang="de-DE" smtClean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B31204-E2CF-163C-D96D-FD348F6AA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429A34-F04A-2B6C-62D6-D41F08ABF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B3A0C-7D32-4E09-9B2B-D14D26743B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3405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1827EE3-683A-C08A-C909-C72662149039}"/>
              </a:ext>
            </a:extLst>
          </p:cNvPr>
          <p:cNvSpPr/>
          <p:nvPr/>
        </p:nvSpPr>
        <p:spPr>
          <a:xfrm>
            <a:off x="38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9FCB2B4-7309-B728-CB73-8DD118D97540}"/>
              </a:ext>
            </a:extLst>
          </p:cNvPr>
          <p:cNvSpPr/>
          <p:nvPr/>
        </p:nvSpPr>
        <p:spPr>
          <a:xfrm>
            <a:off x="165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ct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E972B3E-FFD2-D7A5-A6BA-2F48B9CE75B5}"/>
              </a:ext>
            </a:extLst>
          </p:cNvPr>
          <p:cNvSpPr/>
          <p:nvPr/>
        </p:nvSpPr>
        <p:spPr>
          <a:xfrm>
            <a:off x="292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t"/>
          <a:lstStyle/>
          <a:p>
            <a:pPr algn="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0E39152-CC26-7AD2-CD7F-C5F676F07371}"/>
              </a:ext>
            </a:extLst>
          </p:cNvPr>
          <p:cNvSpPr/>
          <p:nvPr/>
        </p:nvSpPr>
        <p:spPr>
          <a:xfrm>
            <a:off x="419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D84A1A6-3D24-2AED-A428-7CA5568AE789}"/>
              </a:ext>
            </a:extLst>
          </p:cNvPr>
          <p:cNvSpPr/>
          <p:nvPr/>
        </p:nvSpPr>
        <p:spPr>
          <a:xfrm>
            <a:off x="546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9C65B92-5111-1345-8174-41E1322AC26F}"/>
              </a:ext>
            </a:extLst>
          </p:cNvPr>
          <p:cNvSpPr/>
          <p:nvPr/>
        </p:nvSpPr>
        <p:spPr>
          <a:xfrm>
            <a:off x="673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311D31F-A32D-8D04-AA11-7EBFCE69C7CF}"/>
              </a:ext>
            </a:extLst>
          </p:cNvPr>
          <p:cNvSpPr/>
          <p:nvPr/>
        </p:nvSpPr>
        <p:spPr>
          <a:xfrm>
            <a:off x="800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b"/>
          <a:lstStyle/>
          <a:p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B088993-BE46-0C3F-45CE-A521D325D5CE}"/>
              </a:ext>
            </a:extLst>
          </p:cNvPr>
          <p:cNvSpPr/>
          <p:nvPr/>
        </p:nvSpPr>
        <p:spPr>
          <a:xfrm>
            <a:off x="927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b"/>
          <a:lstStyle/>
          <a:p>
            <a:pPr algn="ct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6565B98-1031-90D6-C060-04A70198317B}"/>
              </a:ext>
            </a:extLst>
          </p:cNvPr>
          <p:cNvSpPr/>
          <p:nvPr/>
        </p:nvSpPr>
        <p:spPr>
          <a:xfrm>
            <a:off x="1054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b"/>
          <a:lstStyle/>
          <a:p>
            <a:pPr algn="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22139EE-DB06-47F7-85B1-AE2356338C7E}"/>
              </a:ext>
            </a:extLst>
          </p:cNvPr>
          <p:cNvSpPr/>
          <p:nvPr/>
        </p:nvSpPr>
        <p:spPr>
          <a:xfrm>
            <a:off x="381000" y="4826000"/>
            <a:ext cx="3810000" cy="1524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381000" tIns="127000" rIns="63500" bIns="254000" rtlCol="0" anchor="ctr"/>
          <a:lstStyle/>
          <a:p>
            <a:pPr algn="ctr"/>
            <a:r>
              <a:rPr lang="de-DE" sz="1600">
                <a:solidFill>
                  <a:srgbClr val="000000"/>
                </a:solidFill>
              </a:rPr>
              <a:t>Insets on rotated text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00DA4AEF-24BB-256C-26F1-386E8BD56173}"/>
              </a:ext>
            </a:extLst>
          </p:cNvPr>
          <p:cNvSpPr/>
          <p:nvPr/>
        </p:nvSpPr>
        <p:spPr>
          <a:xfrm>
            <a:off x="4572000" y="4826000"/>
            <a:ext cx="3810000" cy="1524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wrap="none"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A long line that does not wrap at all</a:t>
            </a:r>
            <a:endParaRPr lang="de-DE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303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21AB3BD3-5714-4074-E6DE-AB95EA32CB10}"/>
              </a:ext>
            </a:extLst>
          </p:cNvPr>
          <p:cNvSpPr/>
          <p:nvPr/>
        </p:nvSpPr>
        <p:spPr>
          <a:xfrm>
            <a:off x="38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BE600461-AC0B-D5F3-C571-489F2309630F}"/>
              </a:ext>
            </a:extLst>
          </p:cNvPr>
          <p:cNvSpPr/>
          <p:nvPr/>
        </p:nvSpPr>
        <p:spPr>
          <a:xfrm>
            <a:off x="165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E13A3D3-B83E-8E21-2BD8-2F64D53478D9}"/>
              </a:ext>
            </a:extLst>
          </p:cNvPr>
          <p:cNvSpPr/>
          <p:nvPr/>
        </p:nvSpPr>
        <p:spPr>
          <a:xfrm>
            <a:off x="292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45BA3A6-4AB1-4020-F5FB-859B078A0460}"/>
              </a:ext>
            </a:extLst>
          </p:cNvPr>
          <p:cNvSpPr/>
          <p:nvPr/>
        </p:nvSpPr>
        <p:spPr>
          <a:xfrm>
            <a:off x="419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4F2AA45-0D10-5F08-1221-73581D08296A}"/>
              </a:ext>
            </a:extLst>
          </p:cNvPr>
          <p:cNvSpPr/>
          <p:nvPr/>
        </p:nvSpPr>
        <p:spPr>
          <a:xfrm>
            <a:off x="546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858303E-DD55-FBBC-2F12-9369F8C3702F}"/>
              </a:ext>
            </a:extLst>
          </p:cNvPr>
          <p:cNvSpPr/>
          <p:nvPr/>
        </p:nvSpPr>
        <p:spPr>
          <a:xfrm>
            <a:off x="673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8C82053-D660-49B4-CC16-F8AF353EFA97}"/>
              </a:ext>
            </a:extLst>
          </p:cNvPr>
          <p:cNvSpPr/>
          <p:nvPr/>
        </p:nvSpPr>
        <p:spPr>
          <a:xfrm>
            <a:off x="800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b"/>
          <a:lstStyle/>
          <a:p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E0CA8AD-92AA-CA01-2892-221B7736E34C}"/>
              </a:ext>
            </a:extLst>
          </p:cNvPr>
          <p:cNvSpPr/>
          <p:nvPr/>
        </p:nvSpPr>
        <p:spPr>
          <a:xfrm>
            <a:off x="927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ct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ct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BCAD8FA-9AEF-1294-618A-B6A7AD8D7C8D}"/>
              </a:ext>
            </a:extLst>
          </p:cNvPr>
          <p:cNvSpPr/>
          <p:nvPr/>
        </p:nvSpPr>
        <p:spPr>
          <a:xfrm>
            <a:off x="10541000" y="508000"/>
            <a:ext cx="1143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b"/>
          <a:lstStyle/>
          <a:p>
            <a:pPr algn="r"/>
            <a:r>
              <a:rPr lang="en-US" sz="1400">
                <a:solidFill>
                  <a:srgbClr val="000000"/>
                </a:solidFill>
              </a:rPr>
              <a:t>Vertical text that wraps onto a second line</a:t>
            </a:r>
          </a:p>
          <a:p>
            <a:pPr algn="r"/>
            <a:r>
              <a:rPr lang="en-US" sz="1400">
                <a:solidFill>
                  <a:srgbClr val="000000"/>
                </a:solidFill>
              </a:rPr>
              <a:t>Second paragraph</a:t>
            </a:r>
            <a:endParaRPr lang="de-DE" sz="1400">
              <a:solidFill>
                <a:srgbClr val="000000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D1DCDA9-C308-F1CF-860A-C115AD383C3B}"/>
              </a:ext>
            </a:extLst>
          </p:cNvPr>
          <p:cNvSpPr/>
          <p:nvPr/>
        </p:nvSpPr>
        <p:spPr>
          <a:xfrm>
            <a:off x="381000" y="4826000"/>
            <a:ext cx="3810000" cy="1524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381000" tIns="127000" rIns="63500" bIns="254000" rtlCol="0" anchor="ctr"/>
          <a:lstStyle/>
          <a:p>
            <a:pPr algn="ctr"/>
            <a:r>
              <a:rPr lang="de-DE" sz="1600">
                <a:solidFill>
                  <a:srgbClr val="000000"/>
                </a:solidFill>
              </a:rPr>
              <a:t>Insets on rotated text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AD6507B-8D64-9507-F5A0-69FAC0D377D2}"/>
              </a:ext>
            </a:extLst>
          </p:cNvPr>
          <p:cNvSpPr/>
          <p:nvPr/>
        </p:nvSpPr>
        <p:spPr>
          <a:xfrm>
            <a:off x="4572000" y="4826000"/>
            <a:ext cx="3810000" cy="1524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A long line that does not wrap at all</a:t>
            </a:r>
            <a:endParaRPr lang="de-DE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148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45F3A77-C683-71A6-42A3-14FD42C832E6}"/>
              </a:ext>
            </a:extLst>
          </p:cNvPr>
          <p:cNvSpPr/>
          <p:nvPr/>
        </p:nvSpPr>
        <p:spPr>
          <a:xfrm>
            <a:off x="381000" y="508000"/>
            <a:ext cx="1651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t"/>
          <a:lstStyle/>
          <a:p>
            <a:pPr algn="ctr"/>
            <a:r>
              <a:rPr lang="ja-JP" altLang="de-DE">
                <a:solidFill>
                  <a:srgbClr val="000000"/>
                </a:solidFill>
              </a:rPr>
              <a:t>縦書きのテキスト </a:t>
            </a:r>
            <a:r>
              <a:rPr lang="de-DE" altLang="ja-JP">
                <a:solidFill>
                  <a:srgbClr val="000000"/>
                </a:solidFill>
              </a:rPr>
              <a:t>ABC 123 </a:t>
            </a:r>
            <a:r>
              <a:rPr lang="ja-JP" altLang="de-DE">
                <a:solidFill>
                  <a:srgbClr val="000000"/>
                </a:solidFill>
              </a:rPr>
              <a:t>と日本語の文章</a:t>
            </a:r>
          </a:p>
          <a:p>
            <a:pPr algn="ctr"/>
            <a:r>
              <a:rPr lang="ja-JP" altLang="de-DE">
                <a:solidFill>
                  <a:srgbClr val="000000"/>
                </a:solidFill>
              </a:rPr>
              <a:t>二段落目 </a:t>
            </a:r>
            <a:r>
              <a:rPr lang="de-DE" altLang="ja-JP">
                <a:solidFill>
                  <a:srgbClr val="000000"/>
                </a:solidFill>
              </a:rPr>
              <a:t>xyz</a:t>
            </a:r>
            <a:endParaRPr lang="de-DE">
              <a:solidFill>
                <a:srgbClr val="000000"/>
              </a:solidFill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4110064-A1BF-08B4-3C46-BDA80BCADF9E}"/>
              </a:ext>
            </a:extLst>
          </p:cNvPr>
          <p:cNvSpPr/>
          <p:nvPr/>
        </p:nvSpPr>
        <p:spPr>
          <a:xfrm>
            <a:off x="2286000" y="508000"/>
            <a:ext cx="1651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de-DE">
                <a:solidFill>
                  <a:srgbClr val="000000"/>
                </a:solidFill>
              </a:rPr>
              <a:t>縦書きのテキスト </a:t>
            </a:r>
            <a:r>
              <a:rPr lang="de-DE" altLang="ja-JP">
                <a:solidFill>
                  <a:srgbClr val="000000"/>
                </a:solidFill>
              </a:rPr>
              <a:t>ABC 123 </a:t>
            </a:r>
            <a:r>
              <a:rPr lang="ja-JP" altLang="de-DE">
                <a:solidFill>
                  <a:srgbClr val="000000"/>
                </a:solidFill>
              </a:rPr>
              <a:t>と日本語の文章</a:t>
            </a:r>
          </a:p>
          <a:p>
            <a:pPr algn="ctr"/>
            <a:r>
              <a:rPr lang="ja-JP" altLang="de-DE">
                <a:solidFill>
                  <a:srgbClr val="000000"/>
                </a:solidFill>
              </a:rPr>
              <a:t>二段落目 </a:t>
            </a:r>
            <a:r>
              <a:rPr lang="de-DE" altLang="ja-JP">
                <a:solidFill>
                  <a:srgbClr val="000000"/>
                </a:solidFill>
              </a:rPr>
              <a:t>xyz</a:t>
            </a:r>
            <a:endParaRPr lang="de-DE">
              <a:solidFill>
                <a:srgbClr val="000000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3C09E8A1-74DE-5A6F-8A7D-B25565D4A1FE}"/>
              </a:ext>
            </a:extLst>
          </p:cNvPr>
          <p:cNvSpPr/>
          <p:nvPr/>
        </p:nvSpPr>
        <p:spPr>
          <a:xfrm>
            <a:off x="4191000" y="508000"/>
            <a:ext cx="1651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b"/>
          <a:lstStyle/>
          <a:p>
            <a:pPr algn="ctr"/>
            <a:r>
              <a:rPr lang="ja-JP" altLang="de-DE">
                <a:solidFill>
                  <a:srgbClr val="000000"/>
                </a:solidFill>
              </a:rPr>
              <a:t>縦書きのテキスト </a:t>
            </a:r>
            <a:r>
              <a:rPr lang="de-DE" altLang="ja-JP">
                <a:solidFill>
                  <a:srgbClr val="000000"/>
                </a:solidFill>
              </a:rPr>
              <a:t>ABC 123 </a:t>
            </a:r>
            <a:r>
              <a:rPr lang="ja-JP" altLang="de-DE">
                <a:solidFill>
                  <a:srgbClr val="000000"/>
                </a:solidFill>
              </a:rPr>
              <a:t>と日本語の文章</a:t>
            </a:r>
          </a:p>
          <a:p>
            <a:pPr algn="ctr"/>
            <a:r>
              <a:rPr lang="ja-JP" altLang="de-DE">
                <a:solidFill>
                  <a:srgbClr val="000000"/>
                </a:solidFill>
              </a:rPr>
              <a:t>二段落目 </a:t>
            </a:r>
            <a:r>
              <a:rPr lang="de-DE" altLang="ja-JP">
                <a:solidFill>
                  <a:srgbClr val="000000"/>
                </a:solidFill>
              </a:rPr>
              <a:t>xyz</a:t>
            </a:r>
            <a:endParaRPr lang="de-DE">
              <a:solidFill>
                <a:srgbClr val="000000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29E35831-467D-69EA-59DB-78DB9D5B543A}"/>
              </a:ext>
            </a:extLst>
          </p:cNvPr>
          <p:cNvSpPr/>
          <p:nvPr/>
        </p:nvSpPr>
        <p:spPr>
          <a:xfrm>
            <a:off x="6096000" y="508000"/>
            <a:ext cx="1651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rtlCol="0" anchor="t"/>
          <a:lstStyle/>
          <a:p>
            <a:pPr algn="ctr"/>
            <a:r>
              <a:rPr lang="ja-JP" altLang="de-DE">
                <a:solidFill>
                  <a:srgbClr val="000000"/>
                </a:solidFill>
              </a:rPr>
              <a:t>縦書きのテキスト </a:t>
            </a:r>
            <a:r>
              <a:rPr lang="de-DE" altLang="ja-JP">
                <a:solidFill>
                  <a:srgbClr val="000000"/>
                </a:solidFill>
              </a:rPr>
              <a:t>ABC 123 </a:t>
            </a:r>
            <a:r>
              <a:rPr lang="ja-JP" altLang="de-DE">
                <a:solidFill>
                  <a:srgbClr val="000000"/>
                </a:solidFill>
              </a:rPr>
              <a:t>と日本語の文章</a:t>
            </a:r>
          </a:p>
          <a:p>
            <a:pPr algn="ctr"/>
            <a:r>
              <a:rPr lang="ja-JP" altLang="de-DE">
                <a:solidFill>
                  <a:srgbClr val="000000"/>
                </a:solidFill>
              </a:rPr>
              <a:t>二段落目 </a:t>
            </a:r>
            <a:r>
              <a:rPr lang="de-DE" altLang="ja-JP">
                <a:solidFill>
                  <a:srgbClr val="000000"/>
                </a:solidFill>
              </a:rPr>
              <a:t>xyz</a:t>
            </a:r>
            <a:endParaRPr lang="de-DE">
              <a:solidFill>
                <a:srgbClr val="000000"/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2484F54-E90D-41F3-9786-28EDCBC0B920}"/>
              </a:ext>
            </a:extLst>
          </p:cNvPr>
          <p:cNvSpPr/>
          <p:nvPr/>
        </p:nvSpPr>
        <p:spPr>
          <a:xfrm>
            <a:off x="8001000" y="508000"/>
            <a:ext cx="1651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rtlCol="0" anchor="ctr"/>
          <a:lstStyle/>
          <a:p>
            <a:pPr algn="ctr"/>
            <a:r>
              <a:rPr lang="ja-JP" altLang="de-DE">
                <a:solidFill>
                  <a:srgbClr val="000000"/>
                </a:solidFill>
              </a:rPr>
              <a:t>縦書きのテキスト </a:t>
            </a:r>
            <a:r>
              <a:rPr lang="de-DE" altLang="ja-JP">
                <a:solidFill>
                  <a:srgbClr val="000000"/>
                </a:solidFill>
              </a:rPr>
              <a:t>ABC 123 </a:t>
            </a:r>
            <a:r>
              <a:rPr lang="ja-JP" altLang="de-DE">
                <a:solidFill>
                  <a:srgbClr val="000000"/>
                </a:solidFill>
              </a:rPr>
              <a:t>と日本語の文章</a:t>
            </a:r>
          </a:p>
          <a:p>
            <a:pPr algn="ctr"/>
            <a:r>
              <a:rPr lang="ja-JP" altLang="de-DE">
                <a:solidFill>
                  <a:srgbClr val="000000"/>
                </a:solidFill>
              </a:rPr>
              <a:t>二段落目 </a:t>
            </a:r>
            <a:r>
              <a:rPr lang="de-DE" altLang="ja-JP">
                <a:solidFill>
                  <a:srgbClr val="000000"/>
                </a:solidFill>
              </a:rPr>
              <a:t>xyz</a:t>
            </a:r>
            <a:endParaRPr lang="de-DE">
              <a:solidFill>
                <a:srgbClr val="000000"/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7C4E60C9-0C46-3479-3D10-AC348EF56965}"/>
              </a:ext>
            </a:extLst>
          </p:cNvPr>
          <p:cNvSpPr/>
          <p:nvPr/>
        </p:nvSpPr>
        <p:spPr>
          <a:xfrm>
            <a:off x="9906000" y="508000"/>
            <a:ext cx="1651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mongolianVert" rtlCol="0" anchor="b"/>
          <a:lstStyle/>
          <a:p>
            <a:pPr algn="ctr"/>
            <a:r>
              <a:rPr lang="ja-JP" altLang="de-DE">
                <a:solidFill>
                  <a:srgbClr val="000000"/>
                </a:solidFill>
              </a:rPr>
              <a:t>縦書きのテキスト </a:t>
            </a:r>
            <a:r>
              <a:rPr lang="de-DE" altLang="ja-JP">
                <a:solidFill>
                  <a:srgbClr val="000000"/>
                </a:solidFill>
              </a:rPr>
              <a:t>ABC 123 </a:t>
            </a:r>
            <a:r>
              <a:rPr lang="ja-JP" altLang="de-DE">
                <a:solidFill>
                  <a:srgbClr val="000000"/>
                </a:solidFill>
              </a:rPr>
              <a:t>と日本語の文章</a:t>
            </a:r>
          </a:p>
          <a:p>
            <a:pPr algn="ctr"/>
            <a:r>
              <a:rPr lang="ja-JP" altLang="de-DE">
                <a:solidFill>
                  <a:srgbClr val="000000"/>
                </a:solidFill>
              </a:rPr>
              <a:t>二段落目 </a:t>
            </a:r>
            <a:r>
              <a:rPr lang="de-DE" altLang="ja-JP">
                <a:solidFill>
                  <a:srgbClr val="000000"/>
                </a:solidFill>
              </a:rPr>
              <a:t>xyz</a:t>
            </a:r>
            <a:endParaRPr lang="de-DE">
              <a:solidFill>
                <a:srgbClr val="000000"/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AD845AB-E93C-6CE9-89DD-5DD45E4E8801}"/>
              </a:ext>
            </a:extLst>
          </p:cNvPr>
          <p:cNvSpPr/>
          <p:nvPr/>
        </p:nvSpPr>
        <p:spPr>
          <a:xfrm>
            <a:off x="381000" y="4826000"/>
            <a:ext cx="5080000" cy="1651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ja-JP" altLang="de-DE" sz="2400">
                <a:solidFill>
                  <a:srgbClr val="000000"/>
                </a:solidFill>
              </a:rPr>
              <a:t>日本語 </a:t>
            </a:r>
            <a:r>
              <a:rPr lang="de-DE" sz="2400">
                <a:solidFill>
                  <a:srgbClr val="000000"/>
                </a:solidFill>
              </a:rPr>
              <a:t>Latin 2024</a:t>
            </a:r>
          </a:p>
        </p:txBody>
      </p:sp>
    </p:spTree>
    <p:extLst>
      <p:ext uri="{BB962C8B-B14F-4D97-AF65-F5344CB8AC3E}">
        <p14:creationId xmlns:p14="http://schemas.microsoft.com/office/powerpoint/2010/main" val="2737934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2A37AD8-F26C-2A53-1598-A3CF859727A9}"/>
              </a:ext>
            </a:extLst>
          </p:cNvPr>
          <p:cNvSpPr/>
          <p:nvPr/>
        </p:nvSpPr>
        <p:spPr>
          <a:xfrm>
            <a:off x="381000" y="508000"/>
            <a:ext cx="2159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t"/>
          <a:lstStyle/>
          <a:p>
            <a:pPr algn="ctr"/>
            <a:r>
              <a:rPr lang="de-DE" sz="2000">
                <a:solidFill>
                  <a:srgbClr val="000000"/>
                </a:solidFill>
              </a:rPr>
              <a:t>STACKED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3A885CEB-6566-1247-CD45-9C603BE96876}"/>
              </a:ext>
            </a:extLst>
          </p:cNvPr>
          <p:cNvSpPr/>
          <p:nvPr/>
        </p:nvSpPr>
        <p:spPr>
          <a:xfrm>
            <a:off x="2921000" y="508000"/>
            <a:ext cx="2159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de-DE" sz="2000">
                <a:solidFill>
                  <a:srgbClr val="000000"/>
                </a:solidFill>
              </a:rPr>
              <a:t>Stacked letters wrap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67513BA-38EF-C555-5BD0-24FBF32656A3}"/>
              </a:ext>
            </a:extLst>
          </p:cNvPr>
          <p:cNvSpPr/>
          <p:nvPr/>
        </p:nvSpPr>
        <p:spPr>
          <a:xfrm>
            <a:off x="5461000" y="508000"/>
            <a:ext cx="2159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b"/>
          <a:lstStyle/>
          <a:p>
            <a:pPr algn="ctr"/>
            <a:r>
              <a:rPr lang="ja-JP" altLang="de-DE" sz="2000">
                <a:solidFill>
                  <a:srgbClr val="000000"/>
                </a:solidFill>
              </a:rPr>
              <a:t>縦書き </a:t>
            </a:r>
            <a:r>
              <a:rPr lang="de-DE" sz="2000">
                <a:solidFill>
                  <a:srgbClr val="000000"/>
                </a:solidFill>
              </a:rPr>
              <a:t>text 123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AFDD005-C458-1AA8-085D-542AB895E48A}"/>
              </a:ext>
            </a:extLst>
          </p:cNvPr>
          <p:cNvSpPr/>
          <p:nvPr/>
        </p:nvSpPr>
        <p:spPr>
          <a:xfrm>
            <a:off x="8001000" y="508000"/>
            <a:ext cx="3810000" cy="3810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wordArtVert" rtlCol="0" anchor="ctr"/>
          <a:lstStyle/>
          <a:p>
            <a:pPr algn="ctr"/>
            <a:r>
              <a:rPr lang="de-DE" sz="2800">
                <a:solidFill>
                  <a:srgbClr val="000000"/>
                </a:solidFill>
              </a:rPr>
              <a:t>WordArt vertical</a:t>
            </a:r>
          </a:p>
        </p:txBody>
      </p:sp>
    </p:spTree>
    <p:extLst>
      <p:ext uri="{BB962C8B-B14F-4D97-AF65-F5344CB8AC3E}">
        <p14:creationId xmlns:p14="http://schemas.microsoft.com/office/powerpoint/2010/main" val="118265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pright-0">
            <a:extLst>
              <a:ext uri="{FF2B5EF4-FFF2-40B4-BE49-F238E27FC236}">
                <a16:creationId xmlns:a16="http://schemas.microsoft.com/office/drawing/2014/main" id="{62A512D9-0986-E21F-CF74-D2B30FCA634D}"/>
              </a:ext>
            </a:extLst>
          </p:cNvPr>
          <p:cNvSpPr/>
          <p:nvPr/>
        </p:nvSpPr>
        <p:spPr>
          <a:xfrm rot="1800000">
            <a:off x="508000" y="762000"/>
            <a:ext cx="2540000" cy="1524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upright="1"/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Upright text in a rotated shape</a:t>
            </a: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3" name="upright-1">
            <a:extLst>
              <a:ext uri="{FF2B5EF4-FFF2-40B4-BE49-F238E27FC236}">
                <a16:creationId xmlns:a16="http://schemas.microsoft.com/office/drawing/2014/main" id="{EFDBDBC6-D8CA-E186-C3C0-FD7430D52715}"/>
              </a:ext>
            </a:extLst>
          </p:cNvPr>
          <p:cNvSpPr/>
          <p:nvPr/>
        </p:nvSpPr>
        <p:spPr>
          <a:xfrm rot="5400000">
            <a:off x="3429000" y="762000"/>
            <a:ext cx="2540000" cy="1524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upright="1"/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Upright text in a rotated shape</a:t>
            </a: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4" name="upright-2">
            <a:extLst>
              <a:ext uri="{FF2B5EF4-FFF2-40B4-BE49-F238E27FC236}">
                <a16:creationId xmlns:a16="http://schemas.microsoft.com/office/drawing/2014/main" id="{4B0E4344-27A5-7358-2BDF-6E2A1E5A4934}"/>
              </a:ext>
            </a:extLst>
          </p:cNvPr>
          <p:cNvSpPr/>
          <p:nvPr/>
        </p:nvSpPr>
        <p:spPr>
          <a:xfrm rot="8100000">
            <a:off x="6350000" y="762000"/>
            <a:ext cx="2540000" cy="1524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upright="1"/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Upright text in a rotated shape</a:t>
            </a: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5" name="upright-3">
            <a:extLst>
              <a:ext uri="{FF2B5EF4-FFF2-40B4-BE49-F238E27FC236}">
                <a16:creationId xmlns:a16="http://schemas.microsoft.com/office/drawing/2014/main" id="{17F48D3E-2311-1F77-9D78-1C032CDC824B}"/>
              </a:ext>
            </a:extLst>
          </p:cNvPr>
          <p:cNvSpPr/>
          <p:nvPr/>
        </p:nvSpPr>
        <p:spPr>
          <a:xfrm rot="12000000">
            <a:off x="9271000" y="762000"/>
            <a:ext cx="2540000" cy="1524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upright="1"/>
          <a:lstStyle/>
          <a:p>
            <a:pPr algn="ctr"/>
            <a:r>
              <a:rPr lang="en-US" sz="1600">
                <a:solidFill>
                  <a:srgbClr val="000000"/>
                </a:solidFill>
              </a:rPr>
              <a:t>Upright text in a rotated shape</a:t>
            </a:r>
            <a:endParaRPr lang="de-DE" sz="1600">
              <a:solidFill>
                <a:srgbClr val="000000"/>
              </a:solidFill>
            </a:endParaRPr>
          </a:p>
        </p:txBody>
      </p:sp>
      <p:sp>
        <p:nvSpPr>
          <p:cNvPr id="6" name="upright-vert">
            <a:extLst>
              <a:ext uri="{FF2B5EF4-FFF2-40B4-BE49-F238E27FC236}">
                <a16:creationId xmlns:a16="http://schemas.microsoft.com/office/drawing/2014/main" id="{52DC1A86-6CC3-DC85-3ABF-22BF76E9BAA2}"/>
              </a:ext>
            </a:extLst>
          </p:cNvPr>
          <p:cNvSpPr/>
          <p:nvPr/>
        </p:nvSpPr>
        <p:spPr>
          <a:xfrm rot="2400000">
            <a:off x="1524000" y="3810000"/>
            <a:ext cx="3302000" cy="2032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 upright="1"/>
          <a:lstStyle/>
          <a:p>
            <a:pPr algn="ctr"/>
            <a:r>
              <a:rPr lang="de-DE">
                <a:solidFill>
                  <a:srgbClr val="000000"/>
                </a:solidFill>
              </a:rPr>
              <a:t>Upright vertical text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6C331C2-5AD1-1817-CD44-E9D08922E787}"/>
              </a:ext>
            </a:extLst>
          </p:cNvPr>
          <p:cNvSpPr/>
          <p:nvPr/>
        </p:nvSpPr>
        <p:spPr>
          <a:xfrm rot="2400000">
            <a:off x="7112000" y="3810000"/>
            <a:ext cx="3302000" cy="2032000"/>
          </a:xfrm>
          <a:prstGeom prst="rect">
            <a:avLst/>
          </a:prstGeom>
          <a:solidFill>
            <a:srgbClr val="DEEBF7"/>
          </a:solidFill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>
                <a:solidFill>
                  <a:srgbClr val="000000"/>
                </a:solidFill>
              </a:rPr>
              <a:t>Rotated with its shape</a:t>
            </a:r>
          </a:p>
        </p:txBody>
      </p:sp>
    </p:spTree>
    <p:extLst>
      <p:ext uri="{BB962C8B-B14F-4D97-AF65-F5344CB8AC3E}">
        <p14:creationId xmlns:p14="http://schemas.microsoft.com/office/powerpoint/2010/main" val="348277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Benutzerdefiniert</PresentationFormat>
  <Paragraphs>63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2026-10-08T14:32:55Z</dcterms:created>
  <dcterms:modified xsi:type="dcterms:W3CDTF">2026-10-08T14:32:55Z</dcterms:modified>
</cp:coreProperties>
</file>