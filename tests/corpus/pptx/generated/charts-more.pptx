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Ex1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2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Ex3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Ex4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Ex5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Ex6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10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1.xml"/></Relationships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Ex2.xml.rels><?xml version="1.0" encoding="UTF-8" standalone="yes"?>
<Relationships xmlns="http://schemas.openxmlformats.org/package/2006/relationships"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Ex3.xml.rels><?xml version="1.0" encoding="UTF-8" standalone="yes"?>
<Relationships xmlns="http://schemas.openxmlformats.org/package/2006/relationships"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Ex4.xml.rels><?xml version="1.0" encoding="UTF-8" standalone="yes"?>
<Relationships xmlns="http://schemas.openxmlformats.org/package/2006/relationships"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Ex5.xml.rels><?xml version="1.0" encoding="UTF-8" standalone="yes"?>
<Relationships xmlns="http://schemas.openxmlformats.org/package/2006/relationships"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Ex6.xml.rels><?xml version="1.0" encoding="UTF-8" standalone="yes"?>
<Relationships xmlns="http://schemas.openxmlformats.org/package/2006/relationships"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3-40C6-990B-68EEF8C5F658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C3-40C6-990B-68EEF8C5F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1406768"/>
        <c:axId val="1019310320"/>
      </c:radarChart>
      <c:catAx>
        <c:axId val="121140676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10320"/>
        <c:crosses val="autoZero"/>
        <c:auto val="1"/>
        <c:lblAlgn val="ctr"/>
        <c:lblOffset val="100"/>
        <c:noMultiLvlLbl val="0"/>
      </c:catAx>
      <c:valAx>
        <c:axId val="101931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1406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9-4D57-9491-90B90A6F12B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C9-4D57-9491-90B90A6F1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1391920"/>
        <c:axId val="1019261360"/>
      </c:radarChart>
      <c:catAx>
        <c:axId val="121139192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61360"/>
        <c:crosses val="autoZero"/>
        <c:auto val="1"/>
        <c:lblAlgn val="ctr"/>
        <c:lblOffset val="100"/>
        <c:noMultiLvlLbl val="0"/>
      </c:catAx>
      <c:valAx>
        <c:axId val="1019261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1391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tockChart>
        <c:ser>
          <c:idx val="0"/>
          <c:order val="0"/>
          <c:tx>
            <c:strRef>
              <c:f>Tabelle1!$B$1</c:f>
              <c:strCache>
                <c:ptCount val="1"/>
                <c:pt idx="0">
                  <c:v>High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56</c:v>
                </c:pt>
                <c:pt idx="1">
                  <c:v>58</c:v>
                </c:pt>
                <c:pt idx="2">
                  <c:v>57</c:v>
                </c:pt>
                <c:pt idx="3">
                  <c:v>61</c:v>
                </c:pt>
                <c:pt idx="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FB-4A3F-AE3C-CD1768F7EAED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Low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51</c:v>
                </c:pt>
                <c:pt idx="1">
                  <c:v>53</c:v>
                </c:pt>
                <c:pt idx="2">
                  <c:v>52</c:v>
                </c:pt>
                <c:pt idx="3">
                  <c:v>55</c:v>
                </c:pt>
                <c:pt idx="4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FB-4A3F-AE3C-CD1768F7EAED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Close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5"/>
                <c:pt idx="0">
                  <c:v>55</c:v>
                </c:pt>
                <c:pt idx="1">
                  <c:v>54</c:v>
                </c:pt>
                <c:pt idx="2">
                  <c:v>56</c:v>
                </c:pt>
                <c:pt idx="3">
                  <c:v>60</c:v>
                </c:pt>
                <c:pt idx="4">
                  <c:v>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FB-4A3F-AE3C-CD1768F7E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1211390992"/>
        <c:axId val="1019294960"/>
      </c:stockChart>
      <c:catAx>
        <c:axId val="1211390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94960"/>
        <c:crosses val="autoZero"/>
        <c:auto val="1"/>
        <c:lblAlgn val="ctr"/>
        <c:lblOffset val="100"/>
        <c:noMultiLvlLbl val="0"/>
      </c:catAx>
      <c:valAx>
        <c:axId val="1019294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13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tockChart>
        <c:ser>
          <c:idx val="0"/>
          <c:order val="0"/>
          <c:tx>
            <c:strRef>
              <c:f>Tabelle1!$B$1</c:f>
              <c:strCache>
                <c:ptCount val="1"/>
                <c:pt idx="0">
                  <c:v>Open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52</c:v>
                </c:pt>
                <c:pt idx="1">
                  <c:v>55</c:v>
                </c:pt>
                <c:pt idx="2">
                  <c:v>54</c:v>
                </c:pt>
                <c:pt idx="3">
                  <c:v>56</c:v>
                </c:pt>
                <c:pt idx="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69-49CC-A284-C75A47A4598D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High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56</c:v>
                </c:pt>
                <c:pt idx="1">
                  <c:v>58</c:v>
                </c:pt>
                <c:pt idx="2">
                  <c:v>57</c:v>
                </c:pt>
                <c:pt idx="3">
                  <c:v>61</c:v>
                </c:pt>
                <c:pt idx="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69-49CC-A284-C75A47A4598D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Low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5"/>
                <c:pt idx="0">
                  <c:v>51</c:v>
                </c:pt>
                <c:pt idx="1">
                  <c:v>53</c:v>
                </c:pt>
                <c:pt idx="2">
                  <c:v>52</c:v>
                </c:pt>
                <c:pt idx="3">
                  <c:v>55</c:v>
                </c:pt>
                <c:pt idx="4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69-49CC-A284-C75A47A4598D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Close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Tabelle1!$A$2:$A$6</c:f>
              <c:strCache>
                <c:ptCount val="5"/>
                <c:pt idx="0">
                  <c:v>1.3.</c:v>
                </c:pt>
                <c:pt idx="1">
                  <c:v>2.3.</c:v>
                </c:pt>
                <c:pt idx="2">
                  <c:v>3.3.</c:v>
                </c:pt>
                <c:pt idx="3">
                  <c:v>4.3.</c:v>
                </c:pt>
                <c:pt idx="4">
                  <c:v>5.3.</c:v>
                </c:pt>
              </c:strCache>
            </c:strRef>
          </c:cat>
          <c:val>
            <c:numRef>
              <c:f>Tabelle1!$E$2:$E$6</c:f>
              <c:numCache>
                <c:formatCode>General</c:formatCode>
                <c:ptCount val="5"/>
                <c:pt idx="0">
                  <c:v>55</c:v>
                </c:pt>
                <c:pt idx="1">
                  <c:v>54</c:v>
                </c:pt>
                <c:pt idx="2">
                  <c:v>56</c:v>
                </c:pt>
                <c:pt idx="3">
                  <c:v>60</c:v>
                </c:pt>
                <c:pt idx="4">
                  <c:v>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A69-49CC-A284-C75A47A459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1452859872"/>
        <c:axId val="1019395760"/>
      </c:stockChart>
      <c:catAx>
        <c:axId val="1452859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95760"/>
        <c:crosses val="autoZero"/>
        <c:auto val="1"/>
        <c:lblAlgn val="ctr"/>
        <c:lblOffset val="100"/>
        <c:noMultiLvlLbl val="0"/>
      </c:catAx>
      <c:valAx>
        <c:axId val="101939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2859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90"/>
      <c:rotY val="0"/>
      <c:rAngAx val="0"/>
      <c:perspective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Chart>
        <c:wireframe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E-4EC6-BD89-9134109D932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5E-4EC6-BD89-9134109D932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5E-4EC6-BD89-9134109D932F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452832960"/>
        <c:axId val="1019478800"/>
        <c:axId val="1875891632"/>
      </c:surfaceChart>
      <c:catAx>
        <c:axId val="1452832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478800"/>
        <c:crosses val="autoZero"/>
        <c:auto val="1"/>
        <c:lblAlgn val="ctr"/>
        <c:lblOffset val="100"/>
        <c:noMultiLvlLbl val="0"/>
      </c:catAx>
      <c:valAx>
        <c:axId val="101947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2832960"/>
        <c:crosses val="autoZero"/>
        <c:crossBetween val="midCat"/>
      </c:valAx>
      <c:serAx>
        <c:axId val="187589163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478800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Measured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</c:trendlineLbl>
          </c:trendline>
          <c:xVal>
            <c:numRef>
              <c:f>Tabelle1!$A$2:$A$7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Tabelle1!$B$2:$B$7</c:f>
              <c:numCache>
                <c:formatCode>General</c:formatCode>
                <c:ptCount val="6"/>
                <c:pt idx="0">
                  <c:v>2.1</c:v>
                </c:pt>
                <c:pt idx="1">
                  <c:v>3.9</c:v>
                </c:pt>
                <c:pt idx="2">
                  <c:v>6.2</c:v>
                </c:pt>
                <c:pt idx="3">
                  <c:v>7.8</c:v>
                </c:pt>
                <c:pt idx="4">
                  <c:v>10.5</c:v>
                </c:pt>
                <c:pt idx="5">
                  <c:v>11.9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86-4A49-A768-50D0F47041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2833424"/>
        <c:axId val="1019224400"/>
      </c:scatterChart>
      <c:valAx>
        <c:axId val="1452833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24400"/>
        <c:crosses val="autoZero"/>
        <c:crossBetween val="midCat"/>
      </c:valAx>
      <c:valAx>
        <c:axId val="101922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28334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Plan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percentage"/>
            <c:noEndCap val="0"/>
            <c:val val="1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Tabelle1!$A$2:$A$5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F8-4665-A764-77AF87F3B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52826928"/>
        <c:axId val="1019278160"/>
      </c:lineChart>
      <c:catAx>
        <c:axId val="145282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78160"/>
        <c:crosses val="autoZero"/>
        <c:auto val="1"/>
        <c:lblAlgn val="ctr"/>
        <c:lblOffset val="100"/>
        <c:noMultiLvlLbl val="0"/>
      </c:catAx>
      <c:valAx>
        <c:axId val="101927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282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AB-4035-A181-0E3160C482B4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AB-4035-A181-0E3160C482B4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AB-4035-A181-0E3160C482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2840848"/>
        <c:axId val="1019294480"/>
      </c:barChart>
      <c:catAx>
        <c:axId val="1452840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94480"/>
        <c:crosses val="autoZero"/>
        <c:auto val="1"/>
        <c:lblAlgn val="ctr"/>
        <c:lblOffset val="100"/>
        <c:noMultiLvlLbl val="0"/>
      </c:catAx>
      <c:valAx>
        <c:axId val="1019294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28408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Y-Werte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Tabelle1!$A$2:$A$4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Tabelle1!$B$2:$B$4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Tabelle1!$C$2:$C$4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9D47-4ACC-98F8-438F1A65D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452850128"/>
        <c:axId val="1019288720"/>
      </c:bubbleChart>
      <c:valAx>
        <c:axId val="1452850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88720"/>
        <c:crosses val="autoZero"/>
        <c:crossBetween val="midCat"/>
      </c:valAx>
      <c:valAx>
        <c:axId val="1019288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28501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F-4F75-BA7D-7CC0F5F60D1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CF-4F75-BA7D-7CC0F5F60D1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CF-4F75-BA7D-7CC0F5F60D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3826528"/>
        <c:axId val="1019324240"/>
      </c:barChart>
      <c:catAx>
        <c:axId val="1443826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24240"/>
        <c:crosses val="autoZero"/>
        <c:auto val="1"/>
        <c:lblAlgn val="ctr"/>
        <c:lblOffset val="100"/>
        <c:noMultiLvlLbl val="0"/>
      </c:catAx>
      <c:valAx>
        <c:axId val="1019324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4382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8">
          <cx:pt idx="0">Kategorie 1</cx:pt>
          <cx:pt idx="1">Kategorie 2</cx:pt>
          <cx:pt idx="2">Kategorie 3</cx:pt>
          <cx:pt idx="3">Kategorie 4</cx:pt>
          <cx:pt idx="4">Kategorie 5</cx:pt>
          <cx:pt idx="5">Kategorie 6</cx:pt>
          <cx:pt idx="6">Kategorie 7</cx:pt>
          <cx:pt idx="7">Kategorie 8</cx:pt>
        </cx:lvl>
      </cx:strDim>
      <cx:numDim type="val"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/>
    <cx:plotArea>
      <cx:plotAreaRegion>
        <cx:series layoutId="waterfall" uniqueId="{C2A95130-05C1-465E-A5AD-301C7E8B46F6}"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5">
          <cx:pt idx="0">Kategorie 1</cx:pt>
          <cx:pt idx="1">Kategorie 2</cx:pt>
          <cx:pt idx="2">Kategorie 3</cx:pt>
          <cx:pt idx="3">Kategorie 4</cx:pt>
          <cx:pt idx="4">Kategorie 5</cx:pt>
        </cx:lvl>
      </cx:strDim>
      <cx:numDim type="val">
        <cx:lvl ptCount="5" formatCode="General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/>
    <cx:plotArea>
      <cx:plotAreaRegion>
        <cx:series layoutId="funnel" uniqueId="{8DC2DFB9-7856-4BF0-B809-E0264A97324C}">
          <cx:dataLabels>
            <cx:visibility seriesName="0" categoryName="0" value="1"/>
          </cx:dataLabels>
          <cx:dataId val="0"/>
        </cx:series>
      </cx:plotAreaRegion>
      <cx:axis id="1">
        <cx:catScaling gapWidth="0.0599999987"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numDim type="val">
        <cx:lvl ptCount="76" formatCode="General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/>
    <cx:plotArea>
      <cx:plotAreaRegion>
        <cx:series layoutId="clusteredColumn" uniqueId="{F01A22F9-BB40-493A-831E-7917CF1297EC}"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16">
          <cx:pt idx="0">Blatt 1</cx:pt>
          <cx:pt idx="1">Blatt 2</cx:pt>
          <cx:pt idx="2">Blatt 3</cx:pt>
          <cx:pt idx="3">Blatt 4</cx:pt>
          <cx:pt idx="4">Blatt 5</cx:pt>
          <cx:pt idx="5">Blatt 6</cx:pt>
          <cx:pt idx="6">Blatt 7</cx:pt>
          <cx:pt idx="7">Blatt 8</cx:pt>
          <cx:pt idx="8">Blatt 9</cx:pt>
          <cx:pt idx="9">Blatt 10</cx:pt>
          <cx:pt idx="10">Blatt 11</cx:pt>
          <cx:pt idx="11">Blatt 12</cx:pt>
          <cx:pt idx="12">Blatt 13</cx:pt>
          <cx:pt idx="13">Blatt 14</cx:pt>
          <cx:pt idx="14">Blatt 15</cx:pt>
          <cx:pt idx="15">Blatt 16</cx:pt>
        </cx:lvl>
        <cx:lvl ptCount="16">
          <cx:pt idx="0">Stamm 1</cx:pt>
          <cx:pt idx="1">Stamm 1</cx:pt>
          <cx:pt idx="2">Stamm 1</cx:pt>
          <cx:pt idx="3">Stamm 2</cx:pt>
          <cx:pt idx="4">Stamm 2</cx:pt>
          <cx:pt idx="5">Stamm 2</cx:pt>
          <cx:pt idx="6">Stamm 2</cx:pt>
          <cx:pt idx="7">Stamm 3</cx:pt>
          <cx:pt idx="8">Stamm 3</cx:pt>
          <cx:pt idx="9">Stamm 4</cx:pt>
          <cx:pt idx="10">Stamm 4</cx:pt>
          <cx:pt idx="11">Stamm 5</cx:pt>
          <cx:pt idx="12">Stamm 5</cx:pt>
          <cx:pt idx="13">Stamm 6</cx:pt>
          <cx:pt idx="14">Stamm 6</cx:pt>
          <cx:pt idx="15">Stamm 6</cx:pt>
        </cx:lvl>
        <cx:lvl ptCount="16">
          <cx:pt idx="0">Verzweigung 1</cx:pt>
          <cx:pt idx="1">Verzweigung 1</cx:pt>
          <cx:pt idx="2">Verzweigung 1</cx:pt>
          <cx:pt idx="3">Verzweigung 1</cx:pt>
          <cx:pt idx="4">Verzweigung 1</cx:pt>
          <cx:pt idx="5">Verzweigung 1</cx:pt>
          <cx:pt idx="6">Verzweigung 1</cx:pt>
          <cx:pt idx="7">Verzweigung 2</cx:pt>
          <cx:pt idx="8">Verzweigung 2</cx:pt>
          <cx:pt idx="9">Verzweigung 2</cx:pt>
          <cx:pt idx="10">Verzweigung 2</cx:pt>
          <cx:pt idx="11">Verzweigung 3</cx:pt>
          <cx:pt idx="12">Verzweigung 3</cx:pt>
          <cx:pt idx="13">Verzweigung 3</cx:pt>
          <cx:pt idx="14">Verzweigung 3</cx:pt>
          <cx:pt idx="15">Verzweigung 3</cx:pt>
        </cx:lvl>
      </cx:strDim>
      <cx:numDim type="size"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/>
    <cx:plotArea>
      <cx:plotAreaRegion>
        <cx:series layoutId="treemap" uniqueId="{1E8888B7-1E77-44EA-8587-287B5211404D}"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16">
          <cx:pt idx="0">Blatt 1</cx:pt>
          <cx:pt idx="1">Blatt 2</cx:pt>
          <cx:pt idx="2">Blatt 3</cx:pt>
          <cx:pt idx="3">Blatt 4</cx:pt>
          <cx:pt idx="4">Blatt 5</cx:pt>
          <cx:pt idx="5"/>
          <cx:pt idx="6"/>
          <cx:pt idx="7">Blatt 8</cx:pt>
          <cx:pt idx="8"/>
          <cx:pt idx="9">Blatt 10</cx:pt>
          <cx:pt idx="10">Blatt 11</cx:pt>
          <cx:pt idx="11">Blatt 12</cx:pt>
          <cx:pt idx="12">Blatt 13</cx:pt>
          <cx:pt idx="13">Blatt 14</cx:pt>
          <cx:pt idx="14">Blatt 15</cx:pt>
          <cx:pt idx="15"/>
        </cx:lvl>
        <cx:lvl ptCount="16">
          <cx:pt idx="0">Stamm 1</cx:pt>
          <cx:pt idx="1">Stamm 1</cx:pt>
          <cx:pt idx="2">Stamm 1</cx:pt>
          <cx:pt idx="3">Stamm 2</cx:pt>
          <cx:pt idx="4">Stamm 2</cx:pt>
          <cx:pt idx="5">Blatt 6</cx:pt>
          <cx:pt idx="6">Blatt 7</cx:pt>
          <cx:pt idx="7">Stamm 3</cx:pt>
          <cx:pt idx="8">Blatt 9</cx:pt>
          <cx:pt idx="9">Stamm 4</cx:pt>
          <cx:pt idx="10">Stamm 4</cx:pt>
          <cx:pt idx="11">Stamm 5</cx:pt>
          <cx:pt idx="12">Stamm 5</cx:pt>
          <cx:pt idx="13">Stamm 6</cx:pt>
          <cx:pt idx="14">Stamm 6</cx:pt>
          <cx:pt idx="15">Blatt 16</cx:pt>
        </cx:lvl>
        <cx:lvl ptCount="16">
          <cx:pt idx="0">Verzweigung 1</cx:pt>
          <cx:pt idx="1">Verzweigung 1</cx:pt>
          <cx:pt idx="2">Verzweigung 1</cx:pt>
          <cx:pt idx="3">Verzweigung 1</cx:pt>
          <cx:pt idx="4">Verzweigung 1</cx:pt>
          <cx:pt idx="5">Verzweigung 1</cx:pt>
          <cx:pt idx="6">Verzweigung 1</cx:pt>
          <cx:pt idx="7">Verzweigung 2</cx:pt>
          <cx:pt idx="8">Verzweigung 2</cx:pt>
          <cx:pt idx="9">Verzweigung 2</cx:pt>
          <cx:pt idx="10">Verzweigung 2</cx:pt>
          <cx:pt idx="11">Verzweigung 3</cx:pt>
          <cx:pt idx="12">Verzweigung 3</cx:pt>
          <cx:pt idx="13">Verzweigung 3</cx:pt>
          <cx:pt idx="14">Verzweigung 3</cx:pt>
          <cx:pt idx="15">Verzweigung 3</cx:pt>
        </cx:lvl>
      </cx:strDim>
      <cx:numDim type="size"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/>
    <cx:plotArea>
      <cx:plotAreaRegion>
        <cx:series layoutId="sunburst" uniqueId="{BD2A7FE3-27F3-483D-A81C-05676269C340}"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22">
          <cx:pt idx="0">Kategorie 1</cx:pt>
          <cx:pt idx="1">Kategorie 1</cx:pt>
          <cx:pt idx="2">Kategorie 1</cx:pt>
          <cx:pt idx="3">Kategorie 1</cx:pt>
          <cx:pt idx="4">Kategorie 1</cx:pt>
          <cx:pt idx="5">Kategorie 1</cx:pt>
          <cx:pt idx="6">Kategorie 1</cx:pt>
          <cx:pt idx="7">Kategorie 1</cx:pt>
          <cx:pt idx="8">Kategorie 1</cx:pt>
          <cx:pt idx="9">Kategorie 2</cx:pt>
          <cx:pt idx="10">Kategorie 2</cx:pt>
          <cx:pt idx="11">Kategorie 2</cx:pt>
          <cx:pt idx="12">Kategorie 2</cx:pt>
          <cx:pt idx="13">Kategorie 2</cx:pt>
          <cx:pt idx="14">Kategorie 2</cx:pt>
          <cx:pt idx="15">Kategorie 2</cx:pt>
          <cx:pt idx="16">Kategorie 3</cx:pt>
          <cx:pt idx="17">Kategorie 3</cx:pt>
          <cx:pt idx="18">Kategorie 3</cx:pt>
          <cx:pt idx="19">Kategorie 3</cx:pt>
          <cx:pt idx="20">Kategorie 3</cx:pt>
          <cx:pt idx="21">Kategorie 3</cx:pt>
        </cx:lvl>
      </cx:strDim>
      <cx:numDim type="val">
        <cx:lvl ptCount="22" formatCode="General">
          <cx:pt idx="0">-7</cx:pt>
          <cx:pt idx="1">-10</cx:pt>
          <cx:pt idx="2">-28</cx:pt>
          <cx:pt idx="3">47</cx:pt>
          <cx:pt idx="4">11</cx:pt>
          <cx:pt idx="5">-24</cx:pt>
          <cx:pt idx="6">-24</cx:pt>
          <cx:pt idx="7">36</cx:pt>
          <cx:pt idx="8">10</cx:pt>
          <cx:pt idx="9">-78</cx:pt>
          <cx:pt idx="10">47</cx:pt>
          <cx:pt idx="11">-24</cx:pt>
          <cx:pt idx="12">-17</cx:pt>
          <cx:pt idx="13">-12</cx:pt>
          <cx:pt idx="14">-11</cx:pt>
          <cx:pt idx="15">17</cx:pt>
          <cx:pt idx="16">14</cx:pt>
          <cx:pt idx="17">46</cx:pt>
          <cx:pt idx="18">-18</cx:pt>
          <cx:pt idx="19">19</cx:pt>
          <cx:pt idx="20">-26</cx:pt>
          <cx:pt idx="21">-20</cx:pt>
        </cx:lvl>
      </cx:numDim>
    </cx:data>
    <cx:data id="1">
      <cx:strDim type="cat">
        <cx:lvl ptCount="22">
          <cx:pt idx="0">Kategorie 1</cx:pt>
          <cx:pt idx="1">Kategorie 1</cx:pt>
          <cx:pt idx="2">Kategorie 1</cx:pt>
          <cx:pt idx="3">Kategorie 1</cx:pt>
          <cx:pt idx="4">Kategorie 1</cx:pt>
          <cx:pt idx="5">Kategorie 1</cx:pt>
          <cx:pt idx="6">Kategorie 1</cx:pt>
          <cx:pt idx="7">Kategorie 1</cx:pt>
          <cx:pt idx="8">Kategorie 1</cx:pt>
          <cx:pt idx="9">Kategorie 2</cx:pt>
          <cx:pt idx="10">Kategorie 2</cx:pt>
          <cx:pt idx="11">Kategorie 2</cx:pt>
          <cx:pt idx="12">Kategorie 2</cx:pt>
          <cx:pt idx="13">Kategorie 2</cx:pt>
          <cx:pt idx="14">Kategorie 2</cx:pt>
          <cx:pt idx="15">Kategorie 2</cx:pt>
          <cx:pt idx="16">Kategorie 3</cx:pt>
          <cx:pt idx="17">Kategorie 3</cx:pt>
          <cx:pt idx="18">Kategorie 3</cx:pt>
          <cx:pt idx="19">Kategorie 3</cx:pt>
          <cx:pt idx="20">Kategorie 3</cx:pt>
          <cx:pt idx="21">Kategorie 3</cx:pt>
        </cx:lvl>
      </cx:strDim>
      <cx:numDim type="val">
        <cx:lvl ptCount="22" formatCode="General">
          <cx:pt idx="0">-3</cx:pt>
          <cx:pt idx="1">1</cx:pt>
          <cx:pt idx="2">-6</cx:pt>
          <cx:pt idx="3">10</cx:pt>
          <cx:pt idx="4">34</cx:pt>
          <cx:pt idx="5">128</cx:pt>
          <cx:pt idx="6">22</cx:pt>
          <cx:pt idx="7">-12</cx:pt>
          <cx:pt idx="8">-28</cx:pt>
          <cx:pt idx="9">6</cx:pt>
          <cx:pt idx="10">31</cx:pt>
          <cx:pt idx="11">3</cx:pt>
          <cx:pt idx="12">12</cx:pt>
          <cx:pt idx="13">-12</cx:pt>
          <cx:pt idx="14">-13</cx:pt>
          <cx:pt idx="15">6</cx:pt>
          <cx:pt idx="16">15</cx:pt>
          <cx:pt idx="17">41</cx:pt>
          <cx:pt idx="18">16</cx:pt>
          <cx:pt idx="19">10</cx:pt>
          <cx:pt idx="20">23</cx:pt>
          <cx:pt idx="21">16</cx:pt>
        </cx:lvl>
      </cx:numDim>
    </cx:data>
    <cx:data id="2">
      <cx:strDim type="cat">
        <cx:lvl ptCount="22">
          <cx:pt idx="0">Kategorie 1</cx:pt>
          <cx:pt idx="1">Kategorie 1</cx:pt>
          <cx:pt idx="2">Kategorie 1</cx:pt>
          <cx:pt idx="3">Kategorie 1</cx:pt>
          <cx:pt idx="4">Kategorie 1</cx:pt>
          <cx:pt idx="5">Kategorie 1</cx:pt>
          <cx:pt idx="6">Kategorie 1</cx:pt>
          <cx:pt idx="7">Kategorie 1</cx:pt>
          <cx:pt idx="8">Kategorie 1</cx:pt>
          <cx:pt idx="9">Kategorie 2</cx:pt>
          <cx:pt idx="10">Kategorie 2</cx:pt>
          <cx:pt idx="11">Kategorie 2</cx:pt>
          <cx:pt idx="12">Kategorie 2</cx:pt>
          <cx:pt idx="13">Kategorie 2</cx:pt>
          <cx:pt idx="14">Kategorie 2</cx:pt>
          <cx:pt idx="15">Kategorie 2</cx:pt>
          <cx:pt idx="16">Kategorie 3</cx:pt>
          <cx:pt idx="17">Kategorie 3</cx:pt>
          <cx:pt idx="18">Kategorie 3</cx:pt>
          <cx:pt idx="19">Kategorie 3</cx:pt>
          <cx:pt idx="20">Kategorie 3</cx:pt>
          <cx:pt idx="21">Kategorie 3</cx:pt>
        </cx:lvl>
      </cx:strDim>
      <cx:numDim type="val">
        <cx:lvl ptCount="22" formatCode="General">
          <cx:pt idx="0">-24</cx:pt>
          <cx:pt idx="1">11</cx:pt>
          <cx:pt idx="2">34</cx:pt>
          <cx:pt idx="3">-19</cx:pt>
          <cx:pt idx="4">4</cx:pt>
          <cx:pt idx="5">27</cx:pt>
          <cx:pt idx="6">27</cx:pt>
          <cx:pt idx="7">-3</cx:pt>
          <cx:pt idx="8">44</cx:pt>
          <cx:pt idx="9">50</cx:pt>
          <cx:pt idx="10">91</cx:pt>
          <cx:pt idx="11">-8</cx:pt>
          <cx:pt idx="12">36</cx:pt>
          <cx:pt idx="13">16</cx:pt>
          <cx:pt idx="14">24</cx:pt>
          <cx:pt idx="15">46</cx:pt>
          <cx:pt idx="16">14</cx:pt>
          <cx:pt idx="17">-6</cx:pt>
          <cx:pt idx="18">48</cx:pt>
          <cx:pt idx="19">23</cx:pt>
          <cx:pt idx="20">23</cx:pt>
          <cx:pt idx="21">-18</cx:pt>
        </cx:lvl>
      </cx:numDim>
    </cx:data>
  </cx:chartData>
  <cx:chart>
    <cx:title pos="t" align="ctr" overlay="0"/>
    <cx:plotArea>
      <cx:plotAreaRegion>
        <cx:series layoutId="boxWhisker" uniqueId="{3B8F9B67-29CF-42FD-9801-0ED123DAE514}"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27512062-5188-4055-BEC6-DF819EDCF3B9}">
          <cx:dataId val="1"/>
          <cx:layoutPr>
            <cx:visibility meanLine="0" meanMarker="1" nonoutliers="0" outliers="1"/>
            <cx:statistics quartileMethod="exclusive"/>
          </cx:layoutPr>
        </cx:series>
        <cx:series layoutId="boxWhisker" uniqueId="{9F4D38CB-6639-49B9-ADA6-B631004628EF}">
          <cx:dataId val="2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0.42857</cdr:x>
      <cdr:y>0.1</cdr:y>
    </cdr:from>
    <cdr:to>
      <cdr:x>0.64286</cdr:x>
      <cdr:y>0.225</cdr:y>
    </cdr:to>
    <cdr:sp macro="" textlink="">
      <cdr:nvSpPr>
        <cdr:cNvPr id="2" name="Rechteck 1">
          <a:extLst xmlns:a="http://schemas.openxmlformats.org/drawingml/2006/main">
            <a:ext uri="{FF2B5EF4-FFF2-40B4-BE49-F238E27FC236}">
              <a16:creationId xmlns:a16="http://schemas.microsoft.com/office/drawing/2014/main" id="{07BBE01D-23EE-F489-F735-077231DCE024}"/>
            </a:ext>
          </a:extLst>
        </cdr:cNvPr>
        <cdr:cNvSpPr/>
      </cdr:nvSpPr>
      <cdr:spPr>
        <a:xfrm xmlns:a="http://schemas.openxmlformats.org/drawingml/2006/main">
          <a:off x="3810000" y="508000"/>
          <a:ext cx="1905000" cy="6350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de-DE" kern="1200"/>
            <a:t>In the chart</a:t>
          </a:r>
        </a:p>
      </cdr:txBody>
    </cdr:sp>
  </cdr:relSizeAnchor>
  <cdr:relSizeAnchor xmlns:cdr="http://schemas.openxmlformats.org/drawingml/2006/chartDrawing">
    <cdr:from>
      <cdr:x>0.71429</cdr:x>
      <cdr:y>0.375</cdr:y>
    </cdr:from>
    <cdr:to>
      <cdr:x>0.82857</cdr:x>
      <cdr:y>0.575</cdr:y>
    </cdr:to>
    <cdr:sp macro="" textlink="">
      <cdr:nvSpPr>
        <cdr:cNvPr id="3" name="Ellipse 2">
          <a:extLst xmlns:a="http://schemas.openxmlformats.org/drawingml/2006/main">
            <a:ext uri="{FF2B5EF4-FFF2-40B4-BE49-F238E27FC236}">
              <a16:creationId xmlns:a16="http://schemas.microsoft.com/office/drawing/2014/main" id="{CE2E9742-1789-255F-44F1-5BF901FDE31C}"/>
            </a:ext>
          </a:extLst>
        </cdr:cNvPr>
        <cdr:cNvSpPr/>
      </cdr:nvSpPr>
      <cdr:spPr>
        <a:xfrm xmlns:a="http://schemas.openxmlformats.org/drawingml/2006/main">
          <a:off x="6350000" y="1905000"/>
          <a:ext cx="1016000" cy="1016000"/>
        </a:xfrm>
        <a:prstGeom xmlns:a="http://schemas.openxmlformats.org/drawingml/2006/main" prst="ellipse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de-DE" kern="1200"/>
        </a:p>
      </cdr:txBody>
    </cdr:sp>
  </cdr:relSizeAnchor>
  <cdr:relSizeAnchor xmlns:cdr="http://schemas.openxmlformats.org/drawingml/2006/chartDrawing">
    <cdr:from>
      <cdr:x>0.05714</cdr:x>
      <cdr:y>0.85</cdr:y>
    </cdr:from>
    <cdr:to>
      <cdr:x>0.34286</cdr:x>
      <cdr:y>0.925</cdr:y>
    </cdr:to>
    <cdr:sp macro="" textlink="">
      <cdr:nvSpPr>
        <cdr:cNvPr id="4" name="Textfeld 3">
          <a:extLst xmlns:a="http://schemas.openxmlformats.org/drawingml/2006/main">
            <a:ext uri="{FF2B5EF4-FFF2-40B4-BE49-F238E27FC236}">
              <a16:creationId xmlns:a16="http://schemas.microsoft.com/office/drawing/2014/main" id="{2A76A651-5F81-E9CC-0E5F-8C7DD0D5568D}"/>
            </a:ext>
          </a:extLst>
        </cdr:cNvPr>
        <cdr:cNvSpPr txBox="1"/>
      </cdr:nvSpPr>
      <cdr:spPr>
        <a:xfrm xmlns:a="http://schemas.openxmlformats.org/drawingml/2006/main">
          <a:off x="508000" y="4318000"/>
          <a:ext cx="2540000" cy="3810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rtlCol="0"/>
        <a:lstStyle xmlns:a="http://schemas.openxmlformats.org/drawingml/2006/main"/>
        <a:p xmlns:a="http://schemas.openxmlformats.org/drawingml/2006/main">
          <a:r>
            <a:rPr lang="de-DE" sz="1100" kern="1200"/>
            <a:t>A note</a:t>
          </a:r>
        </a:p>
      </cdr:txBody>
    </cdr:sp>
  </cdr:relSizeAnchor>
  <cdr:relSizeAnchor xmlns:cdr="http://schemas.openxmlformats.org/drawingml/2006/chartDrawing">
    <cdr:from>
      <cdr:x>0.14286</cdr:x>
      <cdr:y>0.25</cdr:y>
    </cdr:from>
    <cdr:to>
      <cdr:x>0.35714</cdr:x>
      <cdr:y>0.5</cdr:y>
    </cdr:to>
    <cdr:cxnSp macro="">
      <cdr:nvCxnSpPr>
        <cdr:cNvPr id="5" name="Gerader Verbinder 4">
          <a:extLst xmlns:a="http://schemas.openxmlformats.org/drawingml/2006/main">
            <a:ext uri="{FF2B5EF4-FFF2-40B4-BE49-F238E27FC236}">
              <a16:creationId xmlns:a16="http://schemas.microsoft.com/office/drawing/2014/main" id="{B866446F-4609-9DBC-3D83-15F2914BEAFE}"/>
            </a:ext>
          </a:extLst>
        </cdr:cNvPr>
        <cdr:cNvCxnSpPr/>
      </cdr:nvCxnSpPr>
      <cdr:spPr>
        <a:xfrm xmlns:a="http://schemas.openxmlformats.org/drawingml/2006/main">
          <a:off x="1270000" y="1270000"/>
          <a:ext cx="1905000" cy="127000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B03694-8103-8E45-032F-8E9A90285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4D1742-947E-CEBD-E0BF-A156E6E7D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25E347-2289-7EDC-769D-22638DDA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0F987-B8A1-A623-A6EA-B79338C0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7FDFB4-A638-A664-B36C-11C5BFF2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89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8FDA0-A029-0209-DBAB-6D99F3EF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39A4A1-4C96-EE8C-F086-05BD6A147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66A602-8A86-54D2-E019-06ECDB8C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E89839-D80E-9953-F1A8-99EDBEB4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3351C6-DED6-413C-3D91-4D0D69C8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64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910DE-89B2-C815-54C2-FC518C85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C26B97-3460-3663-ECE9-FF2EC60B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A698D1-3761-F75A-EBA8-78849926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BF9BDA-2F59-5047-6529-320A36AE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FA77FB-B9E7-8110-1A31-C35284B3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435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C1209-7AEB-C17E-FFB9-2F2B8306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B6A5C5-600F-382D-8E91-DFDD31EE1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F4B879-9FA0-F4A4-223F-AED04193B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6DDF08-B82D-75EF-2F8A-7A1C0E05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49FB86-72A2-6022-5008-781BF62F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60D15F-94CF-8980-AF4C-BCF34801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8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769C4-6807-0752-D4A8-C6F4F577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EE71A1-8A00-B50E-A858-896D09044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2384F7-E55A-0283-2AF7-93CD11309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7CEC6A-BF34-27C5-D631-5BE482EF3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2B6EDC-EFC1-27D9-E1EA-638700820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2174498-953E-25AE-2F26-5DEB0090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844609-D105-BD56-611B-1DA7BAD2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EB5A39-D4F0-1446-5EB1-7093473D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432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02EA1-493C-CDD5-BC59-1538D31B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84CA2B-6F96-60FA-8C68-8F041AAD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5BED7-807A-2E24-2F88-D2EAAF55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CEF7E0-D442-544E-DD12-6ABD29C2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68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A66C06-CD56-D2E5-9B27-63E5633A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49C0A78-DE5A-A283-B756-5390EC94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0E8659-4630-40BA-F766-3EE5A77E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56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EF7EA-B417-FB1B-F6A7-1737D9743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C104A0-8145-78A9-8E4B-7F0FF7C36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ADB249-899B-3B6B-8753-79DD92DBC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F6205E-5621-BAAA-03AD-11FA7261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98EA9D-AC06-FA88-6F98-0F8C56CF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BF8462-194B-D214-4893-1213016F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8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F291A-4346-6F1B-1CA1-54F30DC6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C743FA-094A-03DA-BF2D-85BEFE734C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FFB036-36E9-A07A-60C3-3226C4AA8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2834A-43B5-8A66-51C8-FECCB80D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C42061-9826-E696-F496-12F9FD1D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AE6900-CC9A-12CE-FF7E-C56CB615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11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A2421-A150-F220-5FC0-A20668B6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A4F93D-3B1D-8F6E-A762-A1FF6084B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A71058-624A-1478-5BCB-86AAA3FF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B4548A-9B8B-DD02-1CEC-E1799A96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7D20E5-DD1E-2D38-327C-FDB94EE5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6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947B512-5255-04AC-4A20-E0013E474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C37F2D0-C249-A8AF-9ADE-0497A8410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F1C6D7-1D39-2C63-53A2-01AC6E12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490011-4F21-8612-C514-08352ED6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47D86C-AFAF-EB09-38FA-4FDCBE4B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992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9FF5996-350D-1AEA-7199-380D7BD9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174A53-105A-30BA-7AAD-2E2AD47D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466C58-14E6-A53D-4156-CD4D447F9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5F78A-EF12-451D-A42D-33BA7594471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BBE4A9-6877-8AD5-A6CF-98E9EBAE4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01B096-709C-43AE-E6FF-B4C975F1D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1AFF0-AF8B-46F6-A11A-4CAC280414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08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6.xml"/><Relationship Id="rId6" Type="http://schemas.microsoft.com/office/2014/relationships/chartEx" Target="../charts/chartEx3.xml"/><Relationship Id="rId5" Type="http://schemas.openxmlformats.org/officeDocument/2006/relationships/image" Target="../media/image2.png"/><Relationship Id="rId4" Type="http://schemas.microsoft.com/office/2014/relationships/chartEx" Target="../charts/chartEx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6.xml"/><Relationship Id="rId6" Type="http://schemas.microsoft.com/office/2014/relationships/chartEx" Target="../charts/chartEx6.xml"/><Relationship Id="rId5" Type="http://schemas.openxmlformats.org/officeDocument/2006/relationships/image" Target="../media/image5.png"/><Relationship Id="rId4" Type="http://schemas.microsoft.com/office/2014/relationships/chartEx" Target="../charts/chartEx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B6F84-CF67-1BDD-656E-3D08E04B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Radar and filled radar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E0435B8F-A3EC-6451-EED3-D59C09053A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9251124"/>
              </p:ext>
            </p:extLst>
          </p:nvPr>
        </p:nvGraphicFramePr>
        <p:xfrm>
          <a:off x="508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90E8925A-E14D-6869-AD4F-4D22CF3CC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979681"/>
              </p:ext>
            </p:extLst>
          </p:nvPr>
        </p:nvGraphicFramePr>
        <p:xfrm>
          <a:off x="6223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934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5CED64-413F-DDD2-3D20-34846CF6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Stock charts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C301A46B-83E8-549D-03F8-536B91DB1F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276154"/>
              </p:ext>
            </p:extLst>
          </p:nvPr>
        </p:nvGraphicFramePr>
        <p:xfrm>
          <a:off x="508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17EA03CD-B100-75ED-6857-882371797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545360"/>
              </p:ext>
            </p:extLst>
          </p:nvPr>
        </p:nvGraphicFramePr>
        <p:xfrm>
          <a:off x="6223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1912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4B6D82-0543-2094-DDC5-83B148EF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Contour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C81F349F-90A1-CCF3-951F-AD25F0377C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944085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5634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5024F-02AA-B9B8-B6B9-9AE2A17F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Trendline and error bars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76A55E58-DFDA-0AD6-7860-2C5F9523F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479111"/>
              </p:ext>
            </p:extLst>
          </p:nvPr>
        </p:nvGraphicFramePr>
        <p:xfrm>
          <a:off x="508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7310E2D1-C0CC-BC82-B3A7-5AF39DD0F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3793935"/>
              </p:ext>
            </p:extLst>
          </p:nvPr>
        </p:nvGraphicFramePr>
        <p:xfrm>
          <a:off x="6223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79892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51B87-7C8D-F121-4D3C-39574B65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table and bubbles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E8B9D1FD-87AD-59EA-7B48-4CAEE89526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018219"/>
              </p:ext>
            </p:extLst>
          </p:nvPr>
        </p:nvGraphicFramePr>
        <p:xfrm>
          <a:off x="508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1AF7D66D-65BE-4EE7-8C2E-9DD17AC379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780657"/>
              </p:ext>
            </p:extLst>
          </p:nvPr>
        </p:nvGraphicFramePr>
        <p:xfrm>
          <a:off x="6223000" y="1524000"/>
          <a:ext cx="5461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531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3FA6D-8753-B255-E9B8-5D7E4E03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Waterfall, funnel and histogram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Diagramm 2">
                <a:extLst>
                  <a:ext uri="{FF2B5EF4-FFF2-40B4-BE49-F238E27FC236}">
                    <a16:creationId xmlns:a16="http://schemas.microsoft.com/office/drawing/2014/main" id="{08870866-FD23-A9BF-6D81-CBD2BCE14E4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0116877"/>
                  </p:ext>
                </p:extLst>
              </p:nvPr>
            </p:nvGraphicFramePr>
            <p:xfrm>
              <a:off x="254000" y="1524000"/>
              <a:ext cx="3810000" cy="4953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Diagramm 2">
                <a:extLst>
                  <a:ext uri="{FF2B5EF4-FFF2-40B4-BE49-F238E27FC236}">
                    <a16:creationId xmlns:a16="http://schemas.microsoft.com/office/drawing/2014/main" id="{08870866-FD23-A9BF-6D81-CBD2BCE14E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000" y="1524000"/>
                <a:ext cx="3810000" cy="49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4" name="Diagramm 3">
                <a:extLst>
                  <a:ext uri="{FF2B5EF4-FFF2-40B4-BE49-F238E27FC236}">
                    <a16:creationId xmlns:a16="http://schemas.microsoft.com/office/drawing/2014/main" id="{0AA07062-D016-F78F-50D3-CCBA06D7B92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43521495"/>
                  </p:ext>
                </p:extLst>
              </p:nvPr>
            </p:nvGraphicFramePr>
            <p:xfrm>
              <a:off x="4191000" y="1524000"/>
              <a:ext cx="3810000" cy="4953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4" name="Diagramm 3">
                <a:extLst>
                  <a:ext uri="{FF2B5EF4-FFF2-40B4-BE49-F238E27FC236}">
                    <a16:creationId xmlns:a16="http://schemas.microsoft.com/office/drawing/2014/main" id="{0AA07062-D016-F78F-50D3-CCBA06D7B9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1000" y="1524000"/>
                <a:ext cx="3810000" cy="49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Diagramm 4">
                <a:extLst>
                  <a:ext uri="{FF2B5EF4-FFF2-40B4-BE49-F238E27FC236}">
                    <a16:creationId xmlns:a16="http://schemas.microsoft.com/office/drawing/2014/main" id="{D3D48656-4C60-CD52-658E-0B6A689AE28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51042648"/>
                  </p:ext>
                </p:extLst>
              </p:nvPr>
            </p:nvGraphicFramePr>
            <p:xfrm>
              <a:off x="8128000" y="1524000"/>
              <a:ext cx="3810000" cy="4953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5" name="Diagramm 4">
                <a:extLst>
                  <a:ext uri="{FF2B5EF4-FFF2-40B4-BE49-F238E27FC236}">
                    <a16:creationId xmlns:a16="http://schemas.microsoft.com/office/drawing/2014/main" id="{D3D48656-4C60-CD52-658E-0B6A689AE2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8000" y="1524000"/>
                <a:ext cx="3810000" cy="495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139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A0AF31-A5B1-DF87-E021-3C182722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Treemap, sunburst and box and whisker</a:t>
            </a:r>
            <a:endParaRPr lang="de-DE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Diagramm 2">
                <a:extLst>
                  <a:ext uri="{FF2B5EF4-FFF2-40B4-BE49-F238E27FC236}">
                    <a16:creationId xmlns:a16="http://schemas.microsoft.com/office/drawing/2014/main" id="{40422FD9-16EF-1F69-9094-56578A74D6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2711680"/>
                  </p:ext>
                </p:extLst>
              </p:nvPr>
            </p:nvGraphicFramePr>
            <p:xfrm>
              <a:off x="254000" y="1524000"/>
              <a:ext cx="3810000" cy="4953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Diagramm 2">
                <a:extLst>
                  <a:ext uri="{FF2B5EF4-FFF2-40B4-BE49-F238E27FC236}">
                    <a16:creationId xmlns:a16="http://schemas.microsoft.com/office/drawing/2014/main" id="{40422FD9-16EF-1F69-9094-56578A74D6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000" y="1524000"/>
                <a:ext cx="3810000" cy="49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Diagramm 3">
                <a:extLst>
                  <a:ext uri="{FF2B5EF4-FFF2-40B4-BE49-F238E27FC236}">
                    <a16:creationId xmlns:a16="http://schemas.microsoft.com/office/drawing/2014/main" id="{E54001EE-34A6-9382-D572-CC96BD4AF88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61730159"/>
                  </p:ext>
                </p:extLst>
              </p:nvPr>
            </p:nvGraphicFramePr>
            <p:xfrm>
              <a:off x="4191000" y="1524000"/>
              <a:ext cx="3810000" cy="4953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4" name="Diagramm 3">
                <a:extLst>
                  <a:ext uri="{FF2B5EF4-FFF2-40B4-BE49-F238E27FC236}">
                    <a16:creationId xmlns:a16="http://schemas.microsoft.com/office/drawing/2014/main" id="{E54001EE-34A6-9382-D572-CC96BD4AF8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1000" y="1524000"/>
                <a:ext cx="3810000" cy="49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Diagramm 4">
                <a:extLst>
                  <a:ext uri="{FF2B5EF4-FFF2-40B4-BE49-F238E27FC236}">
                    <a16:creationId xmlns:a16="http://schemas.microsoft.com/office/drawing/2014/main" id="{E6BE4310-AB3A-3DE0-0084-7389EE51D49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95767891"/>
                  </p:ext>
                </p:extLst>
              </p:nvPr>
            </p:nvGraphicFramePr>
            <p:xfrm>
              <a:off x="8128000" y="1524000"/>
              <a:ext cx="3810000" cy="4953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5" name="Diagramm 4">
                <a:extLst>
                  <a:ext uri="{FF2B5EF4-FFF2-40B4-BE49-F238E27FC236}">
                    <a16:creationId xmlns:a16="http://schemas.microsoft.com/office/drawing/2014/main" id="{E6BE4310-AB3A-3DE0-0084-7389EE51D4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8000" y="1524000"/>
                <a:ext cx="3810000" cy="495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81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77DF3-A1AF-D307-9CFA-08B2A697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Shapes on a chart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915F768-212E-A7A4-36BF-214C34BB64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851063"/>
              </p:ext>
            </p:extLst>
          </p:nvPr>
        </p:nvGraphicFramePr>
        <p:xfrm>
          <a:off x="1016000" y="1397000"/>
          <a:ext cx="889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633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Benutzerdefiniert</PresentationFormat>
  <Paragraphs>16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Radar and filled radar</vt:lpstr>
      <vt:lpstr>Stock charts</vt:lpstr>
      <vt:lpstr>Contour</vt:lpstr>
      <vt:lpstr>Trendline and error bars</vt:lpstr>
      <vt:lpstr>Data table and bubbles</vt:lpstr>
      <vt:lpstr>Waterfall, funnel and histogram</vt:lpstr>
      <vt:lpstr>Treemap, sunburst and box and whisker</vt:lpstr>
      <vt:lpstr>Shapes on a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2026-10-08T17:42:28Z</dcterms:created>
  <dcterms:modified xsi:type="dcterms:W3CDTF">2026-10-08T17:42:28Z</dcterms:modified>
</cp:coreProperties>
</file>