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Ex1.xml" ContentType="application/vnd.ms-office.chartex+xml"/>
  <Override PartName="/ppt/charts/style9.xml" ContentType="application/vnd.ms-office.chartstyle+xml"/>
  <Override PartName="/ppt/charts/colors9.xml" ContentType="application/vnd.ms-office.chartcolorstyle+xml"/>
  <Override PartName="/ppt/charts/chartEx2.xml" ContentType="application/vnd.ms-office.chartex+xml"/>
  <Override PartName="/ppt/charts/style10.xml" ContentType="application/vnd.ms-office.chartstyle+xml"/>
  <Override PartName="/ppt/charts/colors10.xml" ContentType="application/vnd.ms-office.chartcolorstyle+xml"/>
  <Override PartName="/ppt/charts/chartEx3.xml" ContentType="application/vnd.ms-office.chartex+xml"/>
  <Override PartName="/ppt/charts/style11.xml" ContentType="application/vnd.ms-office.chartstyle+xml"/>
  <Override PartName="/ppt/charts/colors11.xml" ContentType="application/vnd.ms-office.chartcolorstyle+xml"/>
  <Override PartName="/ppt/charts/chartEx4.xml" ContentType="application/vnd.ms-office.chartex+xml"/>
  <Override PartName="/ppt/charts/style12.xml" ContentType="application/vnd.ms-office.chartstyle+xml"/>
  <Override PartName="/ppt/charts/colors12.xml" ContentType="application/vnd.ms-office.chartcolorstyle+xml"/>
  <Override PartName="/ppt/charts/chartEx5.xml" ContentType="application/vnd.ms-office.chartex+xml"/>
  <Override PartName="/ppt/charts/style13.xml" ContentType="application/vnd.ms-office.chartstyle+xml"/>
  <Override PartName="/ppt/charts/colors13.xml" ContentType="application/vnd.ms-office.chartcolorstyle+xml"/>
  <Override PartName="/ppt/charts/chartEx6.xml" ContentType="application/vnd.ms-office.chartex+xml"/>
  <Override PartName="/ppt/charts/style14.xml" ContentType="application/vnd.ms-office.chartstyle+xml"/>
  <Override PartName="/ppt/charts/colors1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Ex1.xml.rels><?xml version="1.0" encoding="UTF-8" standalone="yes"?>
<Relationships xmlns="http://schemas.openxmlformats.org/package/2006/relationships"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Ex2.xml.rels><?xml version="1.0" encoding="UTF-8" standalone="yes"?>
<Relationships xmlns="http://schemas.openxmlformats.org/package/2006/relationships"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Ex3.xml.rels><?xml version="1.0" encoding="UTF-8" standalone="yes"?>
<Relationships xmlns="http://schemas.openxmlformats.org/package/2006/relationships"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Ex4.xml.rels><?xml version="1.0" encoding="UTF-8" standalone="yes"?>
<Relationships xmlns="http://schemas.openxmlformats.org/package/2006/relationships"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Ex5.xml.rels><?xml version="1.0" encoding="UTF-8" standalone="yes"?>
<Relationships xmlns="http://schemas.openxmlformats.org/package/2006/relationships"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Ex6.xml.rels><?xml version="1.0" encoding="UTF-8" standalone="yes"?>
<Relationships xmlns="http://schemas.openxmlformats.org/package/2006/relationships"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5E-45E6-983C-6F954790717A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5E-45E6-983C-6F95479071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43822352"/>
        <c:axId val="1019419280"/>
      </c:radarChart>
      <c:catAx>
        <c:axId val="1443822352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419280"/>
        <c:crosses val="autoZero"/>
        <c:auto val="1"/>
        <c:lblAlgn val="ctr"/>
        <c:lblOffset val="100"/>
        <c:noMultiLvlLbl val="0"/>
      </c:catAx>
      <c:valAx>
        <c:axId val="10194192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3822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8C-440E-B91F-AC8D244FE7BA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numRef>
              <c:f>Tabelle1!$A$2:$A$6</c:f>
              <c:numCache>
                <c:formatCode>m/d/yyyy</c:formatCode>
                <c:ptCount val="5"/>
                <c:pt idx="0">
                  <c:v>37377</c:v>
                </c:pt>
                <c:pt idx="1">
                  <c:v>37408</c:v>
                </c:pt>
                <c:pt idx="2">
                  <c:v>37438</c:v>
                </c:pt>
                <c:pt idx="3">
                  <c:v>37469</c:v>
                </c:pt>
                <c:pt idx="4">
                  <c:v>37500</c:v>
                </c:pt>
              </c:numCache>
            </c:num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8C-440E-B91F-AC8D244FE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48254800"/>
        <c:axId val="1019230160"/>
      </c:radarChart>
      <c:catAx>
        <c:axId val="1448254800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30160"/>
        <c:crosses val="autoZero"/>
        <c:auto val="1"/>
        <c:lblAlgn val="ctr"/>
        <c:lblOffset val="100"/>
        <c:noMultiLvlLbl val="0"/>
      </c:catAx>
      <c:valAx>
        <c:axId val="1019230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54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tockChart>
        <c:ser>
          <c:idx val="0"/>
          <c:order val="0"/>
          <c:tx>
            <c:strRef>
              <c:f>Tabelle1!$B$1</c:f>
              <c:strCache>
                <c:ptCount val="1"/>
                <c:pt idx="0">
                  <c:v>High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56</c:v>
                </c:pt>
                <c:pt idx="1">
                  <c:v>58</c:v>
                </c:pt>
                <c:pt idx="2">
                  <c:v>57</c:v>
                </c:pt>
                <c:pt idx="3">
                  <c:v>61</c:v>
                </c:pt>
                <c:pt idx="4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5D-4F88-B10D-E5593EFAE885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Low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51</c:v>
                </c:pt>
                <c:pt idx="1">
                  <c:v>53</c:v>
                </c:pt>
                <c:pt idx="2">
                  <c:v>52</c:v>
                </c:pt>
                <c:pt idx="3">
                  <c:v>55</c:v>
                </c:pt>
                <c:pt idx="4">
                  <c:v>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5D-4F88-B10D-E5593EFAE885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Close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dot"/>
            <c:size val="3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60</c:v>
                </c:pt>
                <c:pt idx="4">
                  <c:v>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5D-4F88-B10D-E5593EFAE8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axId val="1448270576"/>
        <c:axId val="1019232560"/>
      </c:stockChart>
      <c:catAx>
        <c:axId val="144827057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32560"/>
        <c:crosses val="autoZero"/>
        <c:auto val="1"/>
        <c:lblAlgn val="ctr"/>
        <c:lblOffset val="100"/>
        <c:noMultiLvlLbl val="0"/>
      </c:catAx>
      <c:valAx>
        <c:axId val="10192325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70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tockChart>
        <c:ser>
          <c:idx val="0"/>
          <c:order val="0"/>
          <c:tx>
            <c:strRef>
              <c:f>Tabelle1!$B$1</c:f>
              <c:strCache>
                <c:ptCount val="1"/>
                <c:pt idx="0">
                  <c:v>Open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52</c:v>
                </c:pt>
                <c:pt idx="1">
                  <c:v>55</c:v>
                </c:pt>
                <c:pt idx="2">
                  <c:v>54</c:v>
                </c:pt>
                <c:pt idx="3">
                  <c:v>56</c:v>
                </c:pt>
                <c:pt idx="4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F5-44E4-B04C-150C520960B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High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56</c:v>
                </c:pt>
                <c:pt idx="1">
                  <c:v>58</c:v>
                </c:pt>
                <c:pt idx="2">
                  <c:v>57</c:v>
                </c:pt>
                <c:pt idx="3">
                  <c:v>61</c:v>
                </c:pt>
                <c:pt idx="4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F5-44E4-B04C-150C520960B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Low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  <c:pt idx="0">
                  <c:v>51</c:v>
                </c:pt>
                <c:pt idx="1">
                  <c:v>53</c:v>
                </c:pt>
                <c:pt idx="2">
                  <c:v>52</c:v>
                </c:pt>
                <c:pt idx="3">
                  <c:v>55</c:v>
                </c:pt>
                <c:pt idx="4">
                  <c:v>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1F5-44E4-B04C-150C520960BF}"/>
            </c:ext>
          </c:extLst>
        </c:ser>
        <c:ser>
          <c:idx val="3"/>
          <c:order val="3"/>
          <c:tx>
            <c:strRef>
              <c:f>Tabelle1!$E$1</c:f>
              <c:strCache>
                <c:ptCount val="1"/>
                <c:pt idx="0">
                  <c:v>Close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Tabelle1!$A$2:$A$6</c:f>
              <c:strCache>
                <c:ptCount val="5"/>
                <c:pt idx="0">
                  <c:v>1.3.</c:v>
                </c:pt>
                <c:pt idx="1">
                  <c:v>2.3.</c:v>
                </c:pt>
                <c:pt idx="2">
                  <c:v>3.3.</c:v>
                </c:pt>
                <c:pt idx="3">
                  <c:v>4.3.</c:v>
                </c:pt>
                <c:pt idx="4">
                  <c:v>5.3.</c:v>
                </c:pt>
              </c:strCache>
            </c:strRef>
          </c:cat>
          <c:val>
            <c:numRef>
              <c:f>Tabelle1!$E$2:$E$6</c:f>
              <c:numCache>
                <c:formatCode>General</c:formatCode>
                <c:ptCount val="5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60</c:v>
                </c:pt>
                <c:pt idx="4">
                  <c:v>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1F5-44E4-B04C-150C520960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upDownBars>
          <c:gapWidth val="150"/>
          <c:upBars>
            <c:spPr>
              <a:solidFill>
                <a:schemeClr val="lt1"/>
              </a:solidFill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upBars>
          <c:downBars>
            <c:spPr>
              <a:solidFill>
                <a:schemeClr val="dk1">
                  <a:lumMod val="75000"/>
                  <a:lumOff val="25000"/>
                </a:schemeClr>
              </a:solidFill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downBars>
        </c:upDownBars>
        <c:axId val="1448273360"/>
        <c:axId val="1019240720"/>
      </c:stockChart>
      <c:catAx>
        <c:axId val="14482733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40720"/>
        <c:crosses val="autoZero"/>
        <c:auto val="1"/>
        <c:lblAlgn val="ctr"/>
        <c:lblOffset val="100"/>
        <c:noMultiLvlLbl val="0"/>
      </c:catAx>
      <c:valAx>
        <c:axId val="1019240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73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90"/>
      <c:rotY val="0"/>
      <c:rAngAx val="0"/>
      <c:perspective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surfaceChart>
        <c:wireframe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/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9B3-4DE2-A64D-AD4A54D5D960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/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9B3-4DE2-A64D-AD4A54D5D960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/>
            <a:effectLst/>
            <a:sp3d/>
          </c:spPr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9B3-4DE2-A64D-AD4A54D5D960}"/>
            </c:ext>
          </c:extLst>
        </c:ser>
        <c:bandFmts>
          <c:bandFmt>
            <c:idx val="0"/>
            <c:spPr>
              <a:solidFill>
                <a:schemeClr val="accent1"/>
              </a:solidFill>
              <a:ln/>
              <a:effectLst/>
              <a:sp3d/>
            </c:spPr>
          </c:bandFmt>
          <c:bandFmt>
            <c:idx val="1"/>
            <c:spPr>
              <a:solidFill>
                <a:schemeClr val="accent2"/>
              </a:solidFill>
              <a:ln/>
              <a:effectLst/>
              <a:sp3d/>
            </c:spPr>
          </c:bandFmt>
          <c:bandFmt>
            <c:idx val="2"/>
            <c:spPr>
              <a:solidFill>
                <a:schemeClr val="accent3"/>
              </a:solidFill>
              <a:ln/>
              <a:effectLst/>
              <a:sp3d/>
            </c:spPr>
          </c:bandFmt>
          <c:bandFmt>
            <c:idx val="3"/>
            <c:spPr>
              <a:solidFill>
                <a:schemeClr val="accent4"/>
              </a:solidFill>
              <a:ln/>
              <a:effectLst/>
              <a:sp3d/>
            </c:spPr>
          </c:bandFmt>
          <c:bandFmt>
            <c:idx val="4"/>
            <c:spPr>
              <a:solidFill>
                <a:schemeClr val="accent5"/>
              </a:solidFill>
              <a:ln/>
              <a:effectLst/>
              <a:sp3d/>
            </c:spPr>
          </c:bandFmt>
          <c:bandFmt>
            <c:idx val="5"/>
            <c:spPr>
              <a:solidFill>
                <a:schemeClr val="accent6"/>
              </a:solidFill>
              <a:ln/>
              <a:effectLst/>
              <a:sp3d/>
            </c:spPr>
          </c:bandFmt>
          <c:bandFmt>
            <c:idx val="6"/>
            <c:spPr>
              <a:solidFill>
                <a:schemeClr val="accent1">
                  <a:lumMod val="60000"/>
                </a:schemeClr>
              </a:solidFill>
              <a:ln/>
              <a:effectLst/>
              <a:sp3d/>
            </c:spPr>
          </c:bandFmt>
          <c:bandFmt>
            <c:idx val="7"/>
            <c:spPr>
              <a:solidFill>
                <a:schemeClr val="accent2">
                  <a:lumMod val="60000"/>
                </a:schemeClr>
              </a:solidFill>
              <a:ln/>
              <a:effectLst/>
              <a:sp3d/>
            </c:spPr>
          </c:bandFmt>
          <c:bandFmt>
            <c:idx val="8"/>
            <c:spPr>
              <a:solidFill>
                <a:schemeClr val="accent3">
                  <a:lumMod val="60000"/>
                </a:schemeClr>
              </a:solidFill>
              <a:ln/>
              <a:effectLst/>
              <a:sp3d/>
            </c:spPr>
          </c:bandFmt>
          <c:bandFmt>
            <c:idx val="9"/>
            <c:spPr>
              <a:solidFill>
                <a:schemeClr val="accent4">
                  <a:lumMod val="60000"/>
                </a:schemeClr>
              </a:solidFill>
              <a:ln/>
              <a:effectLst/>
              <a:sp3d/>
            </c:spPr>
          </c:bandFmt>
          <c:bandFmt>
            <c:idx val="10"/>
            <c:spPr>
              <a:solidFill>
                <a:schemeClr val="accent5">
                  <a:lumMod val="60000"/>
                </a:schemeClr>
              </a:solidFill>
              <a:ln/>
              <a:effectLst/>
              <a:sp3d/>
            </c:spPr>
          </c:bandFmt>
          <c:bandFmt>
            <c:idx val="11"/>
            <c:spPr>
              <a:solidFill>
                <a:schemeClr val="accent6">
                  <a:lumMod val="60000"/>
                </a:schemeClr>
              </a:solidFill>
              <a:ln/>
              <a:effectLst/>
              <a:sp3d/>
            </c:spPr>
          </c:bandFmt>
          <c:bandFmt>
            <c:idx val="12"/>
            <c:spPr>
              <a:solidFill>
                <a:schemeClr val="accent1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3"/>
            <c:spPr>
              <a:solidFill>
                <a:schemeClr val="accent2">
                  <a:lumMod val="80000"/>
                  <a:lumOff val="20000"/>
                </a:schemeClr>
              </a:solidFill>
              <a:ln/>
              <a:effectLst/>
              <a:sp3d/>
            </c:spPr>
          </c:bandFmt>
          <c:bandFmt>
            <c:idx val="14"/>
            <c:spPr>
              <a:solidFill>
                <a:schemeClr val="accent3">
                  <a:lumMod val="80000"/>
                  <a:lumOff val="20000"/>
                </a:schemeClr>
              </a:solidFill>
              <a:ln/>
              <a:effectLst/>
              <a:sp3d/>
            </c:spPr>
          </c:bandFmt>
        </c:bandFmts>
        <c:axId val="1448241344"/>
        <c:axId val="1019244080"/>
        <c:axId val="1047919456"/>
      </c:surfaceChart>
      <c:catAx>
        <c:axId val="144824134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44080"/>
        <c:crosses val="autoZero"/>
        <c:auto val="1"/>
        <c:lblAlgn val="ctr"/>
        <c:lblOffset val="100"/>
        <c:noMultiLvlLbl val="0"/>
      </c:catAx>
      <c:valAx>
        <c:axId val="1019244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41344"/>
        <c:crosses val="autoZero"/>
        <c:crossBetween val="midCat"/>
      </c:valAx>
      <c:serAx>
        <c:axId val="104791945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44080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Measured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197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de-DE"/>
                </a:p>
              </c:txPr>
            </c:trendlineLbl>
          </c:trendline>
          <c:xVal>
            <c:numRef>
              <c:f>Tabelle1!$A$2:$A$7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xVal>
          <c:yVal>
            <c:numRef>
              <c:f>Tabelle1!$B$2:$B$7</c:f>
              <c:numCache>
                <c:formatCode>General</c:formatCode>
                <c:ptCount val="6"/>
                <c:pt idx="0">
                  <c:v>2.1</c:v>
                </c:pt>
                <c:pt idx="1">
                  <c:v>3.9</c:v>
                </c:pt>
                <c:pt idx="2">
                  <c:v>6.2</c:v>
                </c:pt>
                <c:pt idx="3">
                  <c:v>7.8</c:v>
                </c:pt>
                <c:pt idx="4">
                  <c:v>10.5</c:v>
                </c:pt>
                <c:pt idx="5">
                  <c:v>11.9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C47-46D0-B6FE-869B4E8705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448249696"/>
        <c:axId val="1019241200"/>
      </c:scatterChart>
      <c:valAx>
        <c:axId val="14482496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41200"/>
        <c:crosses val="autoZero"/>
        <c:crossBetween val="midCat"/>
      </c:valAx>
      <c:valAx>
        <c:axId val="10192412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496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Plan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errBars>
            <c:errDir val="y"/>
            <c:errBarType val="both"/>
            <c:errValType val="percentage"/>
            <c:noEndCap val="0"/>
            <c:val val="1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Tabelle1!$A$2:$A$5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10</c:v>
                </c:pt>
                <c:pt idx="1">
                  <c:v>12</c:v>
                </c:pt>
                <c:pt idx="2">
                  <c:v>11</c:v>
                </c:pt>
                <c:pt idx="3">
                  <c:v>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E5-457A-A84D-6C4CD6B541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48242736"/>
        <c:axId val="1019254640"/>
      </c:lineChart>
      <c:catAx>
        <c:axId val="14482427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54640"/>
        <c:crosses val="autoZero"/>
        <c:auto val="1"/>
        <c:lblAlgn val="ctr"/>
        <c:lblOffset val="100"/>
        <c:noMultiLvlLbl val="0"/>
      </c:catAx>
      <c:valAx>
        <c:axId val="1019254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427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B8-4294-A1C8-D969350DCF2D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B8-4294-A1C8-D969350DCF2D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4B8-4294-A1C8-D969350DCF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48282640"/>
        <c:axId val="1019246480"/>
      </c:barChart>
      <c:catAx>
        <c:axId val="1448282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46480"/>
        <c:crosses val="autoZero"/>
        <c:auto val="1"/>
        <c:lblAlgn val="ctr"/>
        <c:lblOffset val="100"/>
        <c:noMultiLvlLbl val="0"/>
      </c:catAx>
      <c:valAx>
        <c:axId val="1019246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82640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Y-Werte</c:v>
                </c:pt>
              </c:strCache>
            </c:strRef>
          </c:tx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numRef>
              <c:f>Tabelle1!$A$2:$A$4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Tabelle1!$B$2:$B$4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Ref>
              <c:f>Tabelle1!$C$2:$C$4</c:f>
              <c:numCache>
                <c:formatCode>General</c:formatCode>
                <c:ptCount val="3"/>
                <c:pt idx="0">
                  <c:v>10</c:v>
                </c:pt>
                <c:pt idx="1">
                  <c:v>4</c:v>
                </c:pt>
                <c:pt idx="2">
                  <c:v>8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6C3F-4EBB-A6B1-0D7727CB14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448272896"/>
        <c:axId val="1019244560"/>
      </c:bubbleChart>
      <c:valAx>
        <c:axId val="14482728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19244560"/>
        <c:crosses val="autoZero"/>
        <c:crossBetween val="midCat"/>
      </c:valAx>
      <c:valAx>
        <c:axId val="10192445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44827289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data id="0">
      <cx:strDim type="cat">
        <cx:lvl ptCount="8">
          <cx:pt idx="0">Kategorie 1</cx:pt>
          <cx:pt idx="1">Kategorie 2</cx:pt>
          <cx:pt idx="2">Kategorie 3</cx:pt>
          <cx:pt idx="3">Kategorie 4</cx:pt>
          <cx:pt idx="4">Kategorie 5</cx:pt>
          <cx:pt idx="5">Kategorie 6</cx:pt>
          <cx:pt idx="6">Kategorie 7</cx:pt>
          <cx:pt idx="7">Kategorie 8</cx:pt>
        </cx:lvl>
      </cx:strDim>
      <cx:numDim type="val">
        <cx:lvl ptCount="8" formatCode="General">
          <cx:pt idx="0">100</cx:pt>
          <cx:pt idx="1">20</cx:pt>
          <cx:pt idx="2">50</cx:pt>
          <cx:pt idx="3">-40</cx:pt>
          <cx:pt idx="4">130</cx:pt>
          <cx:pt idx="5">-60</cx:pt>
          <cx:pt idx="6">70</cx:pt>
          <cx:pt idx="7">140</cx:pt>
        </cx:lvl>
      </cx:numDim>
    </cx:data>
  </cx:chartData>
  <cx:chart>
    <cx:title pos="t" align="ctr" overlay="0"/>
    <cx:plotArea>
      <cx:plotAreaRegion>
        <cx:series layoutId="waterfall" uniqueId="{C7E0F5AC-94B1-48DF-9775-C751DCADF5B3}">
          <cx:dataLabels pos="outEnd">
            <cx:visibility seriesName="0" categoryName="0" value="1"/>
          </cx:dataLabels>
          <cx:dataId val="0"/>
          <cx:layoutPr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data id="0">
      <cx:strDim type="cat">
        <cx:lvl ptCount="5">
          <cx:pt idx="0">Kategorie 1</cx:pt>
          <cx:pt idx="1">Kategorie 2</cx:pt>
          <cx:pt idx="2">Kategorie 3</cx:pt>
          <cx:pt idx="3">Kategorie 4</cx:pt>
          <cx:pt idx="4">Kategorie 5</cx:pt>
        </cx:lvl>
      </cx:strDim>
      <cx:numDim type="val">
        <cx:lvl ptCount="5" formatCode="General">
          <cx:pt idx="0">5000</cx:pt>
          <cx:pt idx="1">4000</cx:pt>
          <cx:pt idx="2">3000</cx:pt>
          <cx:pt idx="3">1000</cx:pt>
          <cx:pt idx="4">250</cx:pt>
        </cx:lvl>
      </cx:numDim>
    </cx:data>
  </cx:chartData>
  <cx:chart>
    <cx:title pos="t" align="ctr" overlay="0"/>
    <cx:plotArea>
      <cx:plotAreaRegion>
        <cx:series layoutId="funnel" uniqueId="{293AA666-5237-46C1-8BAC-281F3E7FBF93}">
          <cx:dataLabels>
            <cx:visibility seriesName="0" categoryName="0" value="1"/>
          </cx:dataLabels>
          <cx:dataId val="0"/>
        </cx:series>
      </cx:plotAreaRegion>
      <cx:axis id="1">
        <cx:catScaling gapWidth="0.0599999987"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data id="0">
      <cx:numDim type="val">
        <cx:lvl ptCount="76" formatCode="General">
          <cx:pt idx="0">1</cx:pt>
          <cx:pt idx="1">3</cx:pt>
          <cx:pt idx="2">3</cx:pt>
          <cx:pt idx="3">3</cx:pt>
          <cx:pt idx="4">5</cx:pt>
          <cx:pt idx="5">6</cx:pt>
          <cx:pt idx="6">6</cx:pt>
          <cx:pt idx="7">6</cx:pt>
          <cx:pt idx="8">7</cx:pt>
          <cx:pt idx="9">8</cx:pt>
          <cx:pt idx="10">8</cx:pt>
          <cx:pt idx="11">9</cx:pt>
          <cx:pt idx="12">9</cx:pt>
          <cx:pt idx="13">9</cx:pt>
          <cx:pt idx="14">9</cx:pt>
          <cx:pt idx="15">9</cx:pt>
          <cx:pt idx="16">10</cx:pt>
          <cx:pt idx="17">10</cx:pt>
          <cx:pt idx="18">10</cx:pt>
          <cx:pt idx="19">10</cx:pt>
          <cx:pt idx="20">10</cx:pt>
          <cx:pt idx="21">10</cx:pt>
          <cx:pt idx="22">11</cx:pt>
          <cx:pt idx="23">11</cx:pt>
          <cx:pt idx="24">11</cx:pt>
          <cx:pt idx="25">11</cx:pt>
          <cx:pt idx="26">11</cx:pt>
          <cx:pt idx="27">11</cx:pt>
          <cx:pt idx="28">12</cx:pt>
          <cx:pt idx="29">12</cx:pt>
          <cx:pt idx="30">12</cx:pt>
          <cx:pt idx="31">12</cx:pt>
          <cx:pt idx="32">12</cx:pt>
          <cx:pt idx="33">12</cx:pt>
          <cx:pt idx="34">13</cx:pt>
          <cx:pt idx="35">13</cx:pt>
          <cx:pt idx="36">13</cx:pt>
          <cx:pt idx="37">13</cx:pt>
          <cx:pt idx="38">13</cx:pt>
          <cx:pt idx="39">14</cx:pt>
          <cx:pt idx="40">14</cx:pt>
          <cx:pt idx="41">14</cx:pt>
          <cx:pt idx="42">14</cx:pt>
          <cx:pt idx="43">14</cx:pt>
          <cx:pt idx="44">14</cx:pt>
          <cx:pt idx="45">15</cx:pt>
          <cx:pt idx="46">15</cx:pt>
          <cx:pt idx="47">15</cx:pt>
          <cx:pt idx="48">15</cx:pt>
          <cx:pt idx="49">15</cx:pt>
          <cx:pt idx="50">15</cx:pt>
          <cx:pt idx="51">15</cx:pt>
          <cx:pt idx="52">15</cx:pt>
          <cx:pt idx="53">16</cx:pt>
          <cx:pt idx="54">16</cx:pt>
          <cx:pt idx="55">16</cx:pt>
          <cx:pt idx="56">16</cx:pt>
          <cx:pt idx="57">17</cx:pt>
          <cx:pt idx="58">17</cx:pt>
          <cx:pt idx="59">17</cx:pt>
          <cx:pt idx="60">17</cx:pt>
          <cx:pt idx="61">17</cx:pt>
          <cx:pt idx="62">17</cx:pt>
          <cx:pt idx="63">18</cx:pt>
          <cx:pt idx="64">18</cx:pt>
          <cx:pt idx="65">18</cx:pt>
          <cx:pt idx="66">18</cx:pt>
          <cx:pt idx="67">19</cx:pt>
          <cx:pt idx="68">19</cx:pt>
          <cx:pt idx="69">19</cx:pt>
          <cx:pt idx="70">20</cx:pt>
          <cx:pt idx="71">21</cx:pt>
          <cx:pt idx="72">22</cx:pt>
          <cx:pt idx="73">22</cx:pt>
          <cx:pt idx="74">24</cx:pt>
          <cx:pt idx="75">24</cx:pt>
        </cx:lvl>
      </cx:numDim>
    </cx:data>
  </cx:chartData>
  <cx:chart>
    <cx:title pos="t" align="ctr" overlay="0"/>
    <cx:plotArea>
      <cx:plotAreaRegion>
        <cx:series layoutId="clusteredColumn" uniqueId="{500F2C03-7F88-4CE6-8FEA-BDF072AF7641}">
          <cx:dataId val="0"/>
          <cx:layoutPr>
            <cx:binning intervalClosed="r"/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data id="0">
      <cx:strDim type="cat">
        <cx:lvl ptCount="16">
          <cx:pt idx="0">Blatt 1</cx:pt>
          <cx:pt idx="1">Blatt 2</cx:pt>
          <cx:pt idx="2">Blatt 3</cx:pt>
          <cx:pt idx="3">Blatt 4</cx:pt>
          <cx:pt idx="4">Blatt 5</cx:pt>
          <cx:pt idx="5">Blatt 6</cx:pt>
          <cx:pt idx="6">Blatt 7</cx:pt>
          <cx:pt idx="7">Blatt 8</cx:pt>
          <cx:pt idx="8">Blatt 9</cx:pt>
          <cx:pt idx="9">Blatt 10</cx:pt>
          <cx:pt idx="10">Blatt 11</cx:pt>
          <cx:pt idx="11">Blatt 12</cx:pt>
          <cx:pt idx="12">Blatt 13</cx:pt>
          <cx:pt idx="13">Blatt 14</cx:pt>
          <cx:pt idx="14">Blatt 15</cx:pt>
          <cx:pt idx="15">Blatt 16</cx:pt>
        </cx:lvl>
        <cx:lvl ptCount="16">
          <cx:pt idx="0">Stamm 1</cx:pt>
          <cx:pt idx="1">Stamm 1</cx:pt>
          <cx:pt idx="2">Stamm 1</cx:pt>
          <cx:pt idx="3">Stamm 2</cx:pt>
          <cx:pt idx="4">Stamm 2</cx:pt>
          <cx:pt idx="5">Stamm 2</cx:pt>
          <cx:pt idx="6">Stamm 2</cx:pt>
          <cx:pt idx="7">Stamm 3</cx:pt>
          <cx:pt idx="8">Stamm 3</cx:pt>
          <cx:pt idx="9">Stamm 4</cx:pt>
          <cx:pt idx="10">Stamm 4</cx:pt>
          <cx:pt idx="11">Stamm 5</cx:pt>
          <cx:pt idx="12">Stamm 5</cx:pt>
          <cx:pt idx="13">Stamm 6</cx:pt>
          <cx:pt idx="14">Stamm 6</cx:pt>
          <cx:pt idx="15">Stamm 6</cx:pt>
        </cx:lvl>
        <cx:lvl ptCount="16">
          <cx:pt idx="0">Verzweigung 1</cx:pt>
          <cx:pt idx="1">Verzweigung 1</cx:pt>
          <cx:pt idx="2">Verzweigung 1</cx:pt>
          <cx:pt idx="3">Verzweigung 1</cx:pt>
          <cx:pt idx="4">Verzweigung 1</cx:pt>
          <cx:pt idx="5">Verzweigung 1</cx:pt>
          <cx:pt idx="6">Verzweigung 1</cx:pt>
          <cx:pt idx="7">Verzweigung 2</cx:pt>
          <cx:pt idx="8">Verzweigung 2</cx:pt>
          <cx:pt idx="9">Verzweigung 2</cx:pt>
          <cx:pt idx="10">Verzweigung 2</cx:pt>
          <cx:pt idx="11">Verzweigung 3</cx:pt>
          <cx:pt idx="12">Verzweigung 3</cx:pt>
          <cx:pt idx="13">Verzweigung 3</cx:pt>
          <cx:pt idx="14">Verzweigung 3</cx:pt>
          <cx:pt idx="15">Verzweigung 3</cx:pt>
        </cx:lvl>
      </cx:strDim>
      <cx:numDim type="size"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9</cx:pt>
          <cx:pt idx="7">25</cx:pt>
          <cx:pt idx="8">23</cx:pt>
          <cx:pt idx="9">24</cx:pt>
          <cx:pt idx="10">89</cx:pt>
          <cx:pt idx="11">16</cx:pt>
          <cx:pt idx="12">19</cx:pt>
          <cx:pt idx="13">86</cx:pt>
          <cx:pt idx="14">10</cx:pt>
          <cx:pt idx="15">11</cx:pt>
        </cx:lvl>
      </cx:numDim>
    </cx:data>
  </cx:chartData>
  <cx:chart>
    <cx:title pos="t" align="ctr" overlay="0"/>
    <cx:plotArea>
      <cx:plotAreaRegion>
        <cx:series layoutId="treemap" uniqueId="{A17FE18C-378E-4E27-980D-1EBDA4C73AA2}">
          <cx:dataLabels pos="inEnd"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  <cx:legend pos="t" align="ctr" overlay="0"/>
  </cx:chart>
</cx:chartSpace>
</file>

<file path=ppt/charts/chartEx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data id="0">
      <cx:strDim type="cat">
        <cx:lvl ptCount="16">
          <cx:pt idx="0">Blatt 1</cx:pt>
          <cx:pt idx="1">Blatt 2</cx:pt>
          <cx:pt idx="2">Blatt 3</cx:pt>
          <cx:pt idx="3">Blatt 4</cx:pt>
          <cx:pt idx="4">Blatt 5</cx:pt>
          <cx:pt idx="5"/>
          <cx:pt idx="6"/>
          <cx:pt idx="7">Blatt 8</cx:pt>
          <cx:pt idx="8"/>
          <cx:pt idx="9">Blatt 10</cx:pt>
          <cx:pt idx="10">Blatt 11</cx:pt>
          <cx:pt idx="11">Blatt 12</cx:pt>
          <cx:pt idx="12">Blatt 13</cx:pt>
          <cx:pt idx="13">Blatt 14</cx:pt>
          <cx:pt idx="14">Blatt 15</cx:pt>
          <cx:pt idx="15"/>
        </cx:lvl>
        <cx:lvl ptCount="16">
          <cx:pt idx="0">Stamm 1</cx:pt>
          <cx:pt idx="1">Stamm 1</cx:pt>
          <cx:pt idx="2">Stamm 1</cx:pt>
          <cx:pt idx="3">Stamm 2</cx:pt>
          <cx:pt idx="4">Stamm 2</cx:pt>
          <cx:pt idx="5">Blatt 6</cx:pt>
          <cx:pt idx="6">Blatt 7</cx:pt>
          <cx:pt idx="7">Stamm 3</cx:pt>
          <cx:pt idx="8">Blatt 9</cx:pt>
          <cx:pt idx="9">Stamm 4</cx:pt>
          <cx:pt idx="10">Stamm 4</cx:pt>
          <cx:pt idx="11">Stamm 5</cx:pt>
          <cx:pt idx="12">Stamm 5</cx:pt>
          <cx:pt idx="13">Stamm 6</cx:pt>
          <cx:pt idx="14">Stamm 6</cx:pt>
          <cx:pt idx="15">Blatt 16</cx:pt>
        </cx:lvl>
        <cx:lvl ptCount="16">
          <cx:pt idx="0">Verzweigung 1</cx:pt>
          <cx:pt idx="1">Verzweigung 1</cx:pt>
          <cx:pt idx="2">Verzweigung 1</cx:pt>
          <cx:pt idx="3">Verzweigung 1</cx:pt>
          <cx:pt idx="4">Verzweigung 1</cx:pt>
          <cx:pt idx="5">Verzweigung 1</cx:pt>
          <cx:pt idx="6">Verzweigung 1</cx:pt>
          <cx:pt idx="7">Verzweigung 2</cx:pt>
          <cx:pt idx="8">Verzweigung 2</cx:pt>
          <cx:pt idx="9">Verzweigung 2</cx:pt>
          <cx:pt idx="10">Verzweigung 2</cx:pt>
          <cx:pt idx="11">Verzweigung 3</cx:pt>
          <cx:pt idx="12">Verzweigung 3</cx:pt>
          <cx:pt idx="13">Verzweigung 3</cx:pt>
          <cx:pt idx="14">Verzweigung 3</cx:pt>
          <cx:pt idx="15">Verzweigung 3</cx:pt>
        </cx:lvl>
      </cx:strDim>
      <cx:numDim type="size">
        <cx:lvl ptCount="16" formatCode="General">
          <cx:pt idx="0">22</cx:pt>
          <cx:pt idx="1">12</cx:pt>
          <cx:pt idx="2">18</cx:pt>
          <cx:pt idx="3">87</cx:pt>
          <cx:pt idx="4">88</cx:pt>
          <cx:pt idx="5">17</cx:pt>
          <cx:pt idx="6">14</cx:pt>
          <cx:pt idx="7">25</cx:pt>
          <cx:pt idx="8">16</cx:pt>
          <cx:pt idx="9">24</cx:pt>
          <cx:pt idx="10">89</cx:pt>
          <cx:pt idx="11">16</cx:pt>
          <cx:pt idx="12">19</cx:pt>
          <cx:pt idx="13">86</cx:pt>
          <cx:pt idx="14">23</cx:pt>
          <cx:pt idx="15">21</cx:pt>
        </cx:lvl>
      </cx:numDim>
    </cx:data>
  </cx:chartData>
  <cx:chart>
    <cx:title pos="t" align="ctr" overlay="0"/>
    <cx:plotArea>
      <cx:plotAreaRegion>
        <cx:series layoutId="sunburst" uniqueId="{A36EAA78-1311-4440-A8A5-DE305F22CDDB}">
          <cx:dataLabels pos="ctr">
            <cx:visibility seriesName="0" categoryName="1" value="0"/>
          </cx:dataLabels>
          <cx:dataId val="0"/>
        </cx:series>
      </cx:plotAreaRegion>
    </cx:plotArea>
  </cx:chart>
</cx:chartSpace>
</file>

<file path=ppt/charts/chartEx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data id="0">
      <cx:strDim type="cat">
        <cx:lvl ptCount="22">
          <cx:pt idx="0">Kategorie 1</cx:pt>
          <cx:pt idx="1">Kategorie 1</cx:pt>
          <cx:pt idx="2">Kategorie 1</cx:pt>
          <cx:pt idx="3">Kategorie 1</cx:pt>
          <cx:pt idx="4">Kategorie 1</cx:pt>
          <cx:pt idx="5">Kategorie 1</cx:pt>
          <cx:pt idx="6">Kategorie 1</cx:pt>
          <cx:pt idx="7">Kategorie 1</cx:pt>
          <cx:pt idx="8">Kategorie 1</cx:pt>
          <cx:pt idx="9">Kategorie 2</cx:pt>
          <cx:pt idx="10">Kategorie 2</cx:pt>
          <cx:pt idx="11">Kategorie 2</cx:pt>
          <cx:pt idx="12">Kategorie 2</cx:pt>
          <cx:pt idx="13">Kategorie 2</cx:pt>
          <cx:pt idx="14">Kategorie 2</cx:pt>
          <cx:pt idx="15">Kategorie 2</cx:pt>
          <cx:pt idx="16">Kategorie 3</cx:pt>
          <cx:pt idx="17">Kategorie 3</cx:pt>
          <cx:pt idx="18">Kategorie 3</cx:pt>
          <cx:pt idx="19">Kategorie 3</cx:pt>
          <cx:pt idx="20">Kategorie 3</cx:pt>
          <cx:pt idx="21">Kategorie 3</cx:pt>
        </cx:lvl>
      </cx:strDim>
      <cx:numDim type="val">
        <cx:lvl ptCount="22" formatCode="General">
          <cx:pt idx="0">-7</cx:pt>
          <cx:pt idx="1">-10</cx:pt>
          <cx:pt idx="2">-28</cx:pt>
          <cx:pt idx="3">47</cx:pt>
          <cx:pt idx="4">11</cx:pt>
          <cx:pt idx="5">-24</cx:pt>
          <cx:pt idx="6">-24</cx:pt>
          <cx:pt idx="7">36</cx:pt>
          <cx:pt idx="8">10</cx:pt>
          <cx:pt idx="9">-78</cx:pt>
          <cx:pt idx="10">47</cx:pt>
          <cx:pt idx="11">-24</cx:pt>
          <cx:pt idx="12">-17</cx:pt>
          <cx:pt idx="13">-12</cx:pt>
          <cx:pt idx="14">-11</cx:pt>
          <cx:pt idx="15">17</cx:pt>
          <cx:pt idx="16">14</cx:pt>
          <cx:pt idx="17">46</cx:pt>
          <cx:pt idx="18">-18</cx:pt>
          <cx:pt idx="19">19</cx:pt>
          <cx:pt idx="20">-26</cx:pt>
          <cx:pt idx="21">-20</cx:pt>
        </cx:lvl>
      </cx:numDim>
    </cx:data>
    <cx:data id="1">
      <cx:strDim type="cat">
        <cx:lvl ptCount="22">
          <cx:pt idx="0">Kategorie 1</cx:pt>
          <cx:pt idx="1">Kategorie 1</cx:pt>
          <cx:pt idx="2">Kategorie 1</cx:pt>
          <cx:pt idx="3">Kategorie 1</cx:pt>
          <cx:pt idx="4">Kategorie 1</cx:pt>
          <cx:pt idx="5">Kategorie 1</cx:pt>
          <cx:pt idx="6">Kategorie 1</cx:pt>
          <cx:pt idx="7">Kategorie 1</cx:pt>
          <cx:pt idx="8">Kategorie 1</cx:pt>
          <cx:pt idx="9">Kategorie 2</cx:pt>
          <cx:pt idx="10">Kategorie 2</cx:pt>
          <cx:pt idx="11">Kategorie 2</cx:pt>
          <cx:pt idx="12">Kategorie 2</cx:pt>
          <cx:pt idx="13">Kategorie 2</cx:pt>
          <cx:pt idx="14">Kategorie 2</cx:pt>
          <cx:pt idx="15">Kategorie 2</cx:pt>
          <cx:pt idx="16">Kategorie 3</cx:pt>
          <cx:pt idx="17">Kategorie 3</cx:pt>
          <cx:pt idx="18">Kategorie 3</cx:pt>
          <cx:pt idx="19">Kategorie 3</cx:pt>
          <cx:pt idx="20">Kategorie 3</cx:pt>
          <cx:pt idx="21">Kategorie 3</cx:pt>
        </cx:lvl>
      </cx:strDim>
      <cx:numDim type="val">
        <cx:lvl ptCount="22" formatCode="General">
          <cx:pt idx="0">-3</cx:pt>
          <cx:pt idx="1">1</cx:pt>
          <cx:pt idx="2">-6</cx:pt>
          <cx:pt idx="3">10</cx:pt>
          <cx:pt idx="4">34</cx:pt>
          <cx:pt idx="5">128</cx:pt>
          <cx:pt idx="6">22</cx:pt>
          <cx:pt idx="7">-12</cx:pt>
          <cx:pt idx="8">-28</cx:pt>
          <cx:pt idx="9">6</cx:pt>
          <cx:pt idx="10">31</cx:pt>
          <cx:pt idx="11">3</cx:pt>
          <cx:pt idx="12">12</cx:pt>
          <cx:pt idx="13">-12</cx:pt>
          <cx:pt idx="14">-13</cx:pt>
          <cx:pt idx="15">6</cx:pt>
          <cx:pt idx="16">15</cx:pt>
          <cx:pt idx="17">41</cx:pt>
          <cx:pt idx="18">16</cx:pt>
          <cx:pt idx="19">10</cx:pt>
          <cx:pt idx="20">23</cx:pt>
          <cx:pt idx="21">16</cx:pt>
        </cx:lvl>
      </cx:numDim>
    </cx:data>
    <cx:data id="2">
      <cx:strDim type="cat">
        <cx:lvl ptCount="22">
          <cx:pt idx="0">Kategorie 1</cx:pt>
          <cx:pt idx="1">Kategorie 1</cx:pt>
          <cx:pt idx="2">Kategorie 1</cx:pt>
          <cx:pt idx="3">Kategorie 1</cx:pt>
          <cx:pt idx="4">Kategorie 1</cx:pt>
          <cx:pt idx="5">Kategorie 1</cx:pt>
          <cx:pt idx="6">Kategorie 1</cx:pt>
          <cx:pt idx="7">Kategorie 1</cx:pt>
          <cx:pt idx="8">Kategorie 1</cx:pt>
          <cx:pt idx="9">Kategorie 2</cx:pt>
          <cx:pt idx="10">Kategorie 2</cx:pt>
          <cx:pt idx="11">Kategorie 2</cx:pt>
          <cx:pt idx="12">Kategorie 2</cx:pt>
          <cx:pt idx="13">Kategorie 2</cx:pt>
          <cx:pt idx="14">Kategorie 2</cx:pt>
          <cx:pt idx="15">Kategorie 2</cx:pt>
          <cx:pt idx="16">Kategorie 3</cx:pt>
          <cx:pt idx="17">Kategorie 3</cx:pt>
          <cx:pt idx="18">Kategorie 3</cx:pt>
          <cx:pt idx="19">Kategorie 3</cx:pt>
          <cx:pt idx="20">Kategorie 3</cx:pt>
          <cx:pt idx="21">Kategorie 3</cx:pt>
        </cx:lvl>
      </cx:strDim>
      <cx:numDim type="val">
        <cx:lvl ptCount="22" formatCode="General">
          <cx:pt idx="0">-24</cx:pt>
          <cx:pt idx="1">11</cx:pt>
          <cx:pt idx="2">34</cx:pt>
          <cx:pt idx="3">-19</cx:pt>
          <cx:pt idx="4">4</cx:pt>
          <cx:pt idx="5">27</cx:pt>
          <cx:pt idx="6">27</cx:pt>
          <cx:pt idx="7">-3</cx:pt>
          <cx:pt idx="8">44</cx:pt>
          <cx:pt idx="9">50</cx:pt>
          <cx:pt idx="10">91</cx:pt>
          <cx:pt idx="11">-8</cx:pt>
          <cx:pt idx="12">36</cx:pt>
          <cx:pt idx="13">16</cx:pt>
          <cx:pt idx="14">24</cx:pt>
          <cx:pt idx="15">46</cx:pt>
          <cx:pt idx="16">14</cx:pt>
          <cx:pt idx="17">-6</cx:pt>
          <cx:pt idx="18">48</cx:pt>
          <cx:pt idx="19">23</cx:pt>
          <cx:pt idx="20">23</cx:pt>
          <cx:pt idx="21">-18</cx:pt>
        </cx:lvl>
      </cx:numDim>
    </cx:data>
  </cx:chartData>
  <cx:chart>
    <cx:title pos="t" align="ctr" overlay="0"/>
    <cx:plotArea>
      <cx:plotAreaRegion>
        <cx:series layoutId="boxWhisker" uniqueId="{C5BBAB38-5533-42C1-949A-728F6BFBE7EF}"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B5195A0C-DCF0-4F75-A79F-1C7E56D8AB5D}">
          <cx:dataId val="1"/>
          <cx:layoutPr>
            <cx:visibility meanLine="0" meanMarker="1" nonoutliers="0" outliers="1"/>
            <cx:statistics quartileMethod="exclusive"/>
          </cx:layoutPr>
        </cx:series>
        <cx:series layoutId="boxWhisker" uniqueId="{E7C60E20-4E9B-4B59-A836-C4F67A05BFAB}">
          <cx:dataId val="2"/>
          <cx:layoutPr>
            <cx:visibility meanLine="0" meanMarker="1" nonoutliers="0" outliers="1"/>
            <cx:statistics quartileMethod="exclusive"/>
          </cx:layoutPr>
        </cx:series>
      </cx:plotAreaRegion>
      <cx:axis id="0">
        <cx:catScaling gapWidth="1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2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3.xml><?xml version="1.0" encoding="utf-8"?>
<cs:chartStyle xmlns:cs="http://schemas.microsoft.com/office/drawing/2012/chartStyle" xmlns:a="http://schemas.openxmlformats.org/drawingml/2006/main" id="38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14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D79572-4484-832F-04F5-AD233E3A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831EC8-7CD5-3BB4-8B6E-EAFF871536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349E78-6A1F-6B68-C6D6-0C283CD0D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107DE2-823A-5C2C-DB4D-0F7212791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C504D7-35B3-7119-9C33-0092F816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6480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6FB668-967E-3A14-B917-7820B8816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8EA57-1460-E682-DE11-0BC509532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A00708-FCF2-255D-5D93-4CAB191D2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172218-8C27-9EEC-DE5B-9F7006C05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F954FF-A756-F27B-7396-701380A4D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2909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B07E5-48E5-B152-932C-9CC5FE628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AA94BA-A8C7-49C6-A9FE-FB5B26618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F18CC6-006D-916C-2C1E-25EB81B6A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C2C0E8-1227-4E6A-200B-DCF258FBE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E11DEC-B207-8061-DBCF-5ADC69827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5397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A075D-F507-93BC-98AA-F419FC022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B8EECF-3ABB-84B8-8746-F99F47822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0570072-4B08-908A-24C1-D9C57F8816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35ECBB-5631-7A13-04DF-01D9B967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9C2659-3495-026A-DE9E-F5D8E0E0B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311C13A-2CFA-DC7F-0F08-D10EFBBE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134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71400-2E77-08D4-AEEE-6AD64E44F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F33B3C-D587-0DEF-9F8A-610E947A0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1491D96-A7C3-DEBF-D97C-DC7307429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BC47E78-80DC-6E40-02C2-02139C552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0BED3C5-8DF8-910F-0D97-0C2658042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BC6CEB7-F1BF-B245-D331-6EDCFCD11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737969A-714E-3412-8B7C-6FAEAFBB6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782E7F6-6DD5-9BB8-6F22-CF9EFF8C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0888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8CFD13-F89A-FB8B-A747-A5E60BFC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B6F3AE-E248-0EFC-0558-DD2652F3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998BEC5-7DF0-9035-1A82-DC710952A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391EC4-9317-7390-70DF-495E4A3B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77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1291723-3B65-ADB5-D586-DF42AA81F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1C784B-4E64-4077-7E59-FAC8CADDA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443F46-3915-143F-7276-CDD5FB24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055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27C150-CAE0-6F8C-7D69-80665753E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A54A18-5226-100F-AFF5-1FAD1F6C8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979E677-754F-367E-F157-EABAA64234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D0D80D0-7D7F-BCC5-2F61-8E6CD0BB2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848E5D-8D61-BF9F-A854-1AE0F62AC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C7B05C6-52D2-7508-2F15-76C09826E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7659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9DEC9A-0D4F-B3DD-128E-29DBE6127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5ADD9D5-B493-C4A3-D32B-A66B447306F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B7ABD2-E8FE-FA5A-FF3D-51EB8E7508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E69214-52A9-DB1B-3A2D-95B765609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7765F0-BF3D-41A7-0AB3-F3BE9577F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EECA688-09C2-120B-5240-72121090B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122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8ADBC-CD4C-3482-EE93-ACDD7EF0C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5532E5-76AF-758F-64E3-1969AB7089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B97DCD-0279-49F2-74DD-DAB150A17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832909-9FBA-D0F5-20FD-494F60856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17EC71-A382-9BD5-F6B3-A6EC6826F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4477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C76CF15-D22C-B1F4-EBE4-8E74DBDD5D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745CF96-6DBB-3633-77AB-1E5F5D0094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96C7CA-E2CC-B7C8-06C0-6440430B5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6794F9-1DE7-06A4-91E9-B65DA4E1E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78C0D1-1677-8664-49B9-8E6E5550E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1924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B17DC92-218A-B71C-708A-A3DFE7251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796F98-FADB-7E15-54E9-C58DD954B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A76F21-5AE6-437F-B53D-828E5C6AA4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0D6D3C-F920-4A3C-B787-1F3E94045D6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CA72CF-59A4-6A70-5224-FE203A0DF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CA2A17-0884-24D4-6DFE-E81BD6B09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894DF6-4592-44C9-97EF-4B210170B4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8071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6.xml"/><Relationship Id="rId6" Type="http://schemas.microsoft.com/office/2014/relationships/chartEx" Target="../charts/chartEx3.xml"/><Relationship Id="rId5" Type="http://schemas.openxmlformats.org/officeDocument/2006/relationships/image" Target="../media/image2.png"/><Relationship Id="rId4" Type="http://schemas.microsoft.com/office/2014/relationships/chartEx" Target="../charts/chartEx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microsoft.com/office/2014/relationships/chartEx" Target="../charts/chartEx4.xml"/><Relationship Id="rId1" Type="http://schemas.openxmlformats.org/officeDocument/2006/relationships/slideLayout" Target="../slideLayouts/slideLayout6.xml"/><Relationship Id="rId6" Type="http://schemas.microsoft.com/office/2014/relationships/chartEx" Target="../charts/chartEx6.xml"/><Relationship Id="rId5" Type="http://schemas.openxmlformats.org/officeDocument/2006/relationships/image" Target="../media/image5.png"/><Relationship Id="rId4" Type="http://schemas.microsoft.com/office/2014/relationships/chartEx" Target="../charts/chartEx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D7D81-9D0C-A495-678D-2DC7CB812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Radar and filled radar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5BE7E4EC-5931-88A2-D28D-47699F026F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122339"/>
              </p:ext>
            </p:extLst>
          </p:nvPr>
        </p:nvGraphicFramePr>
        <p:xfrm>
          <a:off x="508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80B41AAA-A2C2-5170-3C8A-DEED070590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2808018"/>
              </p:ext>
            </p:extLst>
          </p:nvPr>
        </p:nvGraphicFramePr>
        <p:xfrm>
          <a:off x="6223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422871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C6A413-9638-6F4B-A296-80633792D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Stock charts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C5663641-E8C4-307E-E7CE-032E246CA54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9581489"/>
              </p:ext>
            </p:extLst>
          </p:nvPr>
        </p:nvGraphicFramePr>
        <p:xfrm>
          <a:off x="508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6A096D50-1F92-DCF4-AB38-E2C8D5ECB3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878281"/>
              </p:ext>
            </p:extLst>
          </p:nvPr>
        </p:nvGraphicFramePr>
        <p:xfrm>
          <a:off x="6223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23952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AF4646-A1B2-6D32-1C30-CFC17E556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Contour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CF164ABF-8EE0-0B97-7D9C-EFC600524F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3705708"/>
              </p:ext>
            </p:extLst>
          </p:nvPr>
        </p:nvGraphicFramePr>
        <p:xfrm>
          <a:off x="1016000" y="1524000"/>
          <a:ext cx="10160000" cy="50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01037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FF7FF3-EC60-ECDF-D57D-859514AD5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Trendline and error bars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D75BB32D-01C4-8C14-459A-C285A39FA0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8179472"/>
              </p:ext>
            </p:extLst>
          </p:nvPr>
        </p:nvGraphicFramePr>
        <p:xfrm>
          <a:off x="508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F4348A9-AAF5-4836-F25C-B0AD9CE4F8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7686721"/>
              </p:ext>
            </p:extLst>
          </p:nvPr>
        </p:nvGraphicFramePr>
        <p:xfrm>
          <a:off x="6223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96539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B1ED9-C340-6BFB-A278-FB9B1D4CE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 table and bubbles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59D70646-AB03-B19A-640E-B544C2D2CD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5807593"/>
              </p:ext>
            </p:extLst>
          </p:nvPr>
        </p:nvGraphicFramePr>
        <p:xfrm>
          <a:off x="508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8C702D9A-2559-1D29-AAAF-63665E4CAC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4522263"/>
              </p:ext>
            </p:extLst>
          </p:nvPr>
        </p:nvGraphicFramePr>
        <p:xfrm>
          <a:off x="6223000" y="1524000"/>
          <a:ext cx="5461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43447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57C53B-6CBE-6B52-07D0-AA7F40654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Waterfall, funnel and histogram</a:t>
            </a:r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3" name="Diagramm 2">
                <a:extLst>
                  <a:ext uri="{FF2B5EF4-FFF2-40B4-BE49-F238E27FC236}">
                    <a16:creationId xmlns:a16="http://schemas.microsoft.com/office/drawing/2014/main" id="{463F2ABD-81AE-7781-8328-DA1278F56C0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79423131"/>
                  </p:ext>
                </p:extLst>
              </p:nvPr>
            </p:nvGraphicFramePr>
            <p:xfrm>
              <a:off x="254000" y="1524000"/>
              <a:ext cx="3810000" cy="4953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3" name="Diagramm 2">
                <a:extLst>
                  <a:ext uri="{FF2B5EF4-FFF2-40B4-BE49-F238E27FC236}">
                    <a16:creationId xmlns:a16="http://schemas.microsoft.com/office/drawing/2014/main" id="{463F2ABD-81AE-7781-8328-DA1278F56C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4000" y="1524000"/>
                <a:ext cx="3810000" cy="49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2="http://schemas.microsoft.com/office/drawing/2015/10/21/chartex" Requires="cx2">
          <p:graphicFrame>
            <p:nvGraphicFramePr>
              <p:cNvPr id="4" name="Diagramm 3">
                <a:extLst>
                  <a:ext uri="{FF2B5EF4-FFF2-40B4-BE49-F238E27FC236}">
                    <a16:creationId xmlns:a16="http://schemas.microsoft.com/office/drawing/2014/main" id="{B744F78E-3486-1911-1BCC-9BEE726AD87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047115379"/>
                  </p:ext>
                </p:extLst>
              </p:nvPr>
            </p:nvGraphicFramePr>
            <p:xfrm>
              <a:off x="4191000" y="1524000"/>
              <a:ext cx="3810000" cy="4953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4" name="Diagramm 3">
                <a:extLst>
                  <a:ext uri="{FF2B5EF4-FFF2-40B4-BE49-F238E27FC236}">
                    <a16:creationId xmlns:a16="http://schemas.microsoft.com/office/drawing/2014/main" id="{B744F78E-3486-1911-1BCC-9BEE726AD87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1000" y="1524000"/>
                <a:ext cx="3810000" cy="49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5" name="Diagramm 4">
                <a:extLst>
                  <a:ext uri="{FF2B5EF4-FFF2-40B4-BE49-F238E27FC236}">
                    <a16:creationId xmlns:a16="http://schemas.microsoft.com/office/drawing/2014/main" id="{E3E62ED1-EB50-CDC3-686A-9AB441F5E32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51627858"/>
                  </p:ext>
                </p:extLst>
              </p:nvPr>
            </p:nvGraphicFramePr>
            <p:xfrm>
              <a:off x="8128000" y="1524000"/>
              <a:ext cx="3810000" cy="4953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>
          <p:pic>
            <p:nvPicPr>
              <p:cNvPr id="5" name="Diagramm 4">
                <a:extLst>
                  <a:ext uri="{FF2B5EF4-FFF2-40B4-BE49-F238E27FC236}">
                    <a16:creationId xmlns:a16="http://schemas.microsoft.com/office/drawing/2014/main" id="{E3E62ED1-EB50-CDC3-686A-9AB441F5E32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28000" y="1524000"/>
                <a:ext cx="3810000" cy="495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40435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F72264-D15C-9985-438F-3DEE76CB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Treemap, sunburst and box and whisker</a:t>
            </a:r>
            <a:endParaRPr lang="de-DE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3" name="Diagramm 2">
                <a:extLst>
                  <a:ext uri="{FF2B5EF4-FFF2-40B4-BE49-F238E27FC236}">
                    <a16:creationId xmlns:a16="http://schemas.microsoft.com/office/drawing/2014/main" id="{F7FB91B2-125F-7FEF-F5B6-ABF77474187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78331701"/>
                  </p:ext>
                </p:extLst>
              </p:nvPr>
            </p:nvGraphicFramePr>
            <p:xfrm>
              <a:off x="254000" y="1524000"/>
              <a:ext cx="3810000" cy="4953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3" name="Diagramm 2">
                <a:extLst>
                  <a:ext uri="{FF2B5EF4-FFF2-40B4-BE49-F238E27FC236}">
                    <a16:creationId xmlns:a16="http://schemas.microsoft.com/office/drawing/2014/main" id="{F7FB91B2-125F-7FEF-F5B6-ABF7747418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4000" y="1524000"/>
                <a:ext cx="3810000" cy="49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4" name="Diagramm 3">
                <a:extLst>
                  <a:ext uri="{FF2B5EF4-FFF2-40B4-BE49-F238E27FC236}">
                    <a16:creationId xmlns:a16="http://schemas.microsoft.com/office/drawing/2014/main" id="{25DE527E-BBE0-822B-F9AC-FC99991A184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56194906"/>
                  </p:ext>
                </p:extLst>
              </p:nvPr>
            </p:nvGraphicFramePr>
            <p:xfrm>
              <a:off x="4191000" y="1524000"/>
              <a:ext cx="3810000" cy="4953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4" name="Diagramm 3">
                <a:extLst>
                  <a:ext uri="{FF2B5EF4-FFF2-40B4-BE49-F238E27FC236}">
                    <a16:creationId xmlns:a16="http://schemas.microsoft.com/office/drawing/2014/main" id="{25DE527E-BBE0-822B-F9AC-FC99991A18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1000" y="1524000"/>
                <a:ext cx="3810000" cy="49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5" name="Diagramm 4">
                <a:extLst>
                  <a:ext uri="{FF2B5EF4-FFF2-40B4-BE49-F238E27FC236}">
                    <a16:creationId xmlns:a16="http://schemas.microsoft.com/office/drawing/2014/main" id="{AD2338B7-F807-A91E-E4AE-181C6D0C1D5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74409296"/>
                  </p:ext>
                </p:extLst>
              </p:nvPr>
            </p:nvGraphicFramePr>
            <p:xfrm>
              <a:off x="8128000" y="1524000"/>
              <a:ext cx="3810000" cy="49530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>
          <p:pic>
            <p:nvPicPr>
              <p:cNvPr id="5" name="Diagramm 4">
                <a:extLst>
                  <a:ext uri="{FF2B5EF4-FFF2-40B4-BE49-F238E27FC236}">
                    <a16:creationId xmlns:a16="http://schemas.microsoft.com/office/drawing/2014/main" id="{AD2338B7-F807-A91E-E4AE-181C6D0C1D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128000" y="1524000"/>
                <a:ext cx="3810000" cy="495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6094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Office PowerPoint</Application>
  <PresentationFormat>Benutzerdefiniert</PresentationFormat>
  <Paragraphs>13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Radar and filled radar</vt:lpstr>
      <vt:lpstr>Stock charts</vt:lpstr>
      <vt:lpstr>Contour</vt:lpstr>
      <vt:lpstr>Trendline and error bars</vt:lpstr>
      <vt:lpstr>Data table and bubbles</vt:lpstr>
      <vt:lpstr>Waterfall, funnel and histogram</vt:lpstr>
      <vt:lpstr>Treemap, sunburst and box and whisker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2026-10-08T13:29:54Z</dcterms:created>
  <dcterms:modified xsi:type="dcterms:W3CDTF">2026-10-08T13:29:54Z</dcterms:modified>
</cp:coreProperties>
</file>