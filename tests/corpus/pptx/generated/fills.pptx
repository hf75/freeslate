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6BAC33-30FA-ABE8-C6CF-28143525CD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657613-E256-34BD-21F2-50CCC6993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0441F4-BE59-402C-7774-90B4858D7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C21399-1848-E400-DE59-63FCCB443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35A82A-22AE-FE7F-B0F2-A0E8A5903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2650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129A45-9D7E-9FDA-51C5-C162C5A2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339F79-F8B8-A8C9-4B66-69DE20D83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AE8E703-85C7-9D38-9A64-BDA0A79D2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C5DB37-C724-4AA3-E14F-BBA8AD6C0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C64202-DBCB-DCDA-9CBE-1887936C3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2184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80E4E4-B212-D327-2731-4321C5697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958BBB-7F93-2F12-3018-C22C2FC9D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FC65DC-DF05-A262-99A2-F80C9AA20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52B324C-BCDF-C9E9-572D-08D638EC1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780639-1FC0-EC23-717F-301209BE6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3195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139675-34C0-C749-61FC-A954743C6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ED479-A373-D578-46A1-C5D7885273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4E4DD1-18A1-3D93-C206-0E2D7605E9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4502860-F646-F75C-0F09-6E6030893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23FB498-0AF5-1E60-3DEC-CFBDABA2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CD3C276-B45C-93CA-19D1-C66E21DEA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7812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4013E2-CFBD-439C-8DF2-4040C3351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65B703F-EA65-BF65-3A44-A6BFA9433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67C47B-770E-57BC-FC9A-E28D32B3E8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DDC3FDF-7F48-10D1-8D81-58AE1EC9C6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D71DB11-12D7-1962-5C86-A7976EE4AB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D42DD2C-4482-E118-4173-805F81112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4FFD75C-AC4A-CDC3-3EB7-9ACD37770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7198FC1-ACEF-0E38-F21E-EB66F0E38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3984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D8839-A255-B997-EDB4-631D1D45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8A5E5C-5DC2-186D-0C53-AA1B0AA01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5DB377-4EE2-8D0C-5AEB-18A09020B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66AF807-21B5-4646-3004-E1C46BD0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298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526E5F4-B602-0520-B07F-8AE77E650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1E542A-095A-2367-99F1-6FB0B6DC0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A3094A-7F0C-C8F2-BC85-CE659864F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046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8BA1DB-D9B3-E4FA-C50A-A86DD9355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AA0810-D91E-FAE0-8221-B55E7BA00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803458-924D-8329-E19A-373DE2BC8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CFB225-D5E6-B927-469D-C91EAA824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A3C1B9E-C516-9F9A-861E-5C3A48E24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2D4449-8625-0000-9090-2A7F09D39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8552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06B355-8B99-C7C3-63AA-9533525B8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6684AF6-7021-4727-D1F6-0F2160FC0E4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817E93-E27E-BF49-2FF2-2128F2D52A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0737088-C267-3DFB-5DE2-8C715AEE2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90C5CB9-8FFA-B9A9-AB13-5213DDFDA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4B61698-BB3F-B2FF-8932-AF3E4CC3F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684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8B9769-31E2-FE61-9ECF-F0499E860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BAD479C-2633-7114-7802-6732B748D7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6E5833-568E-14D7-AC4B-F0554566C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B9AC47-91EA-0CF5-DD2B-F11B4B53B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74E4D-33FC-E588-7288-5C5F515F9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1403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928DC48-46C4-9578-0C98-DCD2547D20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90E577B-2DFF-8219-DB22-B43A4A9EE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498017-685A-3A47-E804-016973AA1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6EE525-07B8-7F0D-2482-FB5BFC83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6718C9-8A6E-08A2-25F6-4A8CE5FD9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1383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837E1D-687D-8C4B-BBBF-96631C765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D17A5D3-3E07-6396-4E23-CFD17261B3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55BF6F-6D76-CE73-04D4-EBA8205ABF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E8B028-C60C-46BB-9FC8-7AE2B990A96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077CED-F3C6-1210-3B16-1EF395BBE2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0CA6E6-759B-C3B8-01D4-20F622CD3D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758E45-F88A-44E4-B551-174347A5E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565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58FBF4F-8CE0-CB45-A53E-C75FCE69D5CF}"/>
              </a:ext>
            </a:extLst>
          </p:cNvPr>
          <p:cNvSpPr/>
          <p:nvPr/>
        </p:nvSpPr>
        <p:spPr>
          <a:xfrm>
            <a:off x="508000" y="508000"/>
            <a:ext cx="1524000" cy="1651000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897D4AA-0808-DD62-C44D-6C05CCC0C70E}"/>
              </a:ext>
            </a:extLst>
          </p:cNvPr>
          <p:cNvSpPr/>
          <p:nvPr/>
        </p:nvSpPr>
        <p:spPr>
          <a:xfrm>
            <a:off x="508000" y="2540000"/>
            <a:ext cx="1524000" cy="1651000"/>
          </a:xfrm>
          <a:prstGeom prst="rect">
            <a:avLst/>
          </a:prstGeom>
          <a:solidFill>
            <a:srgbClr val="C0000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F054122-5B01-CDC5-1D94-4460326E6415}"/>
              </a:ext>
            </a:extLst>
          </p:cNvPr>
          <p:cNvSpPr/>
          <p:nvPr/>
        </p:nvSpPr>
        <p:spPr>
          <a:xfrm>
            <a:off x="508000" y="4572000"/>
            <a:ext cx="1524000" cy="1651000"/>
          </a:xfrm>
          <a:prstGeom prst="rect">
            <a:avLst/>
          </a:prstGeom>
          <a:solidFill>
            <a:srgbClr val="C0000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684AE02-F8BB-F4A6-FD54-504A63FAD1FD}"/>
              </a:ext>
            </a:extLst>
          </p:cNvPr>
          <p:cNvSpPr/>
          <p:nvPr/>
        </p:nvSpPr>
        <p:spPr>
          <a:xfrm>
            <a:off x="2413000" y="508000"/>
            <a:ext cx="1524000" cy="1651000"/>
          </a:xfrm>
          <a:prstGeom prst="rect">
            <a:avLst/>
          </a:prstGeom>
          <a:solidFill>
            <a:srgbClr val="007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7A6664F-F0C6-3113-B8CF-E5E337145349}"/>
              </a:ext>
            </a:extLst>
          </p:cNvPr>
          <p:cNvSpPr/>
          <p:nvPr/>
        </p:nvSpPr>
        <p:spPr>
          <a:xfrm>
            <a:off x="2413000" y="2540000"/>
            <a:ext cx="1524000" cy="1651000"/>
          </a:xfrm>
          <a:prstGeom prst="rect">
            <a:avLst/>
          </a:prstGeom>
          <a:solidFill>
            <a:srgbClr val="0070C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D323B91-3027-EEC0-D96F-7E25BD6DDD49}"/>
              </a:ext>
            </a:extLst>
          </p:cNvPr>
          <p:cNvSpPr/>
          <p:nvPr/>
        </p:nvSpPr>
        <p:spPr>
          <a:xfrm>
            <a:off x="2413000" y="4572000"/>
            <a:ext cx="1524000" cy="1651000"/>
          </a:xfrm>
          <a:prstGeom prst="rect">
            <a:avLst/>
          </a:prstGeom>
          <a:solidFill>
            <a:srgbClr val="0070C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897F1D0-2547-11BB-CF37-EA61155A7D00}"/>
              </a:ext>
            </a:extLst>
          </p:cNvPr>
          <p:cNvSpPr/>
          <p:nvPr/>
        </p:nvSpPr>
        <p:spPr>
          <a:xfrm>
            <a:off x="4318000" y="508000"/>
            <a:ext cx="1524000" cy="1651000"/>
          </a:xfrm>
          <a:prstGeom prst="rect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7942A75-F0E6-DCB5-186A-D05085298873}"/>
              </a:ext>
            </a:extLst>
          </p:cNvPr>
          <p:cNvSpPr/>
          <p:nvPr/>
        </p:nvSpPr>
        <p:spPr>
          <a:xfrm>
            <a:off x="4318000" y="2540000"/>
            <a:ext cx="1524000" cy="1651000"/>
          </a:xfrm>
          <a:prstGeom prst="rect">
            <a:avLst/>
          </a:prstGeom>
          <a:solidFill>
            <a:srgbClr val="00B05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4AEA050-B8BA-30D2-4062-23A26FF6A221}"/>
              </a:ext>
            </a:extLst>
          </p:cNvPr>
          <p:cNvSpPr/>
          <p:nvPr/>
        </p:nvSpPr>
        <p:spPr>
          <a:xfrm>
            <a:off x="4318000" y="4572000"/>
            <a:ext cx="1524000" cy="1651000"/>
          </a:xfrm>
          <a:prstGeom prst="rect">
            <a:avLst/>
          </a:prstGeom>
          <a:solidFill>
            <a:srgbClr val="00B05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5687053-7184-9169-4349-576896ADD8FE}"/>
              </a:ext>
            </a:extLst>
          </p:cNvPr>
          <p:cNvSpPr/>
          <p:nvPr/>
        </p:nvSpPr>
        <p:spPr>
          <a:xfrm>
            <a:off x="6223000" y="508000"/>
            <a:ext cx="1524000" cy="1651000"/>
          </a:xfrm>
          <a:prstGeom prst="rect">
            <a:avLst/>
          </a:prstGeom>
          <a:solidFill>
            <a:srgbClr val="FFC0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D2672E9-4DF1-5354-29BC-AB414CB0127D}"/>
              </a:ext>
            </a:extLst>
          </p:cNvPr>
          <p:cNvSpPr/>
          <p:nvPr/>
        </p:nvSpPr>
        <p:spPr>
          <a:xfrm>
            <a:off x="6223000" y="2540000"/>
            <a:ext cx="1524000" cy="1651000"/>
          </a:xfrm>
          <a:prstGeom prst="rect">
            <a:avLst/>
          </a:prstGeom>
          <a:solidFill>
            <a:srgbClr val="FFC00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804B15C-0324-C604-27B5-527D4F378152}"/>
              </a:ext>
            </a:extLst>
          </p:cNvPr>
          <p:cNvSpPr/>
          <p:nvPr/>
        </p:nvSpPr>
        <p:spPr>
          <a:xfrm>
            <a:off x="6223000" y="4572000"/>
            <a:ext cx="1524000" cy="1651000"/>
          </a:xfrm>
          <a:prstGeom prst="rect">
            <a:avLst/>
          </a:prstGeom>
          <a:solidFill>
            <a:srgbClr val="FFC00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F5C9A7A-1A4C-56AB-10F7-5B0D839E2B50}"/>
              </a:ext>
            </a:extLst>
          </p:cNvPr>
          <p:cNvSpPr/>
          <p:nvPr/>
        </p:nvSpPr>
        <p:spPr>
          <a:xfrm>
            <a:off x="8128000" y="508000"/>
            <a:ext cx="1524000" cy="1651000"/>
          </a:xfrm>
          <a:prstGeom prst="rect">
            <a:avLst/>
          </a:prstGeom>
          <a:solidFill>
            <a:srgbClr val="7030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9994F7F6-6658-C58D-C079-C60F639E9D44}"/>
              </a:ext>
            </a:extLst>
          </p:cNvPr>
          <p:cNvSpPr/>
          <p:nvPr/>
        </p:nvSpPr>
        <p:spPr>
          <a:xfrm>
            <a:off x="8128000" y="2540000"/>
            <a:ext cx="1524000" cy="1651000"/>
          </a:xfrm>
          <a:prstGeom prst="rect">
            <a:avLst/>
          </a:prstGeom>
          <a:solidFill>
            <a:srgbClr val="7030A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0EA2EA2-0275-F0EF-267A-DB09D52879A1}"/>
              </a:ext>
            </a:extLst>
          </p:cNvPr>
          <p:cNvSpPr/>
          <p:nvPr/>
        </p:nvSpPr>
        <p:spPr>
          <a:xfrm>
            <a:off x="8128000" y="4572000"/>
            <a:ext cx="1524000" cy="1651000"/>
          </a:xfrm>
          <a:prstGeom prst="rect">
            <a:avLst/>
          </a:prstGeom>
          <a:solidFill>
            <a:srgbClr val="7030A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665D23C-55BF-F799-6B13-B17A1E8F5EC2}"/>
              </a:ext>
            </a:extLst>
          </p:cNvPr>
          <p:cNvSpPr/>
          <p:nvPr/>
        </p:nvSpPr>
        <p:spPr>
          <a:xfrm>
            <a:off x="10033000" y="508000"/>
            <a:ext cx="1524000" cy="1651000"/>
          </a:xfrm>
          <a:prstGeom prst="rect">
            <a:avLst/>
          </a:prstGeom>
          <a:solidFill>
            <a:srgbClr val="404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24FF86C-06F9-22BC-FDAA-2CDAD8D81EB5}"/>
              </a:ext>
            </a:extLst>
          </p:cNvPr>
          <p:cNvSpPr/>
          <p:nvPr/>
        </p:nvSpPr>
        <p:spPr>
          <a:xfrm>
            <a:off x="10033000" y="2540000"/>
            <a:ext cx="1524000" cy="1651000"/>
          </a:xfrm>
          <a:prstGeom prst="rect">
            <a:avLst/>
          </a:prstGeom>
          <a:solidFill>
            <a:srgbClr val="40404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C60B97A-7AE6-0639-0788-B98C79290B20}"/>
              </a:ext>
            </a:extLst>
          </p:cNvPr>
          <p:cNvSpPr/>
          <p:nvPr/>
        </p:nvSpPr>
        <p:spPr>
          <a:xfrm>
            <a:off x="10033000" y="4572000"/>
            <a:ext cx="1524000" cy="1651000"/>
          </a:xfrm>
          <a:prstGeom prst="rect">
            <a:avLst/>
          </a:prstGeom>
          <a:solidFill>
            <a:srgbClr val="40404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0831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3A46117-D105-2E28-78EB-7DD38EA69D53}"/>
              </a:ext>
            </a:extLst>
          </p:cNvPr>
          <p:cNvSpPr/>
          <p:nvPr/>
        </p:nvSpPr>
        <p:spPr>
          <a:xfrm>
            <a:off x="508000" y="381000"/>
            <a:ext cx="1524000" cy="889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F9D90DA-7391-D1C8-AC2B-938417D766F7}"/>
              </a:ext>
            </a:extLst>
          </p:cNvPr>
          <p:cNvSpPr/>
          <p:nvPr/>
        </p:nvSpPr>
        <p:spPr>
          <a:xfrm>
            <a:off x="508000" y="1422400"/>
            <a:ext cx="1524000" cy="889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635EBDB-3BCB-7588-D190-BDE55AFADAAC}"/>
              </a:ext>
            </a:extLst>
          </p:cNvPr>
          <p:cNvSpPr/>
          <p:nvPr/>
        </p:nvSpPr>
        <p:spPr>
          <a:xfrm>
            <a:off x="508000" y="2463800"/>
            <a:ext cx="1524000" cy="889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F8D75CC-1542-3C2E-2C0E-2FE87B2F9FF2}"/>
              </a:ext>
            </a:extLst>
          </p:cNvPr>
          <p:cNvSpPr/>
          <p:nvPr/>
        </p:nvSpPr>
        <p:spPr>
          <a:xfrm>
            <a:off x="508000" y="3505200"/>
            <a:ext cx="1524000" cy="889000"/>
          </a:xfrm>
          <a:prstGeom prst="rect">
            <a:avLst/>
          </a:prstGeom>
          <a:solidFill>
            <a:schemeClr val="accent1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5ACA711-6F77-5825-F0C2-0831F868700D}"/>
              </a:ext>
            </a:extLst>
          </p:cNvPr>
          <p:cNvSpPr/>
          <p:nvPr/>
        </p:nvSpPr>
        <p:spPr>
          <a:xfrm>
            <a:off x="508000" y="4546600"/>
            <a:ext cx="1524000" cy="8890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CF43C96-C539-9122-CF28-0707020B3BD8}"/>
              </a:ext>
            </a:extLst>
          </p:cNvPr>
          <p:cNvSpPr/>
          <p:nvPr/>
        </p:nvSpPr>
        <p:spPr>
          <a:xfrm>
            <a:off x="508000" y="5588000"/>
            <a:ext cx="1524000" cy="889000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4EC90F4-2C7A-CB2B-1ACD-F35B87830063}"/>
              </a:ext>
            </a:extLst>
          </p:cNvPr>
          <p:cNvSpPr/>
          <p:nvPr/>
        </p:nvSpPr>
        <p:spPr>
          <a:xfrm>
            <a:off x="2413000" y="381000"/>
            <a:ext cx="1524000" cy="889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9316A18-4C09-704C-C884-9DA7C7D6A5D6}"/>
              </a:ext>
            </a:extLst>
          </p:cNvPr>
          <p:cNvSpPr/>
          <p:nvPr/>
        </p:nvSpPr>
        <p:spPr>
          <a:xfrm>
            <a:off x="2413000" y="1422400"/>
            <a:ext cx="1524000" cy="889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E997BA9-FC2F-1DB0-5DD4-05B5AD952D3E}"/>
              </a:ext>
            </a:extLst>
          </p:cNvPr>
          <p:cNvSpPr/>
          <p:nvPr/>
        </p:nvSpPr>
        <p:spPr>
          <a:xfrm>
            <a:off x="2413000" y="2463800"/>
            <a:ext cx="1524000" cy="889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3237E5E-F9CB-93D4-136D-A178FFEB4A13}"/>
              </a:ext>
            </a:extLst>
          </p:cNvPr>
          <p:cNvSpPr/>
          <p:nvPr/>
        </p:nvSpPr>
        <p:spPr>
          <a:xfrm>
            <a:off x="2413000" y="3505200"/>
            <a:ext cx="1524000" cy="889000"/>
          </a:xfrm>
          <a:prstGeom prst="rect">
            <a:avLst/>
          </a:prstGeom>
          <a:solidFill>
            <a:schemeClr val="accent2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C91A011-A20F-BBF8-642C-0E4032A8419E}"/>
              </a:ext>
            </a:extLst>
          </p:cNvPr>
          <p:cNvSpPr/>
          <p:nvPr/>
        </p:nvSpPr>
        <p:spPr>
          <a:xfrm>
            <a:off x="2413000" y="4546600"/>
            <a:ext cx="1524000" cy="889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E2920C3-E2AB-F221-1565-A0A101DA2711}"/>
              </a:ext>
            </a:extLst>
          </p:cNvPr>
          <p:cNvSpPr/>
          <p:nvPr/>
        </p:nvSpPr>
        <p:spPr>
          <a:xfrm>
            <a:off x="2413000" y="5588000"/>
            <a:ext cx="1524000" cy="889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4FD2C8A-92DC-F059-804F-85FB33154260}"/>
              </a:ext>
            </a:extLst>
          </p:cNvPr>
          <p:cNvSpPr/>
          <p:nvPr/>
        </p:nvSpPr>
        <p:spPr>
          <a:xfrm>
            <a:off x="4318000" y="381000"/>
            <a:ext cx="1524000" cy="889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9147437D-8B48-4454-E02F-65C2CA225F91}"/>
              </a:ext>
            </a:extLst>
          </p:cNvPr>
          <p:cNvSpPr/>
          <p:nvPr/>
        </p:nvSpPr>
        <p:spPr>
          <a:xfrm>
            <a:off x="4318000" y="1422400"/>
            <a:ext cx="1524000" cy="889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8C9D70D-99C1-4819-03C3-88263AF65F97}"/>
              </a:ext>
            </a:extLst>
          </p:cNvPr>
          <p:cNvSpPr/>
          <p:nvPr/>
        </p:nvSpPr>
        <p:spPr>
          <a:xfrm>
            <a:off x="4318000" y="2463800"/>
            <a:ext cx="1524000" cy="889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113931D-74C2-E158-0A57-9CD7605AEB53}"/>
              </a:ext>
            </a:extLst>
          </p:cNvPr>
          <p:cNvSpPr/>
          <p:nvPr/>
        </p:nvSpPr>
        <p:spPr>
          <a:xfrm>
            <a:off x="4318000" y="3505200"/>
            <a:ext cx="1524000" cy="889000"/>
          </a:xfrm>
          <a:prstGeom prst="rect">
            <a:avLst/>
          </a:prstGeom>
          <a:solidFill>
            <a:schemeClr val="accent3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566BDE7-2C5B-FEEF-3D9B-777D91898AAE}"/>
              </a:ext>
            </a:extLst>
          </p:cNvPr>
          <p:cNvSpPr/>
          <p:nvPr/>
        </p:nvSpPr>
        <p:spPr>
          <a:xfrm>
            <a:off x="4318000" y="4546600"/>
            <a:ext cx="1524000" cy="88900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0236EE4-B884-7887-1DBE-EEC7F5AB26AC}"/>
              </a:ext>
            </a:extLst>
          </p:cNvPr>
          <p:cNvSpPr/>
          <p:nvPr/>
        </p:nvSpPr>
        <p:spPr>
          <a:xfrm>
            <a:off x="4318000" y="5588000"/>
            <a:ext cx="1524000" cy="889000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F26BF1D-54F5-294D-0E9D-C8D5893875B3}"/>
              </a:ext>
            </a:extLst>
          </p:cNvPr>
          <p:cNvSpPr/>
          <p:nvPr/>
        </p:nvSpPr>
        <p:spPr>
          <a:xfrm>
            <a:off x="6223000" y="381000"/>
            <a:ext cx="1524000" cy="889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C47590-2E37-A56F-90BC-FB3FBB9F1149}"/>
              </a:ext>
            </a:extLst>
          </p:cNvPr>
          <p:cNvSpPr/>
          <p:nvPr/>
        </p:nvSpPr>
        <p:spPr>
          <a:xfrm>
            <a:off x="6223000" y="1422400"/>
            <a:ext cx="1524000" cy="889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07E8679-F64C-5A23-6AA9-C44827EADF0A}"/>
              </a:ext>
            </a:extLst>
          </p:cNvPr>
          <p:cNvSpPr/>
          <p:nvPr/>
        </p:nvSpPr>
        <p:spPr>
          <a:xfrm>
            <a:off x="6223000" y="2463800"/>
            <a:ext cx="1524000" cy="889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80DD57E-53FD-4B1C-3AB2-A08C8E1D1036}"/>
              </a:ext>
            </a:extLst>
          </p:cNvPr>
          <p:cNvSpPr/>
          <p:nvPr/>
        </p:nvSpPr>
        <p:spPr>
          <a:xfrm>
            <a:off x="6223000" y="3505200"/>
            <a:ext cx="1524000" cy="889000"/>
          </a:xfrm>
          <a:prstGeom prst="rect">
            <a:avLst/>
          </a:prstGeom>
          <a:solidFill>
            <a:schemeClr val="accent4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066CDAA-441E-3E46-54ED-3F342DCEC9C0}"/>
              </a:ext>
            </a:extLst>
          </p:cNvPr>
          <p:cNvSpPr/>
          <p:nvPr/>
        </p:nvSpPr>
        <p:spPr>
          <a:xfrm>
            <a:off x="6223000" y="4546600"/>
            <a:ext cx="1524000" cy="889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524ACE5-5EB3-345B-9D55-207330186AB3}"/>
              </a:ext>
            </a:extLst>
          </p:cNvPr>
          <p:cNvSpPr/>
          <p:nvPr/>
        </p:nvSpPr>
        <p:spPr>
          <a:xfrm>
            <a:off x="6223000" y="5588000"/>
            <a:ext cx="1524000" cy="88900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C6DE780F-C90D-A51A-860F-803CC9F95519}"/>
              </a:ext>
            </a:extLst>
          </p:cNvPr>
          <p:cNvSpPr/>
          <p:nvPr/>
        </p:nvSpPr>
        <p:spPr>
          <a:xfrm>
            <a:off x="8128000" y="381000"/>
            <a:ext cx="1524000" cy="889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185DEF2-D8B0-54A4-2ACC-25465F36FD1C}"/>
              </a:ext>
            </a:extLst>
          </p:cNvPr>
          <p:cNvSpPr/>
          <p:nvPr/>
        </p:nvSpPr>
        <p:spPr>
          <a:xfrm>
            <a:off x="8128000" y="1422400"/>
            <a:ext cx="1524000" cy="889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D443E39-4298-3E52-5E0B-884F59C01ADD}"/>
              </a:ext>
            </a:extLst>
          </p:cNvPr>
          <p:cNvSpPr/>
          <p:nvPr/>
        </p:nvSpPr>
        <p:spPr>
          <a:xfrm>
            <a:off x="8128000" y="2463800"/>
            <a:ext cx="1524000" cy="8890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7CB5045-5D2C-118E-7641-359541A3078A}"/>
              </a:ext>
            </a:extLst>
          </p:cNvPr>
          <p:cNvSpPr/>
          <p:nvPr/>
        </p:nvSpPr>
        <p:spPr>
          <a:xfrm>
            <a:off x="8128000" y="3505200"/>
            <a:ext cx="1524000" cy="889000"/>
          </a:xfrm>
          <a:prstGeom prst="rect">
            <a:avLst/>
          </a:prstGeom>
          <a:solidFill>
            <a:schemeClr val="accent5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4243B50-85A6-5A65-3D00-BFCE46227639}"/>
              </a:ext>
            </a:extLst>
          </p:cNvPr>
          <p:cNvSpPr/>
          <p:nvPr/>
        </p:nvSpPr>
        <p:spPr>
          <a:xfrm>
            <a:off x="8128000" y="4546600"/>
            <a:ext cx="1524000" cy="8890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53CB755-A982-6DFF-EAE6-06BB2EB17F43}"/>
              </a:ext>
            </a:extLst>
          </p:cNvPr>
          <p:cNvSpPr/>
          <p:nvPr/>
        </p:nvSpPr>
        <p:spPr>
          <a:xfrm>
            <a:off x="8128000" y="5588000"/>
            <a:ext cx="1524000" cy="889000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3F33B78-CDC7-B392-EA35-262F6487BC47}"/>
              </a:ext>
            </a:extLst>
          </p:cNvPr>
          <p:cNvSpPr/>
          <p:nvPr/>
        </p:nvSpPr>
        <p:spPr>
          <a:xfrm>
            <a:off x="10033000" y="381000"/>
            <a:ext cx="1524000" cy="889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481A992-14A5-25A2-226C-19D0DCF26DD7}"/>
              </a:ext>
            </a:extLst>
          </p:cNvPr>
          <p:cNvSpPr/>
          <p:nvPr/>
        </p:nvSpPr>
        <p:spPr>
          <a:xfrm>
            <a:off x="10033000" y="1422400"/>
            <a:ext cx="1524000" cy="889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2CD3A6A-54DC-D68B-8EB1-2EBC1ADB4FB4}"/>
              </a:ext>
            </a:extLst>
          </p:cNvPr>
          <p:cNvSpPr/>
          <p:nvPr/>
        </p:nvSpPr>
        <p:spPr>
          <a:xfrm>
            <a:off x="10033000" y="2463800"/>
            <a:ext cx="1524000" cy="889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F52FF60-98CA-CAAE-30A6-8B94AC25AA2C}"/>
              </a:ext>
            </a:extLst>
          </p:cNvPr>
          <p:cNvSpPr/>
          <p:nvPr/>
        </p:nvSpPr>
        <p:spPr>
          <a:xfrm>
            <a:off x="10033000" y="3505200"/>
            <a:ext cx="1524000" cy="889000"/>
          </a:xfrm>
          <a:prstGeom prst="rect">
            <a:avLst/>
          </a:prstGeom>
          <a:solidFill>
            <a:schemeClr val="accent6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CA14B44-800D-E915-EAFE-42202EB0A2C4}"/>
              </a:ext>
            </a:extLst>
          </p:cNvPr>
          <p:cNvSpPr/>
          <p:nvPr/>
        </p:nvSpPr>
        <p:spPr>
          <a:xfrm>
            <a:off x="10033000" y="4546600"/>
            <a:ext cx="1524000" cy="8890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1191EF6-1A3B-F1BD-682A-65CEB7DB9B8C}"/>
              </a:ext>
            </a:extLst>
          </p:cNvPr>
          <p:cNvSpPr/>
          <p:nvPr/>
        </p:nvSpPr>
        <p:spPr>
          <a:xfrm>
            <a:off x="10033000" y="5588000"/>
            <a:ext cx="1524000" cy="889000"/>
          </a:xfrm>
          <a:prstGeom prst="rect">
            <a:avLst/>
          </a:prstGeom>
          <a:solidFill>
            <a:schemeClr val="accent6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7419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B7934C4C-2780-BB34-F8C9-99112E97E07D}"/>
              </a:ext>
            </a:extLst>
          </p:cNvPr>
          <p:cNvSpPr/>
          <p:nvPr/>
        </p:nvSpPr>
        <p:spPr>
          <a:xfrm>
            <a:off x="254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0B454885-15E9-95A5-859E-3016AC1B73B3}"/>
              </a:ext>
            </a:extLst>
          </p:cNvPr>
          <p:cNvSpPr/>
          <p:nvPr/>
        </p:nvSpPr>
        <p:spPr>
          <a:xfrm>
            <a:off x="2286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62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FC501DEB-D841-A836-7793-2590D8AF472E}"/>
              </a:ext>
            </a:extLst>
          </p:cNvPr>
          <p:cNvSpPr/>
          <p:nvPr/>
        </p:nvSpPr>
        <p:spPr>
          <a:xfrm>
            <a:off x="4318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EE31D437-06E1-50A1-534E-809BA132D16A}"/>
              </a:ext>
            </a:extLst>
          </p:cNvPr>
          <p:cNvSpPr/>
          <p:nvPr/>
        </p:nvSpPr>
        <p:spPr>
          <a:xfrm>
            <a:off x="6350000" y="1905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62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B7893DA2-2002-8FF8-5CAF-667F811F76D9}"/>
              </a:ext>
            </a:extLst>
          </p:cNvPr>
          <p:cNvSpPr/>
          <p:nvPr/>
        </p:nvSpPr>
        <p:spPr>
          <a:xfrm>
            <a:off x="8382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623A686-4D7C-977C-5EC3-01BFF07710D8}"/>
              </a:ext>
            </a:extLst>
          </p:cNvPr>
          <p:cNvSpPr/>
          <p:nvPr/>
        </p:nvSpPr>
        <p:spPr>
          <a:xfrm>
            <a:off x="10414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408FA753-E7B6-1CF7-C2E5-D64028B2BD20}"/>
              </a:ext>
            </a:extLst>
          </p:cNvPr>
          <p:cNvSpPr/>
          <p:nvPr/>
        </p:nvSpPr>
        <p:spPr>
          <a:xfrm>
            <a:off x="254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68C591F-24A3-F2C9-C7AC-C60F7D6E665F}"/>
              </a:ext>
            </a:extLst>
          </p:cNvPr>
          <p:cNvSpPr/>
          <p:nvPr/>
        </p:nvSpPr>
        <p:spPr>
          <a:xfrm>
            <a:off x="2286000" y="1905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66EBC11-9BAF-0B9B-324F-02668FA5BE46}"/>
              </a:ext>
            </a:extLst>
          </p:cNvPr>
          <p:cNvSpPr/>
          <p:nvPr/>
        </p:nvSpPr>
        <p:spPr>
          <a:xfrm>
            <a:off x="4318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9B3B01EB-4CCE-8DED-EF77-288D4C769301}"/>
              </a:ext>
            </a:extLst>
          </p:cNvPr>
          <p:cNvSpPr/>
          <p:nvPr/>
        </p:nvSpPr>
        <p:spPr>
          <a:xfrm>
            <a:off x="6350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9C01245-3232-1172-2BB6-296B9F59EFFF}"/>
              </a:ext>
            </a:extLst>
          </p:cNvPr>
          <p:cNvSpPr/>
          <p:nvPr/>
        </p:nvSpPr>
        <p:spPr>
          <a:xfrm>
            <a:off x="8382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642D302F-3759-C80C-45D9-C0E8CE931847}"/>
              </a:ext>
            </a:extLst>
          </p:cNvPr>
          <p:cNvSpPr/>
          <p:nvPr/>
        </p:nvSpPr>
        <p:spPr>
          <a:xfrm>
            <a:off x="10414000" y="1905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41701F12-8D51-7F34-8AB8-09931405A675}"/>
              </a:ext>
            </a:extLst>
          </p:cNvPr>
          <p:cNvSpPr/>
          <p:nvPr/>
        </p:nvSpPr>
        <p:spPr>
          <a:xfrm>
            <a:off x="254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FE5E229-C43C-8CE3-2B99-166A229A4644}"/>
              </a:ext>
            </a:extLst>
          </p:cNvPr>
          <p:cNvSpPr/>
          <p:nvPr/>
        </p:nvSpPr>
        <p:spPr>
          <a:xfrm>
            <a:off x="2286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C67DD2AA-3446-856F-CC95-024C87002F37}"/>
              </a:ext>
            </a:extLst>
          </p:cNvPr>
          <p:cNvSpPr/>
          <p:nvPr/>
        </p:nvSpPr>
        <p:spPr>
          <a:xfrm>
            <a:off x="4318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EC67A072-3955-C3FC-6B98-10E3B5073429}"/>
              </a:ext>
            </a:extLst>
          </p:cNvPr>
          <p:cNvSpPr/>
          <p:nvPr/>
        </p:nvSpPr>
        <p:spPr>
          <a:xfrm>
            <a:off x="6350000" y="36195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75CED04E-2F0A-FBF0-3759-B2299DCEEA95}"/>
              </a:ext>
            </a:extLst>
          </p:cNvPr>
          <p:cNvSpPr/>
          <p:nvPr/>
        </p:nvSpPr>
        <p:spPr>
          <a:xfrm>
            <a:off x="8382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r="100000" b="100000"/>
            </a:path>
            <a:tileRect l="-100000" t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9DCC68F9-F4F9-4B91-402D-1E81969943CA}"/>
              </a:ext>
            </a:extLst>
          </p:cNvPr>
          <p:cNvSpPr/>
          <p:nvPr/>
        </p:nvSpPr>
        <p:spPr>
          <a:xfrm>
            <a:off x="10414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100000" b="100000"/>
            </a:path>
            <a:tileRect t="-100000" r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3A8DB770-A2C5-D431-ECE7-5B53C172C9DC}"/>
              </a:ext>
            </a:extLst>
          </p:cNvPr>
          <p:cNvSpPr/>
          <p:nvPr/>
        </p:nvSpPr>
        <p:spPr>
          <a:xfrm>
            <a:off x="254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t="100000" r="100000"/>
            </a:path>
            <a:tileRect l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45B3FC8F-328D-72D1-D58A-7A5B898F22BB}"/>
              </a:ext>
            </a:extLst>
          </p:cNvPr>
          <p:cNvSpPr/>
          <p:nvPr/>
        </p:nvSpPr>
        <p:spPr>
          <a:xfrm>
            <a:off x="2286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5B686462-7FF7-F2A0-773E-4B1C258BF563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E1FFD65D-5B7C-9034-50C5-8BC06FD97F6F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E1AA219-C4AD-7610-087D-52488A6311A3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F143CE09-32B6-EAB5-7672-A38D07079DF5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B863EC0F-4873-D345-2107-3FAF73D49DEC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7158B4DA-B71D-998A-EF15-70FB244D4CFA}"/>
              </a:ext>
            </a:extLst>
          </p:cNvPr>
          <p:cNvSpPr/>
          <p:nvPr/>
        </p:nvSpPr>
        <p:spPr>
          <a:xfrm>
            <a:off x="6350000" y="5334000"/>
            <a:ext cx="1524000" cy="1333500"/>
          </a:xfrm>
          <a:prstGeom prst="roundRect">
            <a:avLst/>
          </a:prstGeom>
          <a:gradFill flip="none" rotWithShape="1">
            <a:gsLst>
              <a:gs pos="100000">
                <a:srgbClr val="0070C0"/>
              </a:gs>
              <a:gs pos="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FEAD1386-0102-4090-4D95-4608606FDDCE}"/>
              </a:ext>
            </a:extLst>
          </p:cNvPr>
          <p:cNvSpPr/>
          <p:nvPr/>
        </p:nvSpPr>
        <p:spPr>
          <a:xfrm>
            <a:off x="8382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156A87DB-7D4A-A17C-2372-B4E99A538A0D}"/>
              </a:ext>
            </a:extLst>
          </p:cNvPr>
          <p:cNvSpPr/>
          <p:nvPr/>
        </p:nvSpPr>
        <p:spPr>
          <a:xfrm>
            <a:off x="10414000" y="5334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98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48C4E1B-257A-CEF1-80EE-77E4D63013F7}"/>
              </a:ext>
            </a:extLst>
          </p:cNvPr>
          <p:cNvSpPr/>
          <p:nvPr/>
        </p:nvSpPr>
        <p:spPr>
          <a:xfrm>
            <a:off x="127000" y="127000"/>
            <a:ext cx="1100667" cy="889000"/>
          </a:xfrm>
          <a:prstGeom prst="rect">
            <a:avLst/>
          </a:prstGeom>
          <a:pattFill prst="pct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DD16ED-555A-70AD-FFF0-F0F3CFED7C95}"/>
              </a:ext>
            </a:extLst>
          </p:cNvPr>
          <p:cNvSpPr/>
          <p:nvPr/>
        </p:nvSpPr>
        <p:spPr>
          <a:xfrm>
            <a:off x="1481667" y="127000"/>
            <a:ext cx="1100666" cy="889000"/>
          </a:xfrm>
          <a:prstGeom prst="rect">
            <a:avLst/>
          </a:prstGeom>
          <a:pattFill prst="pct1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728943C-FE02-8B23-D64A-1C52AB80F4DF}"/>
              </a:ext>
            </a:extLst>
          </p:cNvPr>
          <p:cNvSpPr/>
          <p:nvPr/>
        </p:nvSpPr>
        <p:spPr>
          <a:xfrm>
            <a:off x="2836333" y="127000"/>
            <a:ext cx="1100667" cy="889000"/>
          </a:xfrm>
          <a:prstGeom prst="rect">
            <a:avLst/>
          </a:prstGeom>
          <a:pattFill prst="pct2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AEB33C5-BE7F-0F5F-CA2B-F1C03134CE85}"/>
              </a:ext>
            </a:extLst>
          </p:cNvPr>
          <p:cNvSpPr/>
          <p:nvPr/>
        </p:nvSpPr>
        <p:spPr>
          <a:xfrm>
            <a:off x="4191000" y="127000"/>
            <a:ext cx="1100667" cy="889000"/>
          </a:xfrm>
          <a:prstGeom prst="rect">
            <a:avLst/>
          </a:prstGeom>
          <a:pattFill prst="pct2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BF64EC4-346B-4283-87C6-175E814C3AAA}"/>
              </a:ext>
            </a:extLst>
          </p:cNvPr>
          <p:cNvSpPr/>
          <p:nvPr/>
        </p:nvSpPr>
        <p:spPr>
          <a:xfrm>
            <a:off x="5545667" y="127000"/>
            <a:ext cx="1100666" cy="889000"/>
          </a:xfrm>
          <a:prstGeom prst="rect">
            <a:avLst/>
          </a:prstGeom>
          <a:pattFill prst="pct3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C829A46-0188-57DB-CAF3-86FEC228AE19}"/>
              </a:ext>
            </a:extLst>
          </p:cNvPr>
          <p:cNvSpPr/>
          <p:nvPr/>
        </p:nvSpPr>
        <p:spPr>
          <a:xfrm>
            <a:off x="6900333" y="127000"/>
            <a:ext cx="1100667" cy="889000"/>
          </a:xfrm>
          <a:prstGeom prst="rect">
            <a:avLst/>
          </a:prstGeom>
          <a:pattFill prst="pct4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EEFBC64-6D50-090F-2646-F74CEF88A8A2}"/>
              </a:ext>
            </a:extLst>
          </p:cNvPr>
          <p:cNvSpPr/>
          <p:nvPr/>
        </p:nvSpPr>
        <p:spPr>
          <a:xfrm>
            <a:off x="8255000" y="127000"/>
            <a:ext cx="1100667" cy="889000"/>
          </a:xfrm>
          <a:prstGeom prst="rect">
            <a:avLst/>
          </a:prstGeom>
          <a:pattFill prst="pct5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BF944B9-3CED-D989-4816-8C90D579E2FE}"/>
              </a:ext>
            </a:extLst>
          </p:cNvPr>
          <p:cNvSpPr/>
          <p:nvPr/>
        </p:nvSpPr>
        <p:spPr>
          <a:xfrm>
            <a:off x="9609666" y="127000"/>
            <a:ext cx="1100667" cy="889000"/>
          </a:xfrm>
          <a:prstGeom prst="rect">
            <a:avLst/>
          </a:prstGeom>
          <a:pattFill prst="pct6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F6EC275-ABBE-2044-9C9C-A5C1441047B6}"/>
              </a:ext>
            </a:extLst>
          </p:cNvPr>
          <p:cNvSpPr/>
          <p:nvPr/>
        </p:nvSpPr>
        <p:spPr>
          <a:xfrm>
            <a:off x="10964333" y="127000"/>
            <a:ext cx="1100667" cy="889000"/>
          </a:xfrm>
          <a:prstGeom prst="rect">
            <a:avLst/>
          </a:prstGeom>
          <a:pattFill prst="pct7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4A8EB7E-FD01-D4E1-7C22-9012245499EA}"/>
              </a:ext>
            </a:extLst>
          </p:cNvPr>
          <p:cNvSpPr/>
          <p:nvPr/>
        </p:nvSpPr>
        <p:spPr>
          <a:xfrm>
            <a:off x="127000" y="1270000"/>
            <a:ext cx="1100667" cy="889000"/>
          </a:xfrm>
          <a:prstGeom prst="rect">
            <a:avLst/>
          </a:prstGeom>
          <a:pattFill prst="pct7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F9DF840-5783-4CB6-957D-3EE0EEBFA0DA}"/>
              </a:ext>
            </a:extLst>
          </p:cNvPr>
          <p:cNvSpPr/>
          <p:nvPr/>
        </p:nvSpPr>
        <p:spPr>
          <a:xfrm>
            <a:off x="1481667" y="1270000"/>
            <a:ext cx="1100666" cy="889000"/>
          </a:xfrm>
          <a:prstGeom prst="rect">
            <a:avLst/>
          </a:prstGeom>
          <a:pattFill prst="pct8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45FAC60-C01F-68C6-B025-C026BA3C9EDF}"/>
              </a:ext>
            </a:extLst>
          </p:cNvPr>
          <p:cNvSpPr/>
          <p:nvPr/>
        </p:nvSpPr>
        <p:spPr>
          <a:xfrm>
            <a:off x="2836333" y="1270000"/>
            <a:ext cx="1100667" cy="889000"/>
          </a:xfrm>
          <a:prstGeom prst="rect">
            <a:avLst/>
          </a:prstGeom>
          <a:pattFill prst="pct9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066F953-CD16-5DCD-8279-57451AA145AB}"/>
              </a:ext>
            </a:extLst>
          </p:cNvPr>
          <p:cNvSpPr/>
          <p:nvPr/>
        </p:nvSpPr>
        <p:spPr>
          <a:xfrm>
            <a:off x="4191000" y="1270000"/>
            <a:ext cx="1100667" cy="889000"/>
          </a:xfrm>
          <a:prstGeom prst="rect">
            <a:avLst/>
          </a:prstGeom>
          <a:pattFill prst="dk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AA6DEFC-9137-8789-7CEE-067C2D40EE7E}"/>
              </a:ext>
            </a:extLst>
          </p:cNvPr>
          <p:cNvSpPr/>
          <p:nvPr/>
        </p:nvSpPr>
        <p:spPr>
          <a:xfrm>
            <a:off x="5545667" y="1270000"/>
            <a:ext cx="1100666" cy="889000"/>
          </a:xfrm>
          <a:prstGeom prst="rect">
            <a:avLst/>
          </a:prstGeom>
          <a:pattFill prst="dk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11EEB29-AFFF-2B28-E4D8-90D485B85A2C}"/>
              </a:ext>
            </a:extLst>
          </p:cNvPr>
          <p:cNvSpPr/>
          <p:nvPr/>
        </p:nvSpPr>
        <p:spPr>
          <a:xfrm>
            <a:off x="6900333" y="1270000"/>
            <a:ext cx="1100667" cy="889000"/>
          </a:xfrm>
          <a:prstGeom prst="rect">
            <a:avLst/>
          </a:prstGeom>
          <a:pattFill prst="dk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90E7173-BA38-E8C1-843E-ED58B6825690}"/>
              </a:ext>
            </a:extLst>
          </p:cNvPr>
          <p:cNvSpPr/>
          <p:nvPr/>
        </p:nvSpPr>
        <p:spPr>
          <a:xfrm>
            <a:off x="8255000" y="1270000"/>
            <a:ext cx="1100667" cy="889000"/>
          </a:xfrm>
          <a:prstGeom prst="rect">
            <a:avLst/>
          </a:prstGeom>
          <a:pattFill prst="dk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FA66FDC-A030-ADA9-072D-CBF68A38394A}"/>
              </a:ext>
            </a:extLst>
          </p:cNvPr>
          <p:cNvSpPr/>
          <p:nvPr/>
        </p:nvSpPr>
        <p:spPr>
          <a:xfrm>
            <a:off x="9609666" y="1270000"/>
            <a:ext cx="1100667" cy="889000"/>
          </a:xfrm>
          <a:prstGeom prst="rect">
            <a:avLst/>
          </a:prstGeom>
          <a:pattFill prst="smChe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806E4C6-0B43-21D8-8823-327DEAAEA662}"/>
              </a:ext>
            </a:extLst>
          </p:cNvPr>
          <p:cNvSpPr/>
          <p:nvPr/>
        </p:nvSpPr>
        <p:spPr>
          <a:xfrm>
            <a:off x="10964333" y="1270000"/>
            <a:ext cx="1100667" cy="889000"/>
          </a:xfrm>
          <a:prstGeom prst="rect">
            <a:avLst/>
          </a:prstGeom>
          <a:pattFill prst="trelli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8227C07-9868-9B89-8007-8BCC146963BE}"/>
              </a:ext>
            </a:extLst>
          </p:cNvPr>
          <p:cNvSpPr/>
          <p:nvPr/>
        </p:nvSpPr>
        <p:spPr>
          <a:xfrm>
            <a:off x="127000" y="2413000"/>
            <a:ext cx="1100667" cy="889000"/>
          </a:xfrm>
          <a:prstGeom prst="rect">
            <a:avLst/>
          </a:prstGeom>
          <a:pattFill prst="lt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BF626B5-6312-3B48-20EE-990E68B35A78}"/>
              </a:ext>
            </a:extLst>
          </p:cNvPr>
          <p:cNvSpPr/>
          <p:nvPr/>
        </p:nvSpPr>
        <p:spPr>
          <a:xfrm>
            <a:off x="1481667" y="2413000"/>
            <a:ext cx="1100666" cy="889000"/>
          </a:xfrm>
          <a:prstGeom prst="rect">
            <a:avLst/>
          </a:prstGeom>
          <a:pattFill prst="lt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010D4EA-7B66-C76B-20A0-6FDAE7BCCD52}"/>
              </a:ext>
            </a:extLst>
          </p:cNvPr>
          <p:cNvSpPr/>
          <p:nvPr/>
        </p:nvSpPr>
        <p:spPr>
          <a:xfrm>
            <a:off x="2836333" y="2413000"/>
            <a:ext cx="1100667" cy="8890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722F2F1-F526-B75A-8C8D-F4A84856275F}"/>
              </a:ext>
            </a:extLst>
          </p:cNvPr>
          <p:cNvSpPr/>
          <p:nvPr/>
        </p:nvSpPr>
        <p:spPr>
          <a:xfrm>
            <a:off x="4191000" y="2413000"/>
            <a:ext cx="1100667" cy="889000"/>
          </a:xfrm>
          <a:prstGeom prst="rect">
            <a:avLst/>
          </a:prstGeom>
          <a:pattFill prst="lt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A843B42-D67F-DF04-9F97-0C71286ECA37}"/>
              </a:ext>
            </a:extLst>
          </p:cNvPr>
          <p:cNvSpPr/>
          <p:nvPr/>
        </p:nvSpPr>
        <p:spPr>
          <a:xfrm>
            <a:off x="5545667" y="2413000"/>
            <a:ext cx="1100666" cy="889000"/>
          </a:xfrm>
          <a:prstGeom prst="rect">
            <a:avLst/>
          </a:prstGeom>
          <a:pattFill prst="sm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5C340BD-8AAA-D7D5-CCA4-32DD030F5553}"/>
              </a:ext>
            </a:extLst>
          </p:cNvPr>
          <p:cNvSpPr/>
          <p:nvPr/>
        </p:nvSpPr>
        <p:spPr>
          <a:xfrm>
            <a:off x="6900333" y="2413000"/>
            <a:ext cx="1100667" cy="889000"/>
          </a:xfrm>
          <a:prstGeom prst="rect">
            <a:avLst/>
          </a:prstGeom>
          <a:pattFill prst="dot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7EA8F5B-5BFD-F257-EDB0-A05252030EB6}"/>
              </a:ext>
            </a:extLst>
          </p:cNvPr>
          <p:cNvSpPr/>
          <p:nvPr/>
        </p:nvSpPr>
        <p:spPr>
          <a:xfrm>
            <a:off x="8255000" y="2413000"/>
            <a:ext cx="1100667" cy="889000"/>
          </a:xfrm>
          <a:prstGeom prst="rect">
            <a:avLst/>
          </a:prstGeom>
          <a:pattFill prst="wd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23F93D7-5BA8-2D55-A446-2B5F5A35871A}"/>
              </a:ext>
            </a:extLst>
          </p:cNvPr>
          <p:cNvSpPr/>
          <p:nvPr/>
        </p:nvSpPr>
        <p:spPr>
          <a:xfrm>
            <a:off x="9609666" y="2413000"/>
            <a:ext cx="1100667" cy="88900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DDD226F-FDBF-F5E0-57D2-1C63D6C07C94}"/>
              </a:ext>
            </a:extLst>
          </p:cNvPr>
          <p:cNvSpPr/>
          <p:nvPr/>
        </p:nvSpPr>
        <p:spPr>
          <a:xfrm>
            <a:off x="10964333" y="2413000"/>
            <a:ext cx="1100667" cy="889000"/>
          </a:xfrm>
          <a:prstGeom prst="rect">
            <a:avLst/>
          </a:prstGeom>
          <a:pattFill prst="dash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27EC87C-1B5C-0273-21DB-9806DD6EF665}"/>
              </a:ext>
            </a:extLst>
          </p:cNvPr>
          <p:cNvSpPr/>
          <p:nvPr/>
        </p:nvSpPr>
        <p:spPr>
          <a:xfrm>
            <a:off x="127000" y="3556000"/>
            <a:ext cx="1100667" cy="889000"/>
          </a:xfrm>
          <a:prstGeom prst="rect">
            <a:avLst/>
          </a:prstGeom>
          <a:pattFill prst="dash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864970D-22B6-5D39-CBC2-3BBF82D0E0D6}"/>
              </a:ext>
            </a:extLst>
          </p:cNvPr>
          <p:cNvSpPr/>
          <p:nvPr/>
        </p:nvSpPr>
        <p:spPr>
          <a:xfrm>
            <a:off x="1481667" y="3556000"/>
            <a:ext cx="1100666" cy="889000"/>
          </a:xfrm>
          <a:prstGeom prst="rect">
            <a:avLst/>
          </a:prstGeom>
          <a:pattFill prst="nar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AFDDB99-591A-8E4B-EF86-787E7A65401D}"/>
              </a:ext>
            </a:extLst>
          </p:cNvPr>
          <p:cNvSpPr/>
          <p:nvPr/>
        </p:nvSpPr>
        <p:spPr>
          <a:xfrm>
            <a:off x="2836333" y="3556000"/>
            <a:ext cx="1100667" cy="889000"/>
          </a:xfrm>
          <a:prstGeom prst="rect">
            <a:avLst/>
          </a:prstGeom>
          <a:pattFill prst="nar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144ACBE-59D4-842D-D1AF-B50FE6D73A81}"/>
              </a:ext>
            </a:extLst>
          </p:cNvPr>
          <p:cNvSpPr/>
          <p:nvPr/>
        </p:nvSpPr>
        <p:spPr>
          <a:xfrm>
            <a:off x="4191000" y="3556000"/>
            <a:ext cx="1100667" cy="889000"/>
          </a:xfrm>
          <a:prstGeom prst="rect">
            <a:avLst/>
          </a:prstGeom>
          <a:pattFill prst="dash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1C84E77-D443-5A34-3336-95EE24EC9D5C}"/>
              </a:ext>
            </a:extLst>
          </p:cNvPr>
          <p:cNvSpPr/>
          <p:nvPr/>
        </p:nvSpPr>
        <p:spPr>
          <a:xfrm>
            <a:off x="5545667" y="3556000"/>
            <a:ext cx="1100666" cy="889000"/>
          </a:xfrm>
          <a:prstGeom prst="rect">
            <a:avLst/>
          </a:prstGeom>
          <a:pattFill prst="dash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6009FB0-FE17-DB10-6A4A-C90B951A3A49}"/>
              </a:ext>
            </a:extLst>
          </p:cNvPr>
          <p:cNvSpPr/>
          <p:nvPr/>
        </p:nvSpPr>
        <p:spPr>
          <a:xfrm>
            <a:off x="6900333" y="3556000"/>
            <a:ext cx="1100667" cy="889000"/>
          </a:xfrm>
          <a:prstGeom prst="rect">
            <a:avLst/>
          </a:prstGeom>
          <a:pattFill prst="lgConfetti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BF80D92-9BDE-6A36-19CA-4B077943E030}"/>
              </a:ext>
            </a:extLst>
          </p:cNvPr>
          <p:cNvSpPr/>
          <p:nvPr/>
        </p:nvSpPr>
        <p:spPr>
          <a:xfrm>
            <a:off x="8255000" y="3556000"/>
            <a:ext cx="1100667" cy="889000"/>
          </a:xfrm>
          <a:prstGeom prst="rect">
            <a:avLst/>
          </a:prstGeom>
          <a:pattFill prst="lg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B2AD1F6-BD7C-57DD-9E66-1096B181354A}"/>
              </a:ext>
            </a:extLst>
          </p:cNvPr>
          <p:cNvSpPr/>
          <p:nvPr/>
        </p:nvSpPr>
        <p:spPr>
          <a:xfrm>
            <a:off x="9609666" y="3556000"/>
            <a:ext cx="1100667" cy="889000"/>
          </a:xfrm>
          <a:prstGeom prst="rect">
            <a:avLst/>
          </a:prstGeom>
          <a:pattFill prst="horzBri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3A768D8-DF71-B7D7-0B1C-A9394D3F743B}"/>
              </a:ext>
            </a:extLst>
          </p:cNvPr>
          <p:cNvSpPr/>
          <p:nvPr/>
        </p:nvSpPr>
        <p:spPr>
          <a:xfrm>
            <a:off x="10964333" y="3556000"/>
            <a:ext cx="1100667" cy="889000"/>
          </a:xfrm>
          <a:prstGeom prst="rect">
            <a:avLst/>
          </a:prstGeom>
          <a:pattFill prst="lgChe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16CEA1B-5A07-A507-4ECE-2FC9057CFF0E}"/>
              </a:ext>
            </a:extLst>
          </p:cNvPr>
          <p:cNvSpPr/>
          <p:nvPr/>
        </p:nvSpPr>
        <p:spPr>
          <a:xfrm>
            <a:off x="127000" y="4699000"/>
            <a:ext cx="1100667" cy="889000"/>
          </a:xfrm>
          <a:prstGeom prst="rect">
            <a:avLst/>
          </a:prstGeom>
          <a:pattFill prst="smConfetti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FED3313-7D89-E578-860D-611E8838F1EC}"/>
              </a:ext>
            </a:extLst>
          </p:cNvPr>
          <p:cNvSpPr/>
          <p:nvPr/>
        </p:nvSpPr>
        <p:spPr>
          <a:xfrm>
            <a:off x="1481667" y="4699000"/>
            <a:ext cx="1100666" cy="889000"/>
          </a:xfrm>
          <a:prstGeom prst="rect">
            <a:avLst/>
          </a:prstGeom>
          <a:pattFill prst="zigZ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F060CAA-DF6A-8F28-857E-C40F112A4CA8}"/>
              </a:ext>
            </a:extLst>
          </p:cNvPr>
          <p:cNvSpPr/>
          <p:nvPr/>
        </p:nvSpPr>
        <p:spPr>
          <a:xfrm>
            <a:off x="2836333" y="4699000"/>
            <a:ext cx="1100667" cy="889000"/>
          </a:xfrm>
          <a:prstGeom prst="rect">
            <a:avLst/>
          </a:prstGeom>
          <a:pattFill prst="solid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29755262-7FC6-1D89-B4A6-0316E867A01F}"/>
              </a:ext>
            </a:extLst>
          </p:cNvPr>
          <p:cNvSpPr/>
          <p:nvPr/>
        </p:nvSpPr>
        <p:spPr>
          <a:xfrm>
            <a:off x="4191000" y="4699000"/>
            <a:ext cx="1100667" cy="889000"/>
          </a:xfrm>
          <a:prstGeom prst="rect">
            <a:avLst/>
          </a:prstGeom>
          <a:pattFill prst="diagBri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3FC19285-68C3-43D3-6861-C90F2094CB18}"/>
              </a:ext>
            </a:extLst>
          </p:cNvPr>
          <p:cNvSpPr/>
          <p:nvPr/>
        </p:nvSpPr>
        <p:spPr>
          <a:xfrm>
            <a:off x="5545667" y="4699000"/>
            <a:ext cx="1100666" cy="889000"/>
          </a:xfrm>
          <a:prstGeom prst="rect">
            <a:avLst/>
          </a:prstGeom>
          <a:pattFill prst="open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59A3679-14A5-D54E-63FA-0D80A3518B0D}"/>
              </a:ext>
            </a:extLst>
          </p:cNvPr>
          <p:cNvSpPr/>
          <p:nvPr/>
        </p:nvSpPr>
        <p:spPr>
          <a:xfrm>
            <a:off x="6900333" y="4699000"/>
            <a:ext cx="1100667" cy="889000"/>
          </a:xfrm>
          <a:prstGeom prst="rect">
            <a:avLst/>
          </a:prstGeom>
          <a:pattFill prst="pla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77753684-1E6C-D40F-FF48-073661B09241}"/>
              </a:ext>
            </a:extLst>
          </p:cNvPr>
          <p:cNvSpPr/>
          <p:nvPr/>
        </p:nvSpPr>
        <p:spPr>
          <a:xfrm>
            <a:off x="8255000" y="4699000"/>
            <a:ext cx="1100667" cy="889000"/>
          </a:xfrm>
          <a:prstGeom prst="rect">
            <a:avLst/>
          </a:prstGeom>
          <a:pattFill prst="spher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F944923-FD47-27E0-624A-F03FF1695F1E}"/>
              </a:ext>
            </a:extLst>
          </p:cNvPr>
          <p:cNvSpPr/>
          <p:nvPr/>
        </p:nvSpPr>
        <p:spPr>
          <a:xfrm>
            <a:off x="9609666" y="4699000"/>
            <a:ext cx="1100667" cy="889000"/>
          </a:xfrm>
          <a:prstGeom prst="rect">
            <a:avLst/>
          </a:prstGeom>
          <a:pattFill prst="weav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CE8F211A-2A0D-73E8-5DE1-81D5054FA1FB}"/>
              </a:ext>
            </a:extLst>
          </p:cNvPr>
          <p:cNvSpPr/>
          <p:nvPr/>
        </p:nvSpPr>
        <p:spPr>
          <a:xfrm>
            <a:off x="10964333" y="4699000"/>
            <a:ext cx="1100667" cy="889000"/>
          </a:xfrm>
          <a:prstGeom prst="rect">
            <a:avLst/>
          </a:prstGeom>
          <a:pattFill prst="dot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D106B52-AB46-9F99-54F4-B3308CDB3293}"/>
              </a:ext>
            </a:extLst>
          </p:cNvPr>
          <p:cNvSpPr/>
          <p:nvPr/>
        </p:nvSpPr>
        <p:spPr>
          <a:xfrm>
            <a:off x="127000" y="5842000"/>
            <a:ext cx="1100667" cy="889000"/>
          </a:xfrm>
          <a:prstGeom prst="rect">
            <a:avLst/>
          </a:prstGeom>
          <a:pattFill prst="divo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2A64FA5-FEE6-5642-879D-8ABB79A47969}"/>
              </a:ext>
            </a:extLst>
          </p:cNvPr>
          <p:cNvSpPr/>
          <p:nvPr/>
        </p:nvSpPr>
        <p:spPr>
          <a:xfrm>
            <a:off x="1481667" y="5842000"/>
            <a:ext cx="1100666" cy="889000"/>
          </a:xfrm>
          <a:prstGeom prst="rect">
            <a:avLst/>
          </a:prstGeom>
          <a:pattFill prst="shingl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82339278-156A-B6B1-B5EE-1AA18703FA17}"/>
              </a:ext>
            </a:extLst>
          </p:cNvPr>
          <p:cNvSpPr/>
          <p:nvPr/>
        </p:nvSpPr>
        <p:spPr>
          <a:xfrm>
            <a:off x="2836333" y="5842000"/>
            <a:ext cx="1100667" cy="889000"/>
          </a:xfrm>
          <a:prstGeom prst="rect">
            <a:avLst/>
          </a:prstGeom>
          <a:pattFill prst="wav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8548425-BF07-D349-5DF9-F2ADCF1C98F4}"/>
              </a:ext>
            </a:extLst>
          </p:cNvPr>
          <p:cNvSpPr/>
          <p:nvPr/>
        </p:nvSpPr>
        <p:spPr>
          <a:xfrm>
            <a:off x="4191000" y="5842000"/>
            <a:ext cx="1100667" cy="889000"/>
          </a:xfrm>
          <a:prstGeom prst="rect">
            <a:avLst/>
          </a:prstGeom>
          <a:pattFill prst="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E78ABF27-1685-213E-130F-F8655BABBACC}"/>
              </a:ext>
            </a:extLst>
          </p:cNvPr>
          <p:cNvSpPr/>
          <p:nvPr/>
        </p:nvSpPr>
        <p:spPr>
          <a:xfrm>
            <a:off x="5545667" y="5842000"/>
            <a:ext cx="1100666" cy="889000"/>
          </a:xfrm>
          <a:prstGeom prst="rect">
            <a:avLst/>
          </a:prstGeom>
          <a:pattFill prst="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7BF2701-686F-EBBF-6C43-A278342CC4AA}"/>
              </a:ext>
            </a:extLst>
          </p:cNvPr>
          <p:cNvSpPr/>
          <p:nvPr/>
        </p:nvSpPr>
        <p:spPr>
          <a:xfrm>
            <a:off x="6900333" y="5842000"/>
            <a:ext cx="1100667" cy="889000"/>
          </a:xfrm>
          <a:prstGeom prst="rect">
            <a:avLst/>
          </a:prstGeom>
          <a:pattFill prst="cros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8B9D2B1C-451E-D54C-E971-A6A52463E545}"/>
              </a:ext>
            </a:extLst>
          </p:cNvPr>
          <p:cNvSpPr/>
          <p:nvPr/>
        </p:nvSpPr>
        <p:spPr>
          <a:xfrm>
            <a:off x="8255000" y="5842000"/>
            <a:ext cx="1100667" cy="889000"/>
          </a:xfrm>
          <a:prstGeom prst="rect">
            <a:avLst/>
          </a:prstGeom>
          <a:pattFill prst="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D49FF7B-8EC7-BFD3-7A24-5A3571ADF84B}"/>
              </a:ext>
            </a:extLst>
          </p:cNvPr>
          <p:cNvSpPr/>
          <p:nvPr/>
        </p:nvSpPr>
        <p:spPr>
          <a:xfrm>
            <a:off x="9609666" y="5842000"/>
            <a:ext cx="1100667" cy="889000"/>
          </a:xfrm>
          <a:prstGeom prst="rect">
            <a:avLst/>
          </a:prstGeom>
          <a:pattFill prst="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339004D-7D99-F280-9E33-6CBCA5DCB2DD}"/>
              </a:ext>
            </a:extLst>
          </p:cNvPr>
          <p:cNvSpPr/>
          <p:nvPr/>
        </p:nvSpPr>
        <p:spPr>
          <a:xfrm>
            <a:off x="10964333" y="5842000"/>
            <a:ext cx="1100667" cy="889000"/>
          </a:xfrm>
          <a:prstGeom prst="rect">
            <a:avLst/>
          </a:prstGeom>
          <a:pattFill prst="diagCros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7850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2026-10-08T08:23:53Z</dcterms:created>
  <dcterms:modified xsi:type="dcterms:W3CDTF">2026-10-08T08:23:53Z</dcterms:modified>
</cp:coreProperties>
</file>