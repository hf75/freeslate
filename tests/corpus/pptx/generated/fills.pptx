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191F4E-AEA4-6B06-0DD5-572D705A4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650281-78FF-2630-E427-21843544B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29A6C3B-8D1A-E4DB-0617-636EF69F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E627DC-B86B-8CA2-7C32-AE8AF5A1D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66DEBF-C742-8962-AA55-0BCE42860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0307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A7E916-8FB0-A648-D8C4-DA5A7F36A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55CB40-6B0B-6774-06BC-F4819C3A7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8CA0B2-7330-23CC-5C38-81F798721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66A987-0CE1-3923-3EAB-4ECF96A69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F50F90-F197-2506-6836-37666C556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2048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1DC526-F238-A986-B453-67F6B9C36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3362D9-2472-6956-F2E4-6260A8CF61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4EF427-15C4-896E-29A8-9C6A780CA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A2E6B4-7F4A-0942-1C5D-68B2F01DD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DADBC9-B5BB-3DA4-DB1A-EE63F69DF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5983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67FCA-D5CE-286A-557C-418E5B522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981859-22DC-3806-8A5B-136140EE1F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8B5ABB-3E75-91FE-A52C-823EEF76D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D8DADF6-7C1A-AF0F-D5A0-9624340B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8B3AE04-8F35-836C-34A5-C313EFC83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132FB6-4631-3F6C-4A21-BDD7EACCF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9209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448C9D-B356-DEFD-5133-0D6C1EADB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06E3BF-F263-4A70-5366-867174FF5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E20B62-2967-C117-D603-ADF109A5BF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4244A20-C60D-4B11-D588-1D7EFC0524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143390E-8AF8-9ED9-A3DC-84A273BCF1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3019029-9CBF-8AFA-7B6E-75BA63B9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DC5B713-77E6-EA4A-5EB8-675429042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DA722E5-9343-4BB5-BD63-D853F0220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641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D4B9F7-D593-D2A4-8D80-904722150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6D4F4E5-EDFC-56C5-4520-5D12D7DBA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6D54C4-81AD-55E2-54E0-F7A3A3D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089E82-E86D-CB27-5B48-D704A8722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1551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588B3F3-3DD7-91D1-D2F6-986A5264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825694-2935-D4B1-A058-E909CA0D1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BDB84E-0880-137E-3203-DD2CDD4DA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301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5250B2-63E9-6D3C-AAB1-0E0B797D6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6CA438-D308-2054-8BDB-418017F1A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EB7E59-D303-4087-13D4-FA60DC7068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881A944-B2F2-D039-07F8-48FEECA56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14B85-A1DD-35BF-607F-019A45BE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321588B-AB77-7BDA-5D63-F57390D12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8921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7376AC-F71E-7450-0C91-5866CDA68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23E7106-85D4-C19C-CC5C-E269B354906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03F093B-9B76-167E-571B-C0B352B77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B510934-46D6-F719-BE9C-24E88B50F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D2E9DD9-99CD-D5C7-1AE9-C8C7481EA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BAFCF1E-7892-3153-A89A-59BE395B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5586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FCF058-0656-252B-D878-008054076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7CAF2AE-8C4C-AC5D-677A-0923A19DBC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CC13B-F52D-C413-D759-8911217D9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C1F807-D362-FCE2-FD31-9AEB6A936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B1AD06-37F2-4BD3-38EE-3934E27D3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10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A214DEF-5C24-AF5C-DBA3-2CB1431CED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8ADF3C7-7424-2462-10EA-55DEA9D8AB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968A58-B3F4-0B6B-9746-A6DF9EEEA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B033E5-33AE-4316-5615-91D6C931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5DFAF6-84CE-4462-DB2A-3A819102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056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A9D3CE0-41A1-AAC8-2DFD-428C5FD72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8014A1-2E03-B14E-C29F-D9D8C2C27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F3F565-9B4B-960E-6683-EEECF87A29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7194E1-7AB7-4C19-9A54-266CF35DBFE8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995E8F-B409-8A80-5B3E-41F1997EBE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28A04F-EF09-6982-8287-1A4B22FF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5CA287-20CA-4900-B098-91820305D6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37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A6374CB-B874-C460-080E-93964B6A84C8}"/>
              </a:ext>
            </a:extLst>
          </p:cNvPr>
          <p:cNvSpPr/>
          <p:nvPr/>
        </p:nvSpPr>
        <p:spPr>
          <a:xfrm>
            <a:off x="508000" y="508000"/>
            <a:ext cx="1524000" cy="1651000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2AD4AF-7DB0-7E43-4749-5172F4F0C9B5}"/>
              </a:ext>
            </a:extLst>
          </p:cNvPr>
          <p:cNvSpPr/>
          <p:nvPr/>
        </p:nvSpPr>
        <p:spPr>
          <a:xfrm>
            <a:off x="508000" y="2540000"/>
            <a:ext cx="1524000" cy="1651000"/>
          </a:xfrm>
          <a:prstGeom prst="rect">
            <a:avLst/>
          </a:prstGeom>
          <a:solidFill>
            <a:srgbClr val="C0000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158243E-6EDC-6780-4F88-05C26CB631FA}"/>
              </a:ext>
            </a:extLst>
          </p:cNvPr>
          <p:cNvSpPr/>
          <p:nvPr/>
        </p:nvSpPr>
        <p:spPr>
          <a:xfrm>
            <a:off x="508000" y="4572000"/>
            <a:ext cx="1524000" cy="1651000"/>
          </a:xfrm>
          <a:prstGeom prst="rect">
            <a:avLst/>
          </a:prstGeom>
          <a:solidFill>
            <a:srgbClr val="C0000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A87D0EB-CB4B-0D7D-7012-CAAA2B59FF0E}"/>
              </a:ext>
            </a:extLst>
          </p:cNvPr>
          <p:cNvSpPr/>
          <p:nvPr/>
        </p:nvSpPr>
        <p:spPr>
          <a:xfrm>
            <a:off x="2413000" y="508000"/>
            <a:ext cx="1524000" cy="1651000"/>
          </a:xfrm>
          <a:prstGeom prst="rect">
            <a:avLst/>
          </a:prstGeom>
          <a:solidFill>
            <a:srgbClr val="007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950A7EC-D584-18FF-8463-29618EF41ABC}"/>
              </a:ext>
            </a:extLst>
          </p:cNvPr>
          <p:cNvSpPr/>
          <p:nvPr/>
        </p:nvSpPr>
        <p:spPr>
          <a:xfrm>
            <a:off x="2413000" y="2540000"/>
            <a:ext cx="1524000" cy="1651000"/>
          </a:xfrm>
          <a:prstGeom prst="rect">
            <a:avLst/>
          </a:prstGeom>
          <a:solidFill>
            <a:srgbClr val="0070C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9463504-17D4-8C85-9848-EC9115ACABF6}"/>
              </a:ext>
            </a:extLst>
          </p:cNvPr>
          <p:cNvSpPr/>
          <p:nvPr/>
        </p:nvSpPr>
        <p:spPr>
          <a:xfrm>
            <a:off x="2413000" y="4572000"/>
            <a:ext cx="1524000" cy="1651000"/>
          </a:xfrm>
          <a:prstGeom prst="rect">
            <a:avLst/>
          </a:prstGeom>
          <a:solidFill>
            <a:srgbClr val="0070C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49EE488-BCCD-E143-8B5E-4D1B187BDCC2}"/>
              </a:ext>
            </a:extLst>
          </p:cNvPr>
          <p:cNvSpPr/>
          <p:nvPr/>
        </p:nvSpPr>
        <p:spPr>
          <a:xfrm>
            <a:off x="4318000" y="508000"/>
            <a:ext cx="1524000" cy="1651000"/>
          </a:xfrm>
          <a:prstGeom prst="rect">
            <a:avLst/>
          </a:prstGeom>
          <a:solidFill>
            <a:srgbClr val="00B05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499CDF-6BF9-E5E5-C654-A395034FCE1B}"/>
              </a:ext>
            </a:extLst>
          </p:cNvPr>
          <p:cNvSpPr/>
          <p:nvPr/>
        </p:nvSpPr>
        <p:spPr>
          <a:xfrm>
            <a:off x="4318000" y="2540000"/>
            <a:ext cx="1524000" cy="1651000"/>
          </a:xfrm>
          <a:prstGeom prst="rect">
            <a:avLst/>
          </a:prstGeom>
          <a:solidFill>
            <a:srgbClr val="00B05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15AF360-BEE9-7769-415C-CF3ADDAF8FF6}"/>
              </a:ext>
            </a:extLst>
          </p:cNvPr>
          <p:cNvSpPr/>
          <p:nvPr/>
        </p:nvSpPr>
        <p:spPr>
          <a:xfrm>
            <a:off x="4318000" y="4572000"/>
            <a:ext cx="1524000" cy="1651000"/>
          </a:xfrm>
          <a:prstGeom prst="rect">
            <a:avLst/>
          </a:prstGeom>
          <a:solidFill>
            <a:srgbClr val="00B05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B82BB4-1B8E-3485-74C5-05AD3455CEE8}"/>
              </a:ext>
            </a:extLst>
          </p:cNvPr>
          <p:cNvSpPr/>
          <p:nvPr/>
        </p:nvSpPr>
        <p:spPr>
          <a:xfrm>
            <a:off x="6223000" y="508000"/>
            <a:ext cx="1524000" cy="1651000"/>
          </a:xfrm>
          <a:prstGeom prst="rect">
            <a:avLst/>
          </a:prstGeom>
          <a:solidFill>
            <a:srgbClr val="FFC0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05F71BA-F12C-F7DB-7060-722C6604195F}"/>
              </a:ext>
            </a:extLst>
          </p:cNvPr>
          <p:cNvSpPr/>
          <p:nvPr/>
        </p:nvSpPr>
        <p:spPr>
          <a:xfrm>
            <a:off x="6223000" y="2540000"/>
            <a:ext cx="1524000" cy="1651000"/>
          </a:xfrm>
          <a:prstGeom prst="rect">
            <a:avLst/>
          </a:prstGeom>
          <a:solidFill>
            <a:srgbClr val="FFC00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3FEF94F-09EA-73E9-C9A9-836E101573B3}"/>
              </a:ext>
            </a:extLst>
          </p:cNvPr>
          <p:cNvSpPr/>
          <p:nvPr/>
        </p:nvSpPr>
        <p:spPr>
          <a:xfrm>
            <a:off x="6223000" y="4572000"/>
            <a:ext cx="1524000" cy="1651000"/>
          </a:xfrm>
          <a:prstGeom prst="rect">
            <a:avLst/>
          </a:prstGeom>
          <a:solidFill>
            <a:srgbClr val="FFC00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C49BF5-22D8-C3C4-0F38-8EACA4131039}"/>
              </a:ext>
            </a:extLst>
          </p:cNvPr>
          <p:cNvSpPr/>
          <p:nvPr/>
        </p:nvSpPr>
        <p:spPr>
          <a:xfrm>
            <a:off x="8128000" y="508000"/>
            <a:ext cx="1524000" cy="1651000"/>
          </a:xfrm>
          <a:prstGeom prst="rect">
            <a:avLst/>
          </a:prstGeom>
          <a:solidFill>
            <a:srgbClr val="7030A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17872A3-8A5D-7631-9125-B2B7735EF9BA}"/>
              </a:ext>
            </a:extLst>
          </p:cNvPr>
          <p:cNvSpPr/>
          <p:nvPr/>
        </p:nvSpPr>
        <p:spPr>
          <a:xfrm>
            <a:off x="8128000" y="2540000"/>
            <a:ext cx="1524000" cy="1651000"/>
          </a:xfrm>
          <a:prstGeom prst="rect">
            <a:avLst/>
          </a:prstGeom>
          <a:solidFill>
            <a:srgbClr val="7030A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EBD3402-0505-AB66-CFE5-33CCA5502169}"/>
              </a:ext>
            </a:extLst>
          </p:cNvPr>
          <p:cNvSpPr/>
          <p:nvPr/>
        </p:nvSpPr>
        <p:spPr>
          <a:xfrm>
            <a:off x="8128000" y="4572000"/>
            <a:ext cx="1524000" cy="1651000"/>
          </a:xfrm>
          <a:prstGeom prst="rect">
            <a:avLst/>
          </a:prstGeom>
          <a:solidFill>
            <a:srgbClr val="7030A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88EC17CF-106D-FD60-548E-42CD006E2CF7}"/>
              </a:ext>
            </a:extLst>
          </p:cNvPr>
          <p:cNvSpPr/>
          <p:nvPr/>
        </p:nvSpPr>
        <p:spPr>
          <a:xfrm>
            <a:off x="10033000" y="508000"/>
            <a:ext cx="1524000" cy="1651000"/>
          </a:xfrm>
          <a:prstGeom prst="rect">
            <a:avLst/>
          </a:prstGeom>
          <a:solidFill>
            <a:srgbClr val="404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C780F75-5AA9-531D-AC61-0951E3BB4485}"/>
              </a:ext>
            </a:extLst>
          </p:cNvPr>
          <p:cNvSpPr/>
          <p:nvPr/>
        </p:nvSpPr>
        <p:spPr>
          <a:xfrm>
            <a:off x="10033000" y="2540000"/>
            <a:ext cx="1524000" cy="1651000"/>
          </a:xfrm>
          <a:prstGeom prst="rect">
            <a:avLst/>
          </a:prstGeom>
          <a:solidFill>
            <a:srgbClr val="404040">
              <a:alpha val="6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9A2EE3A-293C-12AE-27EF-C68553683751}"/>
              </a:ext>
            </a:extLst>
          </p:cNvPr>
          <p:cNvSpPr/>
          <p:nvPr/>
        </p:nvSpPr>
        <p:spPr>
          <a:xfrm>
            <a:off x="10033000" y="4572000"/>
            <a:ext cx="1524000" cy="1651000"/>
          </a:xfrm>
          <a:prstGeom prst="rect">
            <a:avLst/>
          </a:prstGeom>
          <a:solidFill>
            <a:srgbClr val="404040">
              <a:alpha val="3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897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72BB98C7-09E6-CEC6-5CD3-E425B40F23AF}"/>
              </a:ext>
            </a:extLst>
          </p:cNvPr>
          <p:cNvSpPr/>
          <p:nvPr/>
        </p:nvSpPr>
        <p:spPr>
          <a:xfrm>
            <a:off x="508000" y="381000"/>
            <a:ext cx="1524000" cy="889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3116453-E5CD-6A19-1637-280AC20090AF}"/>
              </a:ext>
            </a:extLst>
          </p:cNvPr>
          <p:cNvSpPr/>
          <p:nvPr/>
        </p:nvSpPr>
        <p:spPr>
          <a:xfrm>
            <a:off x="508000" y="1422400"/>
            <a:ext cx="1524000" cy="889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1901BE3-5FED-4B2D-4489-AD5766BD50EC}"/>
              </a:ext>
            </a:extLst>
          </p:cNvPr>
          <p:cNvSpPr/>
          <p:nvPr/>
        </p:nvSpPr>
        <p:spPr>
          <a:xfrm>
            <a:off x="508000" y="2463800"/>
            <a:ext cx="1524000" cy="889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95255B3-1BD6-0BF8-2E10-718DF3663B63}"/>
              </a:ext>
            </a:extLst>
          </p:cNvPr>
          <p:cNvSpPr/>
          <p:nvPr/>
        </p:nvSpPr>
        <p:spPr>
          <a:xfrm>
            <a:off x="508000" y="3505200"/>
            <a:ext cx="1524000" cy="889000"/>
          </a:xfrm>
          <a:prstGeom prst="rect">
            <a:avLst/>
          </a:prstGeom>
          <a:solidFill>
            <a:schemeClr val="accent1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7B627CC-7992-F111-A401-1AB07EF3FF5C}"/>
              </a:ext>
            </a:extLst>
          </p:cNvPr>
          <p:cNvSpPr/>
          <p:nvPr/>
        </p:nvSpPr>
        <p:spPr>
          <a:xfrm>
            <a:off x="508000" y="4546600"/>
            <a:ext cx="1524000" cy="8890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A27B403-B258-8895-C6CB-9AEB1ACB1F90}"/>
              </a:ext>
            </a:extLst>
          </p:cNvPr>
          <p:cNvSpPr/>
          <p:nvPr/>
        </p:nvSpPr>
        <p:spPr>
          <a:xfrm>
            <a:off x="508000" y="5588000"/>
            <a:ext cx="1524000" cy="889000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C127284-6B1E-A38D-F242-643727B81201}"/>
              </a:ext>
            </a:extLst>
          </p:cNvPr>
          <p:cNvSpPr/>
          <p:nvPr/>
        </p:nvSpPr>
        <p:spPr>
          <a:xfrm>
            <a:off x="2413000" y="381000"/>
            <a:ext cx="1524000" cy="889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B118CE-6F17-8F1B-7A0C-9E1BDA99B46B}"/>
              </a:ext>
            </a:extLst>
          </p:cNvPr>
          <p:cNvSpPr/>
          <p:nvPr/>
        </p:nvSpPr>
        <p:spPr>
          <a:xfrm>
            <a:off x="2413000" y="1422400"/>
            <a:ext cx="1524000" cy="889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81607E7-1B4B-3111-4811-60B329DFE761}"/>
              </a:ext>
            </a:extLst>
          </p:cNvPr>
          <p:cNvSpPr/>
          <p:nvPr/>
        </p:nvSpPr>
        <p:spPr>
          <a:xfrm>
            <a:off x="2413000" y="2463800"/>
            <a:ext cx="1524000" cy="889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8B6C10C-83F5-1B3F-6125-516CBAD63829}"/>
              </a:ext>
            </a:extLst>
          </p:cNvPr>
          <p:cNvSpPr/>
          <p:nvPr/>
        </p:nvSpPr>
        <p:spPr>
          <a:xfrm>
            <a:off x="2413000" y="3505200"/>
            <a:ext cx="1524000" cy="889000"/>
          </a:xfrm>
          <a:prstGeom prst="rect">
            <a:avLst/>
          </a:prstGeom>
          <a:solidFill>
            <a:schemeClr val="accent2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138891E-A344-1B60-5F58-D9F32BD4A037}"/>
              </a:ext>
            </a:extLst>
          </p:cNvPr>
          <p:cNvSpPr/>
          <p:nvPr/>
        </p:nvSpPr>
        <p:spPr>
          <a:xfrm>
            <a:off x="2413000" y="4546600"/>
            <a:ext cx="1524000" cy="889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74398F3-532E-AE98-CBB1-0364CA363520}"/>
              </a:ext>
            </a:extLst>
          </p:cNvPr>
          <p:cNvSpPr/>
          <p:nvPr/>
        </p:nvSpPr>
        <p:spPr>
          <a:xfrm>
            <a:off x="2413000" y="5588000"/>
            <a:ext cx="1524000" cy="889000"/>
          </a:xfrm>
          <a:prstGeom prst="rect">
            <a:avLst/>
          </a:prstGeom>
          <a:solidFill>
            <a:schemeClr val="accent2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3EC4BFD-7A61-898F-7896-3ABBF0615083}"/>
              </a:ext>
            </a:extLst>
          </p:cNvPr>
          <p:cNvSpPr/>
          <p:nvPr/>
        </p:nvSpPr>
        <p:spPr>
          <a:xfrm>
            <a:off x="4318000" y="381000"/>
            <a:ext cx="1524000" cy="889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2707BFD-0DEC-F607-BE6A-8C82E276FCF2}"/>
              </a:ext>
            </a:extLst>
          </p:cNvPr>
          <p:cNvSpPr/>
          <p:nvPr/>
        </p:nvSpPr>
        <p:spPr>
          <a:xfrm>
            <a:off x="4318000" y="1422400"/>
            <a:ext cx="1524000" cy="8890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11F9591-A8E2-CF99-2F46-5E69FB0C53A6}"/>
              </a:ext>
            </a:extLst>
          </p:cNvPr>
          <p:cNvSpPr/>
          <p:nvPr/>
        </p:nvSpPr>
        <p:spPr>
          <a:xfrm>
            <a:off x="4318000" y="2463800"/>
            <a:ext cx="1524000" cy="889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256D3D1-8B00-A2E0-C508-2B824EC44C43}"/>
              </a:ext>
            </a:extLst>
          </p:cNvPr>
          <p:cNvSpPr/>
          <p:nvPr/>
        </p:nvSpPr>
        <p:spPr>
          <a:xfrm>
            <a:off x="4318000" y="3505200"/>
            <a:ext cx="1524000" cy="889000"/>
          </a:xfrm>
          <a:prstGeom prst="rect">
            <a:avLst/>
          </a:prstGeom>
          <a:solidFill>
            <a:schemeClr val="accent3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CC91CDA-F204-7A95-6814-9FDC17083973}"/>
              </a:ext>
            </a:extLst>
          </p:cNvPr>
          <p:cNvSpPr/>
          <p:nvPr/>
        </p:nvSpPr>
        <p:spPr>
          <a:xfrm>
            <a:off x="4318000" y="4546600"/>
            <a:ext cx="1524000" cy="88900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D203CF8-5DB6-D9B7-9EF3-4DDA77686210}"/>
              </a:ext>
            </a:extLst>
          </p:cNvPr>
          <p:cNvSpPr/>
          <p:nvPr/>
        </p:nvSpPr>
        <p:spPr>
          <a:xfrm>
            <a:off x="4318000" y="5588000"/>
            <a:ext cx="1524000" cy="889000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D313FFF-FC58-7D25-72F1-284899A4AAC9}"/>
              </a:ext>
            </a:extLst>
          </p:cNvPr>
          <p:cNvSpPr/>
          <p:nvPr/>
        </p:nvSpPr>
        <p:spPr>
          <a:xfrm>
            <a:off x="6223000" y="381000"/>
            <a:ext cx="1524000" cy="889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A5BA1D0-B7CD-B430-15F9-391D95231425}"/>
              </a:ext>
            </a:extLst>
          </p:cNvPr>
          <p:cNvSpPr/>
          <p:nvPr/>
        </p:nvSpPr>
        <p:spPr>
          <a:xfrm>
            <a:off x="6223000" y="1422400"/>
            <a:ext cx="1524000" cy="889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5111CDB-C4F1-FEB9-CFB7-347477661D76}"/>
              </a:ext>
            </a:extLst>
          </p:cNvPr>
          <p:cNvSpPr/>
          <p:nvPr/>
        </p:nvSpPr>
        <p:spPr>
          <a:xfrm>
            <a:off x="6223000" y="2463800"/>
            <a:ext cx="1524000" cy="889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17A932C-646C-2FDB-8D7B-99D92F49B13C}"/>
              </a:ext>
            </a:extLst>
          </p:cNvPr>
          <p:cNvSpPr/>
          <p:nvPr/>
        </p:nvSpPr>
        <p:spPr>
          <a:xfrm>
            <a:off x="6223000" y="3505200"/>
            <a:ext cx="1524000" cy="889000"/>
          </a:xfrm>
          <a:prstGeom prst="rect">
            <a:avLst/>
          </a:prstGeom>
          <a:solidFill>
            <a:schemeClr val="accent4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466CE9B-9E6C-8BA0-B8CD-8E3443F7DE9A}"/>
              </a:ext>
            </a:extLst>
          </p:cNvPr>
          <p:cNvSpPr/>
          <p:nvPr/>
        </p:nvSpPr>
        <p:spPr>
          <a:xfrm>
            <a:off x="6223000" y="4546600"/>
            <a:ext cx="1524000" cy="889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243DD34-6192-5938-790B-584D2FFE11F0}"/>
              </a:ext>
            </a:extLst>
          </p:cNvPr>
          <p:cNvSpPr/>
          <p:nvPr/>
        </p:nvSpPr>
        <p:spPr>
          <a:xfrm>
            <a:off x="6223000" y="5588000"/>
            <a:ext cx="1524000" cy="88900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5CEC58A5-BAEC-0BF9-719C-5609758CF055}"/>
              </a:ext>
            </a:extLst>
          </p:cNvPr>
          <p:cNvSpPr/>
          <p:nvPr/>
        </p:nvSpPr>
        <p:spPr>
          <a:xfrm>
            <a:off x="8128000" y="381000"/>
            <a:ext cx="1524000" cy="889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FDF7FF8-ECC9-88F3-7E97-AC61F593CB95}"/>
              </a:ext>
            </a:extLst>
          </p:cNvPr>
          <p:cNvSpPr/>
          <p:nvPr/>
        </p:nvSpPr>
        <p:spPr>
          <a:xfrm>
            <a:off x="8128000" y="1422400"/>
            <a:ext cx="1524000" cy="889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CDEFAB7-B55F-F01D-782A-678FB81AF763}"/>
              </a:ext>
            </a:extLst>
          </p:cNvPr>
          <p:cNvSpPr/>
          <p:nvPr/>
        </p:nvSpPr>
        <p:spPr>
          <a:xfrm>
            <a:off x="8128000" y="2463800"/>
            <a:ext cx="1524000" cy="8890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4249420-0FCE-8B40-51A2-43241C0E4ED9}"/>
              </a:ext>
            </a:extLst>
          </p:cNvPr>
          <p:cNvSpPr/>
          <p:nvPr/>
        </p:nvSpPr>
        <p:spPr>
          <a:xfrm>
            <a:off x="8128000" y="3505200"/>
            <a:ext cx="1524000" cy="889000"/>
          </a:xfrm>
          <a:prstGeom prst="rect">
            <a:avLst/>
          </a:prstGeom>
          <a:solidFill>
            <a:schemeClr val="accent5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A6C50D-8F0A-F17A-AF75-C878CC463D75}"/>
              </a:ext>
            </a:extLst>
          </p:cNvPr>
          <p:cNvSpPr/>
          <p:nvPr/>
        </p:nvSpPr>
        <p:spPr>
          <a:xfrm>
            <a:off x="8128000" y="4546600"/>
            <a:ext cx="1524000" cy="8890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1801ED0-AB86-5949-72E0-01E4FDA450FB}"/>
              </a:ext>
            </a:extLst>
          </p:cNvPr>
          <p:cNvSpPr/>
          <p:nvPr/>
        </p:nvSpPr>
        <p:spPr>
          <a:xfrm>
            <a:off x="8128000" y="5588000"/>
            <a:ext cx="1524000" cy="889000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D0BBBB8-450D-7440-208C-1AE5AA86A710}"/>
              </a:ext>
            </a:extLst>
          </p:cNvPr>
          <p:cNvSpPr/>
          <p:nvPr/>
        </p:nvSpPr>
        <p:spPr>
          <a:xfrm>
            <a:off x="10033000" y="381000"/>
            <a:ext cx="1524000" cy="889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D422DCA4-3296-C03D-A29A-932F89669006}"/>
              </a:ext>
            </a:extLst>
          </p:cNvPr>
          <p:cNvSpPr/>
          <p:nvPr/>
        </p:nvSpPr>
        <p:spPr>
          <a:xfrm>
            <a:off x="10033000" y="1422400"/>
            <a:ext cx="1524000" cy="889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78B4879-80DC-5387-BE13-2486C34AA827}"/>
              </a:ext>
            </a:extLst>
          </p:cNvPr>
          <p:cNvSpPr/>
          <p:nvPr/>
        </p:nvSpPr>
        <p:spPr>
          <a:xfrm>
            <a:off x="10033000" y="2463800"/>
            <a:ext cx="1524000" cy="889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982CD38-40BB-9C8F-E11D-FC268B45DCE8}"/>
              </a:ext>
            </a:extLst>
          </p:cNvPr>
          <p:cNvSpPr/>
          <p:nvPr/>
        </p:nvSpPr>
        <p:spPr>
          <a:xfrm>
            <a:off x="10033000" y="3505200"/>
            <a:ext cx="1524000" cy="889000"/>
          </a:xfrm>
          <a:prstGeom prst="rect">
            <a:avLst/>
          </a:prstGeom>
          <a:solidFill>
            <a:schemeClr val="accent6">
              <a:lumMod val="10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5A6F445-5335-8015-DC06-30475CBD70A0}"/>
              </a:ext>
            </a:extLst>
          </p:cNvPr>
          <p:cNvSpPr/>
          <p:nvPr/>
        </p:nvSpPr>
        <p:spPr>
          <a:xfrm>
            <a:off x="10033000" y="4546600"/>
            <a:ext cx="1524000" cy="88900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33D255CA-141B-C08A-3787-1B56602F8434}"/>
              </a:ext>
            </a:extLst>
          </p:cNvPr>
          <p:cNvSpPr/>
          <p:nvPr/>
        </p:nvSpPr>
        <p:spPr>
          <a:xfrm>
            <a:off x="10033000" y="5588000"/>
            <a:ext cx="1524000" cy="889000"/>
          </a:xfrm>
          <a:prstGeom prst="rect">
            <a:avLst/>
          </a:prstGeom>
          <a:solidFill>
            <a:schemeClr val="accent6">
              <a:lumMod val="50000"/>
            </a:scheme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8066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965B4740-C325-E0C4-8117-312FCF122B61}"/>
              </a:ext>
            </a:extLst>
          </p:cNvPr>
          <p:cNvSpPr/>
          <p:nvPr/>
        </p:nvSpPr>
        <p:spPr>
          <a:xfrm>
            <a:off x="254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8130FCCD-9446-6C4A-A704-396D1B1FC1A7}"/>
              </a:ext>
            </a:extLst>
          </p:cNvPr>
          <p:cNvSpPr/>
          <p:nvPr/>
        </p:nvSpPr>
        <p:spPr>
          <a:xfrm>
            <a:off x="2286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FD05C16F-C8E0-57A9-20EE-F1811393572D}"/>
              </a:ext>
            </a:extLst>
          </p:cNvPr>
          <p:cNvSpPr/>
          <p:nvPr/>
        </p:nvSpPr>
        <p:spPr>
          <a:xfrm>
            <a:off x="4318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37A71AD4-B4C2-4C33-BFE9-67138E3FB030}"/>
              </a:ext>
            </a:extLst>
          </p:cNvPr>
          <p:cNvSpPr/>
          <p:nvPr/>
        </p:nvSpPr>
        <p:spPr>
          <a:xfrm>
            <a:off x="6350000" y="1905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C748F408-F8B4-86D9-59B6-3F6DB41D3CE9}"/>
              </a:ext>
            </a:extLst>
          </p:cNvPr>
          <p:cNvSpPr/>
          <p:nvPr/>
        </p:nvSpPr>
        <p:spPr>
          <a:xfrm>
            <a:off x="8382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8710612-7FDC-28E5-87F2-4AFB9D9FCFD9}"/>
              </a:ext>
            </a:extLst>
          </p:cNvPr>
          <p:cNvSpPr/>
          <p:nvPr/>
        </p:nvSpPr>
        <p:spPr>
          <a:xfrm>
            <a:off x="10414000" y="190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60D890E-9525-B457-FB4B-E1E8B1348D46}"/>
              </a:ext>
            </a:extLst>
          </p:cNvPr>
          <p:cNvSpPr/>
          <p:nvPr/>
        </p:nvSpPr>
        <p:spPr>
          <a:xfrm>
            <a:off x="254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EBAE1A5-8A89-58E8-F9EC-B18BDF045E2E}"/>
              </a:ext>
            </a:extLst>
          </p:cNvPr>
          <p:cNvSpPr/>
          <p:nvPr/>
        </p:nvSpPr>
        <p:spPr>
          <a:xfrm>
            <a:off x="2286000" y="1905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72143312-966C-CC9F-834F-C4942D6DCA95}"/>
              </a:ext>
            </a:extLst>
          </p:cNvPr>
          <p:cNvSpPr/>
          <p:nvPr/>
        </p:nvSpPr>
        <p:spPr>
          <a:xfrm>
            <a:off x="4318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B5A535E-4DB1-B45B-7B15-AC748F9B75BE}"/>
              </a:ext>
            </a:extLst>
          </p:cNvPr>
          <p:cNvSpPr/>
          <p:nvPr/>
        </p:nvSpPr>
        <p:spPr>
          <a:xfrm>
            <a:off x="6350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8F755D79-F75E-3C6B-ECD3-E7CFBFCBEF52}"/>
              </a:ext>
            </a:extLst>
          </p:cNvPr>
          <p:cNvSpPr/>
          <p:nvPr/>
        </p:nvSpPr>
        <p:spPr>
          <a:xfrm>
            <a:off x="8382000" y="1905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F23AAEB-956A-57D1-32B1-518B6B920CB3}"/>
              </a:ext>
            </a:extLst>
          </p:cNvPr>
          <p:cNvSpPr/>
          <p:nvPr/>
        </p:nvSpPr>
        <p:spPr>
          <a:xfrm>
            <a:off x="10414000" y="1905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35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DFC52A8F-13C9-03A2-2000-ECA790460092}"/>
              </a:ext>
            </a:extLst>
          </p:cNvPr>
          <p:cNvSpPr/>
          <p:nvPr/>
        </p:nvSpPr>
        <p:spPr>
          <a:xfrm>
            <a:off x="254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E268459-9801-70E0-8149-6CC5AC01D3FF}"/>
              </a:ext>
            </a:extLst>
          </p:cNvPr>
          <p:cNvSpPr/>
          <p:nvPr/>
        </p:nvSpPr>
        <p:spPr>
          <a:xfrm>
            <a:off x="2286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790EBA62-A543-C8AF-4566-A405A64A6CE9}"/>
              </a:ext>
            </a:extLst>
          </p:cNvPr>
          <p:cNvSpPr/>
          <p:nvPr/>
        </p:nvSpPr>
        <p:spPr>
          <a:xfrm>
            <a:off x="4318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CD155B58-14F9-9035-66BF-CA4E38D9E287}"/>
              </a:ext>
            </a:extLst>
          </p:cNvPr>
          <p:cNvSpPr/>
          <p:nvPr/>
        </p:nvSpPr>
        <p:spPr>
          <a:xfrm>
            <a:off x="6350000" y="36195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lin ang="189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3FF6B052-9390-1C15-BEFA-2548780013C0}"/>
              </a:ext>
            </a:extLst>
          </p:cNvPr>
          <p:cNvSpPr/>
          <p:nvPr/>
        </p:nvSpPr>
        <p:spPr>
          <a:xfrm>
            <a:off x="8382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r="100000" b="100000"/>
            </a:path>
            <a:tileRect l="-100000" t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8C397B7C-FAD5-9A9F-E257-0A162314E212}"/>
              </a:ext>
            </a:extLst>
          </p:cNvPr>
          <p:cNvSpPr/>
          <p:nvPr/>
        </p:nvSpPr>
        <p:spPr>
          <a:xfrm>
            <a:off x="10414000" y="36195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100000" b="100000"/>
            </a:path>
            <a:tileRect t="-100000" r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5E9FE514-0120-E313-B43C-9D8850225EC9}"/>
              </a:ext>
            </a:extLst>
          </p:cNvPr>
          <p:cNvSpPr/>
          <p:nvPr/>
        </p:nvSpPr>
        <p:spPr>
          <a:xfrm>
            <a:off x="254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t="100000" r="100000"/>
            </a:path>
            <a:tileRect l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1E31A004-22C9-63A4-21DC-92AE91606F6B}"/>
              </a:ext>
            </a:extLst>
          </p:cNvPr>
          <p:cNvSpPr/>
          <p:nvPr/>
        </p:nvSpPr>
        <p:spPr>
          <a:xfrm>
            <a:off x="2286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9DC09655-10AD-69D5-554E-AE767CCF3D3A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C9344076-87A0-DB59-1D0D-E1BFE4C6A6A8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EE4637BB-A3FD-8E06-E542-42F98DF4E12B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ACB4F9F1-6E50-3C29-F2FE-85B8BF430C27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2F2F8925-EF86-E8EB-AE72-5BF42F0E420D}"/>
              </a:ext>
            </a:extLst>
          </p:cNvPr>
          <p:cNvSpPr/>
          <p:nvPr/>
        </p:nvSpPr>
        <p:spPr>
          <a:xfrm>
            <a:off x="4318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8D0E4132-62F3-BD4A-DE58-E38D27B8A6E7}"/>
              </a:ext>
            </a:extLst>
          </p:cNvPr>
          <p:cNvSpPr/>
          <p:nvPr/>
        </p:nvSpPr>
        <p:spPr>
          <a:xfrm>
            <a:off x="6350000" y="5334000"/>
            <a:ext cx="1524000" cy="1333500"/>
          </a:xfrm>
          <a:prstGeom prst="roundRect">
            <a:avLst/>
          </a:prstGeom>
          <a:gradFill flip="none" rotWithShape="1">
            <a:gsLst>
              <a:gs pos="100000">
                <a:srgbClr val="0070C0"/>
              </a:gs>
              <a:gs pos="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E7A60B89-07B9-FF65-2C72-ACD985BFA36B}"/>
              </a:ext>
            </a:extLst>
          </p:cNvPr>
          <p:cNvSpPr/>
          <p:nvPr/>
        </p:nvSpPr>
        <p:spPr>
          <a:xfrm>
            <a:off x="8382000" y="5334000"/>
            <a:ext cx="1524000" cy="1333500"/>
          </a:xfrm>
          <a:prstGeom prst="roundRect">
            <a:avLst/>
          </a:prstGeom>
          <a:gradFill flip="none" rotWithShape="1">
            <a:gsLst>
              <a:gs pos="0">
                <a:srgbClr val="0070C0"/>
              </a:gs>
              <a:gs pos="50000">
                <a:srgbClr val="FFFFFF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8A9C39E4-1E41-265D-5D53-0EDD26A1F306}"/>
              </a:ext>
            </a:extLst>
          </p:cNvPr>
          <p:cNvSpPr/>
          <p:nvPr/>
        </p:nvSpPr>
        <p:spPr>
          <a:xfrm>
            <a:off x="10414000" y="5334000"/>
            <a:ext cx="1524000" cy="1333500"/>
          </a:xfrm>
          <a:prstGeom prst="roundRect">
            <a:avLst/>
          </a:prstGeom>
          <a:gradFill flip="none" rotWithShape="1">
            <a:gsLst>
              <a:gs pos="50000">
                <a:srgbClr val="0070C0"/>
              </a:gs>
              <a:gs pos="0">
                <a:srgbClr val="FFFFFF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719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7CE2839-21F6-AA76-6F59-916EFD25440D}"/>
              </a:ext>
            </a:extLst>
          </p:cNvPr>
          <p:cNvSpPr/>
          <p:nvPr/>
        </p:nvSpPr>
        <p:spPr>
          <a:xfrm>
            <a:off x="127000" y="127000"/>
            <a:ext cx="1100667" cy="889000"/>
          </a:xfrm>
          <a:prstGeom prst="rect">
            <a:avLst/>
          </a:prstGeom>
          <a:pattFill prst="pct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4CF58CC-8A11-EDF3-CACC-A6BE19BA0A31}"/>
              </a:ext>
            </a:extLst>
          </p:cNvPr>
          <p:cNvSpPr/>
          <p:nvPr/>
        </p:nvSpPr>
        <p:spPr>
          <a:xfrm>
            <a:off x="1481667" y="127000"/>
            <a:ext cx="1100666" cy="889000"/>
          </a:xfrm>
          <a:prstGeom prst="rect">
            <a:avLst/>
          </a:prstGeom>
          <a:pattFill prst="pct1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E4761C3-4C40-3659-F6A0-B5569A37FED4}"/>
              </a:ext>
            </a:extLst>
          </p:cNvPr>
          <p:cNvSpPr/>
          <p:nvPr/>
        </p:nvSpPr>
        <p:spPr>
          <a:xfrm>
            <a:off x="2836333" y="127000"/>
            <a:ext cx="1100667" cy="889000"/>
          </a:xfrm>
          <a:prstGeom prst="rect">
            <a:avLst/>
          </a:prstGeom>
          <a:pattFill prst="pct2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0FDDFC1-10BA-1FE2-713D-7FCBE6F0FBD2}"/>
              </a:ext>
            </a:extLst>
          </p:cNvPr>
          <p:cNvSpPr/>
          <p:nvPr/>
        </p:nvSpPr>
        <p:spPr>
          <a:xfrm>
            <a:off x="4191000" y="127000"/>
            <a:ext cx="1100667" cy="889000"/>
          </a:xfrm>
          <a:prstGeom prst="rect">
            <a:avLst/>
          </a:prstGeom>
          <a:pattFill prst="pct2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149127-94CA-749B-4DF6-8A27F2ED423C}"/>
              </a:ext>
            </a:extLst>
          </p:cNvPr>
          <p:cNvSpPr/>
          <p:nvPr/>
        </p:nvSpPr>
        <p:spPr>
          <a:xfrm>
            <a:off x="5545667" y="127000"/>
            <a:ext cx="1100666" cy="889000"/>
          </a:xfrm>
          <a:prstGeom prst="rect">
            <a:avLst/>
          </a:prstGeom>
          <a:pattFill prst="pct3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64294BD-7DDD-B4D1-8354-5DB1C2BD3D82}"/>
              </a:ext>
            </a:extLst>
          </p:cNvPr>
          <p:cNvSpPr/>
          <p:nvPr/>
        </p:nvSpPr>
        <p:spPr>
          <a:xfrm>
            <a:off x="6900333" y="127000"/>
            <a:ext cx="1100667" cy="889000"/>
          </a:xfrm>
          <a:prstGeom prst="rect">
            <a:avLst/>
          </a:prstGeom>
          <a:pattFill prst="pct4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B15CF6B-10AE-9A9C-FFE7-262486003C04}"/>
              </a:ext>
            </a:extLst>
          </p:cNvPr>
          <p:cNvSpPr/>
          <p:nvPr/>
        </p:nvSpPr>
        <p:spPr>
          <a:xfrm>
            <a:off x="8255000" y="127000"/>
            <a:ext cx="1100667" cy="889000"/>
          </a:xfrm>
          <a:prstGeom prst="rect">
            <a:avLst/>
          </a:prstGeom>
          <a:pattFill prst="pct5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C3A57D-2D34-A22D-D0AE-8B127CA55F52}"/>
              </a:ext>
            </a:extLst>
          </p:cNvPr>
          <p:cNvSpPr/>
          <p:nvPr/>
        </p:nvSpPr>
        <p:spPr>
          <a:xfrm>
            <a:off x="9609666" y="127000"/>
            <a:ext cx="1100667" cy="889000"/>
          </a:xfrm>
          <a:prstGeom prst="rect">
            <a:avLst/>
          </a:prstGeom>
          <a:pattFill prst="pct6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9E15C73-065D-1D4F-A058-79F84BBC0E91}"/>
              </a:ext>
            </a:extLst>
          </p:cNvPr>
          <p:cNvSpPr/>
          <p:nvPr/>
        </p:nvSpPr>
        <p:spPr>
          <a:xfrm>
            <a:off x="10964333" y="127000"/>
            <a:ext cx="1100667" cy="889000"/>
          </a:xfrm>
          <a:prstGeom prst="rect">
            <a:avLst/>
          </a:prstGeom>
          <a:pattFill prst="pct7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4B2B84F-E64D-04FF-4539-482A3CD9BD9E}"/>
              </a:ext>
            </a:extLst>
          </p:cNvPr>
          <p:cNvSpPr/>
          <p:nvPr/>
        </p:nvSpPr>
        <p:spPr>
          <a:xfrm>
            <a:off x="127000" y="1270000"/>
            <a:ext cx="1100667" cy="889000"/>
          </a:xfrm>
          <a:prstGeom prst="rect">
            <a:avLst/>
          </a:prstGeom>
          <a:pattFill prst="pct75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6BAA078-FF18-01C4-CE7E-AF5CB7C265BE}"/>
              </a:ext>
            </a:extLst>
          </p:cNvPr>
          <p:cNvSpPr/>
          <p:nvPr/>
        </p:nvSpPr>
        <p:spPr>
          <a:xfrm>
            <a:off x="1481667" y="1270000"/>
            <a:ext cx="1100666" cy="889000"/>
          </a:xfrm>
          <a:prstGeom prst="rect">
            <a:avLst/>
          </a:prstGeom>
          <a:pattFill prst="pct8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7E616DF-5110-6A78-5A3B-8379015D7923}"/>
              </a:ext>
            </a:extLst>
          </p:cNvPr>
          <p:cNvSpPr/>
          <p:nvPr/>
        </p:nvSpPr>
        <p:spPr>
          <a:xfrm>
            <a:off x="2836333" y="1270000"/>
            <a:ext cx="1100667" cy="889000"/>
          </a:xfrm>
          <a:prstGeom prst="rect">
            <a:avLst/>
          </a:prstGeom>
          <a:pattFill prst="pct90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8DE7CF8-CA06-1F30-7F55-BDE3946B4320}"/>
              </a:ext>
            </a:extLst>
          </p:cNvPr>
          <p:cNvSpPr/>
          <p:nvPr/>
        </p:nvSpPr>
        <p:spPr>
          <a:xfrm>
            <a:off x="4191000" y="1270000"/>
            <a:ext cx="1100667" cy="889000"/>
          </a:xfrm>
          <a:prstGeom prst="rect">
            <a:avLst/>
          </a:prstGeom>
          <a:pattFill prst="dk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29322C0-2858-B94C-78C4-8842E7FFF18E}"/>
              </a:ext>
            </a:extLst>
          </p:cNvPr>
          <p:cNvSpPr/>
          <p:nvPr/>
        </p:nvSpPr>
        <p:spPr>
          <a:xfrm>
            <a:off x="5545667" y="1270000"/>
            <a:ext cx="1100666" cy="889000"/>
          </a:xfrm>
          <a:prstGeom prst="rect">
            <a:avLst/>
          </a:prstGeom>
          <a:pattFill prst="dk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579CC05-91FB-A61B-8918-7C3AEAB3BF4D}"/>
              </a:ext>
            </a:extLst>
          </p:cNvPr>
          <p:cNvSpPr/>
          <p:nvPr/>
        </p:nvSpPr>
        <p:spPr>
          <a:xfrm>
            <a:off x="6900333" y="1270000"/>
            <a:ext cx="1100667" cy="889000"/>
          </a:xfrm>
          <a:prstGeom prst="rect">
            <a:avLst/>
          </a:prstGeom>
          <a:pattFill prst="dk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F36532-77F0-B18B-38CE-2E89F3065BC3}"/>
              </a:ext>
            </a:extLst>
          </p:cNvPr>
          <p:cNvSpPr/>
          <p:nvPr/>
        </p:nvSpPr>
        <p:spPr>
          <a:xfrm>
            <a:off x="8255000" y="1270000"/>
            <a:ext cx="1100667" cy="889000"/>
          </a:xfrm>
          <a:prstGeom prst="rect">
            <a:avLst/>
          </a:prstGeom>
          <a:pattFill prst="dk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54CEB71-4F4B-A309-BBFF-44C03A70D861}"/>
              </a:ext>
            </a:extLst>
          </p:cNvPr>
          <p:cNvSpPr/>
          <p:nvPr/>
        </p:nvSpPr>
        <p:spPr>
          <a:xfrm>
            <a:off x="9609666" y="1270000"/>
            <a:ext cx="1100667" cy="889000"/>
          </a:xfrm>
          <a:prstGeom prst="rect">
            <a:avLst/>
          </a:prstGeom>
          <a:pattFill prst="smChe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B7C8B6F-6230-314D-F42D-F9F30496EBA3}"/>
              </a:ext>
            </a:extLst>
          </p:cNvPr>
          <p:cNvSpPr/>
          <p:nvPr/>
        </p:nvSpPr>
        <p:spPr>
          <a:xfrm>
            <a:off x="10964333" y="1270000"/>
            <a:ext cx="1100667" cy="889000"/>
          </a:xfrm>
          <a:prstGeom prst="rect">
            <a:avLst/>
          </a:prstGeom>
          <a:pattFill prst="trelli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14389EB-DAA5-D6B6-1AD7-1DA73F071EDB}"/>
              </a:ext>
            </a:extLst>
          </p:cNvPr>
          <p:cNvSpPr/>
          <p:nvPr/>
        </p:nvSpPr>
        <p:spPr>
          <a:xfrm>
            <a:off x="127000" y="2413000"/>
            <a:ext cx="1100667" cy="889000"/>
          </a:xfrm>
          <a:prstGeom prst="rect">
            <a:avLst/>
          </a:prstGeom>
          <a:pattFill prst="lt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1EA858B-02B1-A0F8-E466-BCFBBF10B557}"/>
              </a:ext>
            </a:extLst>
          </p:cNvPr>
          <p:cNvSpPr/>
          <p:nvPr/>
        </p:nvSpPr>
        <p:spPr>
          <a:xfrm>
            <a:off x="1481667" y="2413000"/>
            <a:ext cx="1100666" cy="889000"/>
          </a:xfrm>
          <a:prstGeom prst="rect">
            <a:avLst/>
          </a:prstGeom>
          <a:pattFill prst="lt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11D160-3DA4-552E-78B7-7005AC5B7418}"/>
              </a:ext>
            </a:extLst>
          </p:cNvPr>
          <p:cNvSpPr/>
          <p:nvPr/>
        </p:nvSpPr>
        <p:spPr>
          <a:xfrm>
            <a:off x="2836333" y="2413000"/>
            <a:ext cx="1100667" cy="8890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339F25D2-203B-12ED-D103-48A467723884}"/>
              </a:ext>
            </a:extLst>
          </p:cNvPr>
          <p:cNvSpPr/>
          <p:nvPr/>
        </p:nvSpPr>
        <p:spPr>
          <a:xfrm>
            <a:off x="4191000" y="2413000"/>
            <a:ext cx="1100667" cy="889000"/>
          </a:xfrm>
          <a:prstGeom prst="rect">
            <a:avLst/>
          </a:prstGeom>
          <a:pattFill prst="lt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02B5316B-907C-7FC3-6A8E-6481DE086563}"/>
              </a:ext>
            </a:extLst>
          </p:cNvPr>
          <p:cNvSpPr/>
          <p:nvPr/>
        </p:nvSpPr>
        <p:spPr>
          <a:xfrm>
            <a:off x="5545667" y="2413000"/>
            <a:ext cx="1100666" cy="889000"/>
          </a:xfrm>
          <a:prstGeom prst="rect">
            <a:avLst/>
          </a:prstGeom>
          <a:pattFill prst="sm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45BB7BF7-3262-2BF7-AE02-513BB0A5C50E}"/>
              </a:ext>
            </a:extLst>
          </p:cNvPr>
          <p:cNvSpPr/>
          <p:nvPr/>
        </p:nvSpPr>
        <p:spPr>
          <a:xfrm>
            <a:off x="6900333" y="2413000"/>
            <a:ext cx="1100667" cy="889000"/>
          </a:xfrm>
          <a:prstGeom prst="rect">
            <a:avLst/>
          </a:prstGeom>
          <a:pattFill prst="dot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5D36BC2-D209-A278-1D4F-E598014BD137}"/>
              </a:ext>
            </a:extLst>
          </p:cNvPr>
          <p:cNvSpPr/>
          <p:nvPr/>
        </p:nvSpPr>
        <p:spPr>
          <a:xfrm>
            <a:off x="8255000" y="2413000"/>
            <a:ext cx="1100667" cy="889000"/>
          </a:xfrm>
          <a:prstGeom prst="rect">
            <a:avLst/>
          </a:prstGeom>
          <a:pattFill prst="wd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AECDDB4-787D-1E6E-9404-BD7EC60C5857}"/>
              </a:ext>
            </a:extLst>
          </p:cNvPr>
          <p:cNvSpPr/>
          <p:nvPr/>
        </p:nvSpPr>
        <p:spPr>
          <a:xfrm>
            <a:off x="9609666" y="2413000"/>
            <a:ext cx="1100667" cy="889000"/>
          </a:xfrm>
          <a:prstGeom prst="rect">
            <a:avLst/>
          </a:prstGeom>
          <a:pattFill prst="wd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E4004F9-76B9-16AB-CC11-2479AB1C8D23}"/>
              </a:ext>
            </a:extLst>
          </p:cNvPr>
          <p:cNvSpPr/>
          <p:nvPr/>
        </p:nvSpPr>
        <p:spPr>
          <a:xfrm>
            <a:off x="10964333" y="2413000"/>
            <a:ext cx="1100667" cy="889000"/>
          </a:xfrm>
          <a:prstGeom prst="rect">
            <a:avLst/>
          </a:prstGeom>
          <a:pattFill prst="dash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9462DE-4F61-4207-767A-8CAB3974AD36}"/>
              </a:ext>
            </a:extLst>
          </p:cNvPr>
          <p:cNvSpPr/>
          <p:nvPr/>
        </p:nvSpPr>
        <p:spPr>
          <a:xfrm>
            <a:off x="127000" y="3556000"/>
            <a:ext cx="1100667" cy="889000"/>
          </a:xfrm>
          <a:prstGeom prst="rect">
            <a:avLst/>
          </a:prstGeom>
          <a:pattFill prst="dash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A6DD338B-E610-1C6F-1FD7-D81EEAC94D33}"/>
              </a:ext>
            </a:extLst>
          </p:cNvPr>
          <p:cNvSpPr/>
          <p:nvPr/>
        </p:nvSpPr>
        <p:spPr>
          <a:xfrm>
            <a:off x="1481667" y="3556000"/>
            <a:ext cx="1100666" cy="889000"/>
          </a:xfrm>
          <a:prstGeom prst="rect">
            <a:avLst/>
          </a:prstGeom>
          <a:pattFill prst="nar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CB9D3AD-C14C-24E3-1C61-ECE22A8A481E}"/>
              </a:ext>
            </a:extLst>
          </p:cNvPr>
          <p:cNvSpPr/>
          <p:nvPr/>
        </p:nvSpPr>
        <p:spPr>
          <a:xfrm>
            <a:off x="2836333" y="3556000"/>
            <a:ext cx="1100667" cy="889000"/>
          </a:xfrm>
          <a:prstGeom prst="rect">
            <a:avLst/>
          </a:prstGeom>
          <a:pattFill prst="nar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01385C6-3782-CA66-7148-74879B924026}"/>
              </a:ext>
            </a:extLst>
          </p:cNvPr>
          <p:cNvSpPr/>
          <p:nvPr/>
        </p:nvSpPr>
        <p:spPr>
          <a:xfrm>
            <a:off x="4191000" y="3556000"/>
            <a:ext cx="1100667" cy="889000"/>
          </a:xfrm>
          <a:prstGeom prst="rect">
            <a:avLst/>
          </a:prstGeom>
          <a:pattFill prst="dash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8AA7338-0BAA-FDA7-1BDE-C8AE87765A03}"/>
              </a:ext>
            </a:extLst>
          </p:cNvPr>
          <p:cNvSpPr/>
          <p:nvPr/>
        </p:nvSpPr>
        <p:spPr>
          <a:xfrm>
            <a:off x="5545667" y="3556000"/>
            <a:ext cx="1100666" cy="889000"/>
          </a:xfrm>
          <a:prstGeom prst="rect">
            <a:avLst/>
          </a:prstGeom>
          <a:pattFill prst="dash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4B63D2AC-1322-A4C1-9D86-D8A70FDD75E8}"/>
              </a:ext>
            </a:extLst>
          </p:cNvPr>
          <p:cNvSpPr/>
          <p:nvPr/>
        </p:nvSpPr>
        <p:spPr>
          <a:xfrm>
            <a:off x="6900333" y="3556000"/>
            <a:ext cx="1100667" cy="889000"/>
          </a:xfrm>
          <a:prstGeom prst="rect">
            <a:avLst/>
          </a:prstGeom>
          <a:pattFill prst="lgConfetti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BDC0A1FE-0580-0888-71C6-DB23B9B97419}"/>
              </a:ext>
            </a:extLst>
          </p:cNvPr>
          <p:cNvSpPr/>
          <p:nvPr/>
        </p:nvSpPr>
        <p:spPr>
          <a:xfrm>
            <a:off x="8255000" y="3556000"/>
            <a:ext cx="1100667" cy="889000"/>
          </a:xfrm>
          <a:prstGeom prst="rect">
            <a:avLst/>
          </a:prstGeom>
          <a:pattFill prst="lg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6839C9C-92EC-99BE-ACD5-70B41FEAB143}"/>
              </a:ext>
            </a:extLst>
          </p:cNvPr>
          <p:cNvSpPr/>
          <p:nvPr/>
        </p:nvSpPr>
        <p:spPr>
          <a:xfrm>
            <a:off x="9609666" y="3556000"/>
            <a:ext cx="1100667" cy="889000"/>
          </a:xfrm>
          <a:prstGeom prst="rect">
            <a:avLst/>
          </a:prstGeom>
          <a:pattFill prst="horzBri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BBB52B-8B88-588E-8FE5-3970EF61E17F}"/>
              </a:ext>
            </a:extLst>
          </p:cNvPr>
          <p:cNvSpPr/>
          <p:nvPr/>
        </p:nvSpPr>
        <p:spPr>
          <a:xfrm>
            <a:off x="10964333" y="3556000"/>
            <a:ext cx="1100667" cy="889000"/>
          </a:xfrm>
          <a:prstGeom prst="rect">
            <a:avLst/>
          </a:prstGeom>
          <a:pattFill prst="lgChe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B7394B7-39DF-FEF1-4F74-77720C2330DD}"/>
              </a:ext>
            </a:extLst>
          </p:cNvPr>
          <p:cNvSpPr/>
          <p:nvPr/>
        </p:nvSpPr>
        <p:spPr>
          <a:xfrm>
            <a:off x="127000" y="4699000"/>
            <a:ext cx="1100667" cy="889000"/>
          </a:xfrm>
          <a:prstGeom prst="rect">
            <a:avLst/>
          </a:prstGeom>
          <a:pattFill prst="smConfetti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1B4DEAD-7EBB-033A-769A-38C0416BA911}"/>
              </a:ext>
            </a:extLst>
          </p:cNvPr>
          <p:cNvSpPr/>
          <p:nvPr/>
        </p:nvSpPr>
        <p:spPr>
          <a:xfrm>
            <a:off x="1481667" y="4699000"/>
            <a:ext cx="1100666" cy="889000"/>
          </a:xfrm>
          <a:prstGeom prst="rect">
            <a:avLst/>
          </a:prstGeom>
          <a:pattFill prst="zigZ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FF61185-5B27-3845-74AC-A4BC790B2337}"/>
              </a:ext>
            </a:extLst>
          </p:cNvPr>
          <p:cNvSpPr/>
          <p:nvPr/>
        </p:nvSpPr>
        <p:spPr>
          <a:xfrm>
            <a:off x="2836333" y="4699000"/>
            <a:ext cx="1100667" cy="889000"/>
          </a:xfrm>
          <a:prstGeom prst="rect">
            <a:avLst/>
          </a:prstGeom>
          <a:pattFill prst="solid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39C9535-E43E-04B9-2374-B0B466C59491}"/>
              </a:ext>
            </a:extLst>
          </p:cNvPr>
          <p:cNvSpPr/>
          <p:nvPr/>
        </p:nvSpPr>
        <p:spPr>
          <a:xfrm>
            <a:off x="4191000" y="4699000"/>
            <a:ext cx="1100667" cy="889000"/>
          </a:xfrm>
          <a:prstGeom prst="rect">
            <a:avLst/>
          </a:prstGeom>
          <a:pattFill prst="diagBrick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31F4208-9609-52B0-9A1C-6E4EA706A2DD}"/>
              </a:ext>
            </a:extLst>
          </p:cNvPr>
          <p:cNvSpPr/>
          <p:nvPr/>
        </p:nvSpPr>
        <p:spPr>
          <a:xfrm>
            <a:off x="5545667" y="4699000"/>
            <a:ext cx="1100666" cy="889000"/>
          </a:xfrm>
          <a:prstGeom prst="rect">
            <a:avLst/>
          </a:prstGeom>
          <a:pattFill prst="openDmn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73D02342-D992-9720-5628-5A5E6462DB23}"/>
              </a:ext>
            </a:extLst>
          </p:cNvPr>
          <p:cNvSpPr/>
          <p:nvPr/>
        </p:nvSpPr>
        <p:spPr>
          <a:xfrm>
            <a:off x="6900333" y="4699000"/>
            <a:ext cx="1100667" cy="889000"/>
          </a:xfrm>
          <a:prstGeom prst="rect">
            <a:avLst/>
          </a:prstGeom>
          <a:pattFill prst="pla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741B15A-2203-DC77-BB5F-017B5FCD1691}"/>
              </a:ext>
            </a:extLst>
          </p:cNvPr>
          <p:cNvSpPr/>
          <p:nvPr/>
        </p:nvSpPr>
        <p:spPr>
          <a:xfrm>
            <a:off x="8255000" y="4699000"/>
            <a:ext cx="1100667" cy="889000"/>
          </a:xfrm>
          <a:prstGeom prst="rect">
            <a:avLst/>
          </a:prstGeom>
          <a:pattFill prst="spher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17768AD-CC07-F88A-1D42-2FC21181FC1C}"/>
              </a:ext>
            </a:extLst>
          </p:cNvPr>
          <p:cNvSpPr/>
          <p:nvPr/>
        </p:nvSpPr>
        <p:spPr>
          <a:xfrm>
            <a:off x="9609666" y="4699000"/>
            <a:ext cx="1100667" cy="889000"/>
          </a:xfrm>
          <a:prstGeom prst="rect">
            <a:avLst/>
          </a:prstGeom>
          <a:pattFill prst="weav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85E9D43C-5D49-7E8C-602E-589882F843ED}"/>
              </a:ext>
            </a:extLst>
          </p:cNvPr>
          <p:cNvSpPr/>
          <p:nvPr/>
        </p:nvSpPr>
        <p:spPr>
          <a:xfrm>
            <a:off x="10964333" y="4699000"/>
            <a:ext cx="1100667" cy="889000"/>
          </a:xfrm>
          <a:prstGeom prst="rect">
            <a:avLst/>
          </a:prstGeom>
          <a:pattFill prst="dotGrid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F388A2F2-AD77-0C75-D6E5-4196BD49B6FC}"/>
              </a:ext>
            </a:extLst>
          </p:cNvPr>
          <p:cNvSpPr/>
          <p:nvPr/>
        </p:nvSpPr>
        <p:spPr>
          <a:xfrm>
            <a:off x="127000" y="5842000"/>
            <a:ext cx="1100667" cy="889000"/>
          </a:xfrm>
          <a:prstGeom prst="rect">
            <a:avLst/>
          </a:prstGeom>
          <a:pattFill prst="divo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FC553382-AE3C-93E7-90E6-7FD98326DB0E}"/>
              </a:ext>
            </a:extLst>
          </p:cNvPr>
          <p:cNvSpPr/>
          <p:nvPr/>
        </p:nvSpPr>
        <p:spPr>
          <a:xfrm>
            <a:off x="1481667" y="5842000"/>
            <a:ext cx="1100666" cy="889000"/>
          </a:xfrm>
          <a:prstGeom prst="rect">
            <a:avLst/>
          </a:prstGeom>
          <a:pattFill prst="shingl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4006DE0B-E893-E61B-9890-0A5240369E74}"/>
              </a:ext>
            </a:extLst>
          </p:cNvPr>
          <p:cNvSpPr/>
          <p:nvPr/>
        </p:nvSpPr>
        <p:spPr>
          <a:xfrm>
            <a:off x="2836333" y="5842000"/>
            <a:ext cx="1100667" cy="889000"/>
          </a:xfrm>
          <a:prstGeom prst="rect">
            <a:avLst/>
          </a:prstGeom>
          <a:pattFill prst="wave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5AB441F-9802-32C4-B8E8-07F6371F53AB}"/>
              </a:ext>
            </a:extLst>
          </p:cNvPr>
          <p:cNvSpPr/>
          <p:nvPr/>
        </p:nvSpPr>
        <p:spPr>
          <a:xfrm>
            <a:off x="4191000" y="5842000"/>
            <a:ext cx="1100667" cy="889000"/>
          </a:xfrm>
          <a:prstGeom prst="rect">
            <a:avLst/>
          </a:prstGeom>
          <a:pattFill prst="horz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4090E9B5-2DB1-785C-284F-A3864B91E931}"/>
              </a:ext>
            </a:extLst>
          </p:cNvPr>
          <p:cNvSpPr/>
          <p:nvPr/>
        </p:nvSpPr>
        <p:spPr>
          <a:xfrm>
            <a:off x="5545667" y="5842000"/>
            <a:ext cx="1100666" cy="889000"/>
          </a:xfrm>
          <a:prstGeom prst="rect">
            <a:avLst/>
          </a:prstGeom>
          <a:pattFill prst="vert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D19EA74C-4802-2E14-A66E-5DB5B86557B7}"/>
              </a:ext>
            </a:extLst>
          </p:cNvPr>
          <p:cNvSpPr/>
          <p:nvPr/>
        </p:nvSpPr>
        <p:spPr>
          <a:xfrm>
            <a:off x="6900333" y="5842000"/>
            <a:ext cx="1100667" cy="889000"/>
          </a:xfrm>
          <a:prstGeom prst="rect">
            <a:avLst/>
          </a:prstGeom>
          <a:pattFill prst="cros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B4B14F7B-73D0-246E-BFD5-4198F105D712}"/>
              </a:ext>
            </a:extLst>
          </p:cNvPr>
          <p:cNvSpPr/>
          <p:nvPr/>
        </p:nvSpPr>
        <p:spPr>
          <a:xfrm>
            <a:off x="8255000" y="5842000"/>
            <a:ext cx="1100667" cy="889000"/>
          </a:xfrm>
          <a:prstGeom prst="rect">
            <a:avLst/>
          </a:prstGeom>
          <a:pattFill prst="dn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FCEDAA9C-F3AB-9BB4-7D06-D91C5314B401}"/>
              </a:ext>
            </a:extLst>
          </p:cNvPr>
          <p:cNvSpPr/>
          <p:nvPr/>
        </p:nvSpPr>
        <p:spPr>
          <a:xfrm>
            <a:off x="9609666" y="5842000"/>
            <a:ext cx="1100667" cy="889000"/>
          </a:xfrm>
          <a:prstGeom prst="rect">
            <a:avLst/>
          </a:prstGeom>
          <a:pattFill prst="upDiag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78AFE67-CC9E-E138-DC72-B5F254B4E8B9}"/>
              </a:ext>
            </a:extLst>
          </p:cNvPr>
          <p:cNvSpPr/>
          <p:nvPr/>
        </p:nvSpPr>
        <p:spPr>
          <a:xfrm>
            <a:off x="10964333" y="5842000"/>
            <a:ext cx="1100667" cy="889000"/>
          </a:xfrm>
          <a:prstGeom prst="rect">
            <a:avLst/>
          </a:prstGeom>
          <a:pattFill prst="diagCross">
            <a:fgClr>
              <a:srgbClr val="000000"/>
            </a:fgClr>
            <a:bgClr>
              <a:srgbClr val="FFFFFF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7699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2026-10-08T08:59:32Z</dcterms:created>
  <dcterms:modified xsi:type="dcterms:W3CDTF">2026-10-08T08:59:32Z</dcterms:modified>
</cp:coreProperties>
</file>