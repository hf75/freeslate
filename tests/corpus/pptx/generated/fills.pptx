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B04097-57B5-6A13-0F83-671BEF25A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4F7031-F66C-70F4-481A-3E88C2704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9C3A28-4734-9EEB-0E0C-6E893179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E5226A-ACE8-661D-736A-F098B2CC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4E323-7F50-159D-47BF-28A48D6A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28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44C4B-336A-ACA2-825C-25626F3C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6AFE55-0193-3035-ECF6-9509D61F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9E9FD7-45ED-6978-5566-1995AD6C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0FA797-B534-A635-BD9F-A7966A46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F85DE7-B81E-C7CA-B23C-630AFBDF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70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CA4C5-75BA-5308-9AD1-14F74112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F1917C-A157-7D42-166E-0ED817D82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8CF50-DE10-2296-4695-76502F1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DF99FB-A8D6-F04B-9997-797557A0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D6617C-69E9-51D8-064A-06953106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45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1FBA49-BF6B-1C02-27C5-A8D52AAF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92D161-E41A-EBEE-029A-907F2CDD1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D386B5-6A0A-7751-4B5A-314D01D23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FFEC28-0EAF-586A-3760-BFBFD75B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9B9488-C810-C5C0-4B14-3466B7F1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E4137-8D31-4B6C-CB41-88F82FE5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41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827AC7-A126-83A2-6942-DC486D051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5B52BE-E790-B4A4-977C-EA50EB01F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AAA49C-6FB5-2CE3-1C2C-8C94DD69A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0397E9-0874-F179-B19E-4611B48A1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643786-5E2F-9663-97CA-EE14A672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8C36917-E6D0-22F8-F4F9-6AF7FD3A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C845D4D-BD28-44CE-0168-C71D8B3C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E5E94F7-F826-6C48-444A-4C3EA053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82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FC8B6-7A3B-A951-C815-2B47BB31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F274F7-4537-CE4A-EF8E-E4E528E9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B7DAC-8073-1771-7531-E1B8506C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A6D5D2-9970-EBD1-FA50-FE6495AA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84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1FBADE-BCE5-6AEF-FF9B-60E8A302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B3BF7C-68BD-2325-AF1E-801F9ABE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AF1BD5-B538-525D-D530-50E054D2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06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1079A-D16A-A04F-C858-AC3B96C97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074ABE-1208-9C11-E6EA-12A86BCF3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0181EF-8731-8B43-08CF-A8D35E214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B9C2FD-64D3-C15D-6788-B660C58C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351D56-416F-AF47-C9AD-D7E25526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0C1B8F-D9C9-AEC8-82FB-4935C524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12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8E6AF2-3E2A-759E-EDD6-89AA7902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3EC6B1E-F7BF-9379-888F-0E434B70DC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20D423-EA40-6AA0-8940-F203CBE0A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DAB1D0-9861-6216-5FDC-5C3096D4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201A82-74D1-2F95-7B81-70023481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F2F4C8-CA1F-E13D-FE25-4D3D5610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77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6985C-E24A-F2FB-D172-6E1AD52E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72C77B-069A-735C-FE4B-3DA14B2AE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73DAB1-AA5E-8337-E6BB-3ED75995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A6F121-1CE9-A53D-9236-0FB6A345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DCFE97-EF1A-E6DB-26E3-2120DD42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499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ADC2FC2-E526-F747-485A-00A5A9FCD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EC531E-3EA6-9CE1-87AD-007491B4C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035CE3-0C70-6909-BCCB-EFF26937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ACC7D4-DB6E-4A78-ED8C-BC706A2D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BDEB3C-CE12-426C-8101-DFC9DDD8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60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AF7574-F46A-19AC-BE96-209B888A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C986A7-9FB5-8DA3-6ADE-FBC3CD3A5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465A70-7247-9B3A-C0A8-0E4576E38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72598-430D-43E6-AA52-E0B716F765A9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C66E4C-A908-CE7C-5DE3-452F30827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5843DB-4FAD-ACFD-C4C8-265AC2FD9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5F42C-9DAD-4D41-9F5D-E9053B6E5F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2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9912014-C66A-E42D-6FE2-5E248A8047EA}"/>
              </a:ext>
            </a:extLst>
          </p:cNvPr>
          <p:cNvSpPr/>
          <p:nvPr/>
        </p:nvSpPr>
        <p:spPr>
          <a:xfrm>
            <a:off x="508000" y="508000"/>
            <a:ext cx="1524000" cy="16510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5F4E805-9DB8-767B-71CB-719452240A71}"/>
              </a:ext>
            </a:extLst>
          </p:cNvPr>
          <p:cNvSpPr/>
          <p:nvPr/>
        </p:nvSpPr>
        <p:spPr>
          <a:xfrm>
            <a:off x="508000" y="2540000"/>
            <a:ext cx="1524000" cy="1651000"/>
          </a:xfrm>
          <a:prstGeom prst="rect">
            <a:avLst/>
          </a:prstGeom>
          <a:solidFill>
            <a:srgbClr val="C0000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751AC45-0BB3-9D4F-2269-83EAE07DA2C7}"/>
              </a:ext>
            </a:extLst>
          </p:cNvPr>
          <p:cNvSpPr/>
          <p:nvPr/>
        </p:nvSpPr>
        <p:spPr>
          <a:xfrm>
            <a:off x="508000" y="4572000"/>
            <a:ext cx="1524000" cy="1651000"/>
          </a:xfrm>
          <a:prstGeom prst="rect">
            <a:avLst/>
          </a:prstGeom>
          <a:solidFill>
            <a:srgbClr val="C00000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4C51BED-AD1A-7D57-7A23-64FC68C421CA}"/>
              </a:ext>
            </a:extLst>
          </p:cNvPr>
          <p:cNvSpPr/>
          <p:nvPr/>
        </p:nvSpPr>
        <p:spPr>
          <a:xfrm>
            <a:off x="2413000" y="508000"/>
            <a:ext cx="1524000" cy="1651000"/>
          </a:xfrm>
          <a:prstGeom prst="rect">
            <a:avLst/>
          </a:prstGeom>
          <a:solidFill>
            <a:srgbClr val="0070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E34F84C-EEDE-5DF4-7E1F-06128D5F30D0}"/>
              </a:ext>
            </a:extLst>
          </p:cNvPr>
          <p:cNvSpPr/>
          <p:nvPr/>
        </p:nvSpPr>
        <p:spPr>
          <a:xfrm>
            <a:off x="2413000" y="2540000"/>
            <a:ext cx="1524000" cy="1651000"/>
          </a:xfrm>
          <a:prstGeom prst="rect">
            <a:avLst/>
          </a:prstGeom>
          <a:solidFill>
            <a:srgbClr val="0070C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94C8ABD-0374-C66E-8102-A48EA217F629}"/>
              </a:ext>
            </a:extLst>
          </p:cNvPr>
          <p:cNvSpPr/>
          <p:nvPr/>
        </p:nvSpPr>
        <p:spPr>
          <a:xfrm>
            <a:off x="2413000" y="4572000"/>
            <a:ext cx="1524000" cy="1651000"/>
          </a:xfrm>
          <a:prstGeom prst="rect">
            <a:avLst/>
          </a:prstGeom>
          <a:solidFill>
            <a:srgbClr val="0070C0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1B3D4DF-1909-C016-B355-1CDF9960F7D1}"/>
              </a:ext>
            </a:extLst>
          </p:cNvPr>
          <p:cNvSpPr/>
          <p:nvPr/>
        </p:nvSpPr>
        <p:spPr>
          <a:xfrm>
            <a:off x="4318000" y="508000"/>
            <a:ext cx="1524000" cy="1651000"/>
          </a:xfrm>
          <a:prstGeom prst="rect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9EE277D-51EE-237F-2039-3B74FFDF0536}"/>
              </a:ext>
            </a:extLst>
          </p:cNvPr>
          <p:cNvSpPr/>
          <p:nvPr/>
        </p:nvSpPr>
        <p:spPr>
          <a:xfrm>
            <a:off x="4318000" y="2540000"/>
            <a:ext cx="1524000" cy="1651000"/>
          </a:xfrm>
          <a:prstGeom prst="rect">
            <a:avLst/>
          </a:prstGeom>
          <a:solidFill>
            <a:srgbClr val="00B05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C40CDCC-C55D-037D-B1DC-CE9C7F8D75CE}"/>
              </a:ext>
            </a:extLst>
          </p:cNvPr>
          <p:cNvSpPr/>
          <p:nvPr/>
        </p:nvSpPr>
        <p:spPr>
          <a:xfrm>
            <a:off x="4318000" y="4572000"/>
            <a:ext cx="1524000" cy="1651000"/>
          </a:xfrm>
          <a:prstGeom prst="rect">
            <a:avLst/>
          </a:prstGeom>
          <a:solidFill>
            <a:srgbClr val="00B050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6CD41A6-9D60-DE3D-727E-0B216D8C3DD2}"/>
              </a:ext>
            </a:extLst>
          </p:cNvPr>
          <p:cNvSpPr/>
          <p:nvPr/>
        </p:nvSpPr>
        <p:spPr>
          <a:xfrm>
            <a:off x="6223000" y="508000"/>
            <a:ext cx="1524000" cy="1651000"/>
          </a:xfrm>
          <a:prstGeom prst="rect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7F493F8-51A4-B164-B967-410080B87AEE}"/>
              </a:ext>
            </a:extLst>
          </p:cNvPr>
          <p:cNvSpPr/>
          <p:nvPr/>
        </p:nvSpPr>
        <p:spPr>
          <a:xfrm>
            <a:off x="6223000" y="2540000"/>
            <a:ext cx="1524000" cy="1651000"/>
          </a:xfrm>
          <a:prstGeom prst="rect">
            <a:avLst/>
          </a:prstGeom>
          <a:solidFill>
            <a:srgbClr val="FFC00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1E12F1F-1A6B-5122-0E32-369CAAAEAD9F}"/>
              </a:ext>
            </a:extLst>
          </p:cNvPr>
          <p:cNvSpPr/>
          <p:nvPr/>
        </p:nvSpPr>
        <p:spPr>
          <a:xfrm>
            <a:off x="6223000" y="4572000"/>
            <a:ext cx="1524000" cy="1651000"/>
          </a:xfrm>
          <a:prstGeom prst="rect">
            <a:avLst/>
          </a:prstGeom>
          <a:solidFill>
            <a:srgbClr val="FFC000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6C01E74-2A34-7ABA-7316-E16C19497EB6}"/>
              </a:ext>
            </a:extLst>
          </p:cNvPr>
          <p:cNvSpPr/>
          <p:nvPr/>
        </p:nvSpPr>
        <p:spPr>
          <a:xfrm>
            <a:off x="8128000" y="508000"/>
            <a:ext cx="1524000" cy="1651000"/>
          </a:xfrm>
          <a:prstGeom prst="rect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739CE3A-4F92-1EBE-A2E4-F9A870D785E6}"/>
              </a:ext>
            </a:extLst>
          </p:cNvPr>
          <p:cNvSpPr/>
          <p:nvPr/>
        </p:nvSpPr>
        <p:spPr>
          <a:xfrm>
            <a:off x="8128000" y="2540000"/>
            <a:ext cx="1524000" cy="1651000"/>
          </a:xfrm>
          <a:prstGeom prst="rect">
            <a:avLst/>
          </a:prstGeom>
          <a:solidFill>
            <a:srgbClr val="7030A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F3D64DF-7EF2-1391-40D2-F8EC6197BB4B}"/>
              </a:ext>
            </a:extLst>
          </p:cNvPr>
          <p:cNvSpPr/>
          <p:nvPr/>
        </p:nvSpPr>
        <p:spPr>
          <a:xfrm>
            <a:off x="8128000" y="4572000"/>
            <a:ext cx="1524000" cy="1651000"/>
          </a:xfrm>
          <a:prstGeom prst="rect">
            <a:avLst/>
          </a:prstGeom>
          <a:solidFill>
            <a:srgbClr val="7030A0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4D639AC-3D0C-1CD4-42D3-A15777AB749C}"/>
              </a:ext>
            </a:extLst>
          </p:cNvPr>
          <p:cNvSpPr/>
          <p:nvPr/>
        </p:nvSpPr>
        <p:spPr>
          <a:xfrm>
            <a:off x="10033000" y="508000"/>
            <a:ext cx="1524000" cy="16510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A06C3CA-7926-28DB-8C0B-51F4165238FA}"/>
              </a:ext>
            </a:extLst>
          </p:cNvPr>
          <p:cNvSpPr/>
          <p:nvPr/>
        </p:nvSpPr>
        <p:spPr>
          <a:xfrm>
            <a:off x="10033000" y="2540000"/>
            <a:ext cx="1524000" cy="1651000"/>
          </a:xfrm>
          <a:prstGeom prst="rect">
            <a:avLst/>
          </a:prstGeom>
          <a:solidFill>
            <a:srgbClr val="404040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84E0660-AF9C-8A96-0A5A-F1B7BD9FC482}"/>
              </a:ext>
            </a:extLst>
          </p:cNvPr>
          <p:cNvSpPr/>
          <p:nvPr/>
        </p:nvSpPr>
        <p:spPr>
          <a:xfrm>
            <a:off x="10033000" y="4572000"/>
            <a:ext cx="1524000" cy="1651000"/>
          </a:xfrm>
          <a:prstGeom prst="rect">
            <a:avLst/>
          </a:prstGeom>
          <a:solidFill>
            <a:srgbClr val="404040">
              <a:alpha val="3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456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D7541C8-A703-16F4-0D15-3B6FA4419D1D}"/>
              </a:ext>
            </a:extLst>
          </p:cNvPr>
          <p:cNvSpPr/>
          <p:nvPr/>
        </p:nvSpPr>
        <p:spPr>
          <a:xfrm>
            <a:off x="508000" y="381000"/>
            <a:ext cx="1524000" cy="88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DE68054-B756-17E3-5361-F1DF4B6FCD87}"/>
              </a:ext>
            </a:extLst>
          </p:cNvPr>
          <p:cNvSpPr/>
          <p:nvPr/>
        </p:nvSpPr>
        <p:spPr>
          <a:xfrm>
            <a:off x="508000" y="1422400"/>
            <a:ext cx="1524000" cy="889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45564DC-C769-2299-D5A1-44BFE03EFA77}"/>
              </a:ext>
            </a:extLst>
          </p:cNvPr>
          <p:cNvSpPr/>
          <p:nvPr/>
        </p:nvSpPr>
        <p:spPr>
          <a:xfrm>
            <a:off x="508000" y="2463800"/>
            <a:ext cx="1524000" cy="889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D95BCB3-908C-99D7-8913-70D190BB37D6}"/>
              </a:ext>
            </a:extLst>
          </p:cNvPr>
          <p:cNvSpPr/>
          <p:nvPr/>
        </p:nvSpPr>
        <p:spPr>
          <a:xfrm>
            <a:off x="508000" y="3505200"/>
            <a:ext cx="1524000" cy="889000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E3AB043-4379-9C41-3073-B845F8A54179}"/>
              </a:ext>
            </a:extLst>
          </p:cNvPr>
          <p:cNvSpPr/>
          <p:nvPr/>
        </p:nvSpPr>
        <p:spPr>
          <a:xfrm>
            <a:off x="508000" y="4546600"/>
            <a:ext cx="1524000" cy="889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BB31787-F50E-591D-84B7-B5D3CBE331D4}"/>
              </a:ext>
            </a:extLst>
          </p:cNvPr>
          <p:cNvSpPr/>
          <p:nvPr/>
        </p:nvSpPr>
        <p:spPr>
          <a:xfrm>
            <a:off x="508000" y="5588000"/>
            <a:ext cx="1524000" cy="889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0E38716-3C78-B8DF-398A-5C340FF62C50}"/>
              </a:ext>
            </a:extLst>
          </p:cNvPr>
          <p:cNvSpPr/>
          <p:nvPr/>
        </p:nvSpPr>
        <p:spPr>
          <a:xfrm>
            <a:off x="2413000" y="381000"/>
            <a:ext cx="1524000" cy="88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130D017-FC4A-27B0-459A-E30C81C78949}"/>
              </a:ext>
            </a:extLst>
          </p:cNvPr>
          <p:cNvSpPr/>
          <p:nvPr/>
        </p:nvSpPr>
        <p:spPr>
          <a:xfrm>
            <a:off x="2413000" y="1422400"/>
            <a:ext cx="1524000" cy="88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A14657F-F22E-967D-DEE8-02A5DE3FF94D}"/>
              </a:ext>
            </a:extLst>
          </p:cNvPr>
          <p:cNvSpPr/>
          <p:nvPr/>
        </p:nvSpPr>
        <p:spPr>
          <a:xfrm>
            <a:off x="2413000" y="2463800"/>
            <a:ext cx="1524000" cy="889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8EFE31F-547E-BDC8-1725-5C93E07E3C60}"/>
              </a:ext>
            </a:extLst>
          </p:cNvPr>
          <p:cNvSpPr/>
          <p:nvPr/>
        </p:nvSpPr>
        <p:spPr>
          <a:xfrm>
            <a:off x="2413000" y="3505200"/>
            <a:ext cx="1524000" cy="889000"/>
          </a:xfrm>
          <a:prstGeom prst="rect">
            <a:avLst/>
          </a:prstGeom>
          <a:solidFill>
            <a:schemeClr val="accent2">
              <a:lumMod val="10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B3BA717-C093-7145-91A3-475967965900}"/>
              </a:ext>
            </a:extLst>
          </p:cNvPr>
          <p:cNvSpPr/>
          <p:nvPr/>
        </p:nvSpPr>
        <p:spPr>
          <a:xfrm>
            <a:off x="2413000" y="4546600"/>
            <a:ext cx="1524000" cy="889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47164A3-011F-86A4-9753-E13B5417C86E}"/>
              </a:ext>
            </a:extLst>
          </p:cNvPr>
          <p:cNvSpPr/>
          <p:nvPr/>
        </p:nvSpPr>
        <p:spPr>
          <a:xfrm>
            <a:off x="2413000" y="5588000"/>
            <a:ext cx="1524000" cy="889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32259FB-BC5F-1350-3A3A-92DC5B17B8B9}"/>
              </a:ext>
            </a:extLst>
          </p:cNvPr>
          <p:cNvSpPr/>
          <p:nvPr/>
        </p:nvSpPr>
        <p:spPr>
          <a:xfrm>
            <a:off x="4318000" y="381000"/>
            <a:ext cx="1524000" cy="88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775DD23-487C-3B93-1A93-79BA6A0A0155}"/>
              </a:ext>
            </a:extLst>
          </p:cNvPr>
          <p:cNvSpPr/>
          <p:nvPr/>
        </p:nvSpPr>
        <p:spPr>
          <a:xfrm>
            <a:off x="4318000" y="1422400"/>
            <a:ext cx="1524000" cy="88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3288A62-B50A-565B-53A5-16B83A5139D9}"/>
              </a:ext>
            </a:extLst>
          </p:cNvPr>
          <p:cNvSpPr/>
          <p:nvPr/>
        </p:nvSpPr>
        <p:spPr>
          <a:xfrm>
            <a:off x="4318000" y="2463800"/>
            <a:ext cx="1524000" cy="889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B90219F-D456-A2D8-EC31-1D942DDBE754}"/>
              </a:ext>
            </a:extLst>
          </p:cNvPr>
          <p:cNvSpPr/>
          <p:nvPr/>
        </p:nvSpPr>
        <p:spPr>
          <a:xfrm>
            <a:off x="4318000" y="3505200"/>
            <a:ext cx="1524000" cy="889000"/>
          </a:xfrm>
          <a:prstGeom prst="rect">
            <a:avLst/>
          </a:prstGeom>
          <a:solidFill>
            <a:schemeClr val="accent3">
              <a:lumMod val="10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255E622-3C6C-2905-ABF2-31148A77B4B4}"/>
              </a:ext>
            </a:extLst>
          </p:cNvPr>
          <p:cNvSpPr/>
          <p:nvPr/>
        </p:nvSpPr>
        <p:spPr>
          <a:xfrm>
            <a:off x="4318000" y="4546600"/>
            <a:ext cx="1524000" cy="889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56D6596-56C7-ED49-F8D6-5E609D329490}"/>
              </a:ext>
            </a:extLst>
          </p:cNvPr>
          <p:cNvSpPr/>
          <p:nvPr/>
        </p:nvSpPr>
        <p:spPr>
          <a:xfrm>
            <a:off x="4318000" y="5588000"/>
            <a:ext cx="1524000" cy="8890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A003C4D-4AA8-AB7E-29C9-455F6A1A79DA}"/>
              </a:ext>
            </a:extLst>
          </p:cNvPr>
          <p:cNvSpPr/>
          <p:nvPr/>
        </p:nvSpPr>
        <p:spPr>
          <a:xfrm>
            <a:off x="6223000" y="381000"/>
            <a:ext cx="1524000" cy="889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80BFBFC-E262-ACEE-F200-28F552925E5F}"/>
              </a:ext>
            </a:extLst>
          </p:cNvPr>
          <p:cNvSpPr/>
          <p:nvPr/>
        </p:nvSpPr>
        <p:spPr>
          <a:xfrm>
            <a:off x="6223000" y="1422400"/>
            <a:ext cx="1524000" cy="889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130B1A7-BAA6-920B-B3AE-1C8CC3408429}"/>
              </a:ext>
            </a:extLst>
          </p:cNvPr>
          <p:cNvSpPr/>
          <p:nvPr/>
        </p:nvSpPr>
        <p:spPr>
          <a:xfrm>
            <a:off x="6223000" y="2463800"/>
            <a:ext cx="1524000" cy="889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B74F856-FD41-19C6-9C5F-7942459FDA71}"/>
              </a:ext>
            </a:extLst>
          </p:cNvPr>
          <p:cNvSpPr/>
          <p:nvPr/>
        </p:nvSpPr>
        <p:spPr>
          <a:xfrm>
            <a:off x="6223000" y="3505200"/>
            <a:ext cx="1524000" cy="889000"/>
          </a:xfrm>
          <a:prstGeom prst="rect">
            <a:avLst/>
          </a:prstGeom>
          <a:solidFill>
            <a:schemeClr val="accent4">
              <a:lumMod val="10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60B5951-AA0D-BB26-E254-080D076617AD}"/>
              </a:ext>
            </a:extLst>
          </p:cNvPr>
          <p:cNvSpPr/>
          <p:nvPr/>
        </p:nvSpPr>
        <p:spPr>
          <a:xfrm>
            <a:off x="6223000" y="4546600"/>
            <a:ext cx="1524000" cy="889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CB770C2-E877-7894-B80E-5B9BA95C6AE6}"/>
              </a:ext>
            </a:extLst>
          </p:cNvPr>
          <p:cNvSpPr/>
          <p:nvPr/>
        </p:nvSpPr>
        <p:spPr>
          <a:xfrm>
            <a:off x="6223000" y="5588000"/>
            <a:ext cx="1524000" cy="889000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8F6C901-CAB2-098A-6F3E-B5AB01F5040F}"/>
              </a:ext>
            </a:extLst>
          </p:cNvPr>
          <p:cNvSpPr/>
          <p:nvPr/>
        </p:nvSpPr>
        <p:spPr>
          <a:xfrm>
            <a:off x="8128000" y="381000"/>
            <a:ext cx="1524000" cy="889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52A0B2E-E48E-B8B9-AA2F-D8E16DD1577F}"/>
              </a:ext>
            </a:extLst>
          </p:cNvPr>
          <p:cNvSpPr/>
          <p:nvPr/>
        </p:nvSpPr>
        <p:spPr>
          <a:xfrm>
            <a:off x="8128000" y="1422400"/>
            <a:ext cx="1524000" cy="889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DA6B469-B41A-3938-5FEC-9A0A5177C4F2}"/>
              </a:ext>
            </a:extLst>
          </p:cNvPr>
          <p:cNvSpPr/>
          <p:nvPr/>
        </p:nvSpPr>
        <p:spPr>
          <a:xfrm>
            <a:off x="8128000" y="2463800"/>
            <a:ext cx="1524000" cy="889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C6A5B18-664A-0E30-852A-527BF0530145}"/>
              </a:ext>
            </a:extLst>
          </p:cNvPr>
          <p:cNvSpPr/>
          <p:nvPr/>
        </p:nvSpPr>
        <p:spPr>
          <a:xfrm>
            <a:off x="8128000" y="3505200"/>
            <a:ext cx="1524000" cy="889000"/>
          </a:xfrm>
          <a:prstGeom prst="rect">
            <a:avLst/>
          </a:prstGeom>
          <a:solidFill>
            <a:schemeClr val="accent5">
              <a:lumMod val="10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04CC59F-0E95-DDB3-759B-CB9A696667FE}"/>
              </a:ext>
            </a:extLst>
          </p:cNvPr>
          <p:cNvSpPr/>
          <p:nvPr/>
        </p:nvSpPr>
        <p:spPr>
          <a:xfrm>
            <a:off x="8128000" y="4546600"/>
            <a:ext cx="1524000" cy="889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C0CBB7A-E235-E39A-247F-AD6627663C12}"/>
              </a:ext>
            </a:extLst>
          </p:cNvPr>
          <p:cNvSpPr/>
          <p:nvPr/>
        </p:nvSpPr>
        <p:spPr>
          <a:xfrm>
            <a:off x="8128000" y="5588000"/>
            <a:ext cx="1524000" cy="889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EBA3BCA-4F59-A8F8-32C9-CEDD81ABB055}"/>
              </a:ext>
            </a:extLst>
          </p:cNvPr>
          <p:cNvSpPr/>
          <p:nvPr/>
        </p:nvSpPr>
        <p:spPr>
          <a:xfrm>
            <a:off x="10033000" y="381000"/>
            <a:ext cx="1524000" cy="889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44F317F-C5AF-735E-C556-4BD1D4E55C51}"/>
              </a:ext>
            </a:extLst>
          </p:cNvPr>
          <p:cNvSpPr/>
          <p:nvPr/>
        </p:nvSpPr>
        <p:spPr>
          <a:xfrm>
            <a:off x="10033000" y="1422400"/>
            <a:ext cx="1524000" cy="889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2707D0D-CDDD-8331-941F-836DD7BA5EC0}"/>
              </a:ext>
            </a:extLst>
          </p:cNvPr>
          <p:cNvSpPr/>
          <p:nvPr/>
        </p:nvSpPr>
        <p:spPr>
          <a:xfrm>
            <a:off x="10033000" y="2463800"/>
            <a:ext cx="1524000" cy="889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A0DE56B-3510-0772-1CE9-3D21CFA6BA17}"/>
              </a:ext>
            </a:extLst>
          </p:cNvPr>
          <p:cNvSpPr/>
          <p:nvPr/>
        </p:nvSpPr>
        <p:spPr>
          <a:xfrm>
            <a:off x="10033000" y="3505200"/>
            <a:ext cx="1524000" cy="889000"/>
          </a:xfrm>
          <a:prstGeom prst="rect">
            <a:avLst/>
          </a:prstGeom>
          <a:solidFill>
            <a:schemeClr val="accent6">
              <a:lumMod val="10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C55F63F-A7A5-61AA-096B-B30E3B70763E}"/>
              </a:ext>
            </a:extLst>
          </p:cNvPr>
          <p:cNvSpPr/>
          <p:nvPr/>
        </p:nvSpPr>
        <p:spPr>
          <a:xfrm>
            <a:off x="10033000" y="4546600"/>
            <a:ext cx="1524000" cy="889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24F9ADC-7483-0EBA-5E9D-95159842088E}"/>
              </a:ext>
            </a:extLst>
          </p:cNvPr>
          <p:cNvSpPr/>
          <p:nvPr/>
        </p:nvSpPr>
        <p:spPr>
          <a:xfrm>
            <a:off x="10033000" y="5588000"/>
            <a:ext cx="1524000" cy="889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5324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A168628-29AB-F793-FAA2-44596302A4C3}"/>
              </a:ext>
            </a:extLst>
          </p:cNvPr>
          <p:cNvSpPr/>
          <p:nvPr/>
        </p:nvSpPr>
        <p:spPr>
          <a:xfrm>
            <a:off x="254000" y="190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F53D694-80C8-070C-B224-61133FF08CDC}"/>
              </a:ext>
            </a:extLst>
          </p:cNvPr>
          <p:cNvSpPr/>
          <p:nvPr/>
        </p:nvSpPr>
        <p:spPr>
          <a:xfrm>
            <a:off x="2286000" y="190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A6F9DD7-07F2-0641-4096-3E716A69016A}"/>
              </a:ext>
            </a:extLst>
          </p:cNvPr>
          <p:cNvSpPr/>
          <p:nvPr/>
        </p:nvSpPr>
        <p:spPr>
          <a:xfrm>
            <a:off x="4318000" y="190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50000">
                <a:srgbClr val="FFFFFF"/>
              </a:gs>
              <a:gs pos="100000">
                <a:srgbClr val="FFFFFF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4D4494E-4F50-066A-A3C2-9F48C926740D}"/>
              </a:ext>
            </a:extLst>
          </p:cNvPr>
          <p:cNvSpPr/>
          <p:nvPr/>
        </p:nvSpPr>
        <p:spPr>
          <a:xfrm>
            <a:off x="6350000" y="190500"/>
            <a:ext cx="1524000" cy="1333500"/>
          </a:xfrm>
          <a:prstGeom prst="roundRect">
            <a:avLst/>
          </a:prstGeom>
          <a:gradFill flip="none" rotWithShape="1">
            <a:gsLst>
              <a:gs pos="50000">
                <a:srgbClr val="0070C0"/>
              </a:gs>
              <a:gs pos="0">
                <a:srgbClr val="FFFFFF"/>
              </a:gs>
              <a:gs pos="100000">
                <a:srgbClr val="FFFFFF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7F039A9-F77C-7F02-5E46-9A4FD52E58FC}"/>
              </a:ext>
            </a:extLst>
          </p:cNvPr>
          <p:cNvSpPr/>
          <p:nvPr/>
        </p:nvSpPr>
        <p:spPr>
          <a:xfrm>
            <a:off x="8382000" y="190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64BA547-49CD-9BD0-F23D-B701C18BCF7D}"/>
              </a:ext>
            </a:extLst>
          </p:cNvPr>
          <p:cNvSpPr/>
          <p:nvPr/>
        </p:nvSpPr>
        <p:spPr>
          <a:xfrm>
            <a:off x="10414000" y="190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417B6A8-3BE9-122A-1070-4ADBC0F9732E}"/>
              </a:ext>
            </a:extLst>
          </p:cNvPr>
          <p:cNvSpPr/>
          <p:nvPr/>
        </p:nvSpPr>
        <p:spPr>
          <a:xfrm>
            <a:off x="254000" y="1905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50000">
                <a:srgbClr val="FFFFFF"/>
              </a:gs>
              <a:gs pos="100000">
                <a:srgbClr val="FFFFFF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B61A4D2-2EEF-A5BF-898A-23325EE1F557}"/>
              </a:ext>
            </a:extLst>
          </p:cNvPr>
          <p:cNvSpPr/>
          <p:nvPr/>
        </p:nvSpPr>
        <p:spPr>
          <a:xfrm>
            <a:off x="2286000" y="1905000"/>
            <a:ext cx="1524000" cy="1333500"/>
          </a:xfrm>
          <a:prstGeom prst="roundRect">
            <a:avLst/>
          </a:prstGeom>
          <a:gradFill flip="none" rotWithShape="1">
            <a:gsLst>
              <a:gs pos="50000">
                <a:srgbClr val="0070C0"/>
              </a:gs>
              <a:gs pos="0">
                <a:srgbClr val="FFFFFF"/>
              </a:gs>
              <a:gs pos="100000">
                <a:srgbClr val="FFFFFF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5826BB52-6414-A001-C69E-0DB9A16B70A9}"/>
              </a:ext>
            </a:extLst>
          </p:cNvPr>
          <p:cNvSpPr/>
          <p:nvPr/>
        </p:nvSpPr>
        <p:spPr>
          <a:xfrm>
            <a:off x="4318000" y="1905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76C9209-4210-0E1F-7332-A12AD2774E29}"/>
              </a:ext>
            </a:extLst>
          </p:cNvPr>
          <p:cNvSpPr/>
          <p:nvPr/>
        </p:nvSpPr>
        <p:spPr>
          <a:xfrm>
            <a:off x="6350000" y="1905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9936F452-D083-6A0C-C35F-4ED8632A9A3B}"/>
              </a:ext>
            </a:extLst>
          </p:cNvPr>
          <p:cNvSpPr/>
          <p:nvPr/>
        </p:nvSpPr>
        <p:spPr>
          <a:xfrm>
            <a:off x="8382000" y="1905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50000">
                <a:srgbClr val="FFFFFF"/>
              </a:gs>
              <a:gs pos="100000">
                <a:srgbClr val="FFFFFF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B90CA09-0425-BA08-4349-818C09C1F345}"/>
              </a:ext>
            </a:extLst>
          </p:cNvPr>
          <p:cNvSpPr/>
          <p:nvPr/>
        </p:nvSpPr>
        <p:spPr>
          <a:xfrm>
            <a:off x="10414000" y="1905000"/>
            <a:ext cx="1524000" cy="1333500"/>
          </a:xfrm>
          <a:prstGeom prst="roundRect">
            <a:avLst/>
          </a:prstGeom>
          <a:gradFill flip="none" rotWithShape="1">
            <a:gsLst>
              <a:gs pos="50000">
                <a:srgbClr val="0070C0"/>
              </a:gs>
              <a:gs pos="0">
                <a:srgbClr val="FFFFFF"/>
              </a:gs>
              <a:gs pos="100000">
                <a:srgbClr val="FFFFFF"/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CA335A42-1521-900E-75EE-7A29E194A4F1}"/>
              </a:ext>
            </a:extLst>
          </p:cNvPr>
          <p:cNvSpPr/>
          <p:nvPr/>
        </p:nvSpPr>
        <p:spPr>
          <a:xfrm>
            <a:off x="254000" y="3619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70AB89F-AD45-9518-7181-FC02FD7752D5}"/>
              </a:ext>
            </a:extLst>
          </p:cNvPr>
          <p:cNvSpPr/>
          <p:nvPr/>
        </p:nvSpPr>
        <p:spPr>
          <a:xfrm>
            <a:off x="2286000" y="3619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19DC429-2606-FDD6-7583-D594297E8C88}"/>
              </a:ext>
            </a:extLst>
          </p:cNvPr>
          <p:cNvSpPr/>
          <p:nvPr/>
        </p:nvSpPr>
        <p:spPr>
          <a:xfrm>
            <a:off x="4318000" y="3619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50000">
                <a:srgbClr val="FFFFFF"/>
              </a:gs>
              <a:gs pos="100000">
                <a:srgbClr val="FFFFFF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0291C00A-2B71-A404-8C5A-4FE5535B53C6}"/>
              </a:ext>
            </a:extLst>
          </p:cNvPr>
          <p:cNvSpPr/>
          <p:nvPr/>
        </p:nvSpPr>
        <p:spPr>
          <a:xfrm>
            <a:off x="6350000" y="3619500"/>
            <a:ext cx="1524000" cy="1333500"/>
          </a:xfrm>
          <a:prstGeom prst="roundRect">
            <a:avLst/>
          </a:prstGeom>
          <a:gradFill flip="none" rotWithShape="1">
            <a:gsLst>
              <a:gs pos="50000">
                <a:srgbClr val="0070C0"/>
              </a:gs>
              <a:gs pos="0">
                <a:srgbClr val="FFFFFF"/>
              </a:gs>
              <a:gs pos="100000">
                <a:srgbClr val="FFFFFF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830144D-E7CC-6F72-B671-88CEBA944D44}"/>
              </a:ext>
            </a:extLst>
          </p:cNvPr>
          <p:cNvSpPr/>
          <p:nvPr/>
        </p:nvSpPr>
        <p:spPr>
          <a:xfrm>
            <a:off x="8382000" y="3619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path path="rect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AE3ACB41-E585-B67E-5746-702EC2B59C4E}"/>
              </a:ext>
            </a:extLst>
          </p:cNvPr>
          <p:cNvSpPr/>
          <p:nvPr/>
        </p:nvSpPr>
        <p:spPr>
          <a:xfrm>
            <a:off x="10414000" y="36195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path path="rect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5E4B626-FB78-67D6-E949-2641F374DEEC}"/>
              </a:ext>
            </a:extLst>
          </p:cNvPr>
          <p:cNvSpPr/>
          <p:nvPr/>
        </p:nvSpPr>
        <p:spPr>
          <a:xfrm>
            <a:off x="254000" y="5334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path path="rect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E253C66-87D8-3EEE-381C-082F10227409}"/>
              </a:ext>
            </a:extLst>
          </p:cNvPr>
          <p:cNvSpPr/>
          <p:nvPr/>
        </p:nvSpPr>
        <p:spPr>
          <a:xfrm>
            <a:off x="2286000" y="5334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18DE3797-890B-3196-A55B-75E8B2037F38}"/>
              </a:ext>
            </a:extLst>
          </p:cNvPr>
          <p:cNvSpPr/>
          <p:nvPr/>
        </p:nvSpPr>
        <p:spPr>
          <a:xfrm>
            <a:off x="4318000" y="5334000"/>
            <a:ext cx="1524000" cy="1333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E367CE6-31B4-C7D0-560E-767931A410E6}"/>
              </a:ext>
            </a:extLst>
          </p:cNvPr>
          <p:cNvSpPr/>
          <p:nvPr/>
        </p:nvSpPr>
        <p:spPr>
          <a:xfrm>
            <a:off x="4318000" y="5334000"/>
            <a:ext cx="1524000" cy="1333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19D4AA17-9BD3-CCF9-97C5-93C0A1AF810C}"/>
              </a:ext>
            </a:extLst>
          </p:cNvPr>
          <p:cNvSpPr/>
          <p:nvPr/>
        </p:nvSpPr>
        <p:spPr>
          <a:xfrm>
            <a:off x="4318000" y="5334000"/>
            <a:ext cx="1524000" cy="1333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CBF16376-1470-FB46-8D68-C30D1DC83D1B}"/>
              </a:ext>
            </a:extLst>
          </p:cNvPr>
          <p:cNvSpPr/>
          <p:nvPr/>
        </p:nvSpPr>
        <p:spPr>
          <a:xfrm>
            <a:off x="4318000" y="5334000"/>
            <a:ext cx="1524000" cy="1333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7443ED0A-4403-B87D-5D8E-E53E84E84FDC}"/>
              </a:ext>
            </a:extLst>
          </p:cNvPr>
          <p:cNvSpPr/>
          <p:nvPr/>
        </p:nvSpPr>
        <p:spPr>
          <a:xfrm>
            <a:off x="4318000" y="5334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9D7EABAD-848D-A062-EE08-26CA73BC30F1}"/>
              </a:ext>
            </a:extLst>
          </p:cNvPr>
          <p:cNvSpPr/>
          <p:nvPr/>
        </p:nvSpPr>
        <p:spPr>
          <a:xfrm>
            <a:off x="6350000" y="5334000"/>
            <a:ext cx="1524000" cy="1333500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FFFFFF"/>
              </a:gs>
            </a:gsLst>
            <a:path path="rect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1311C00-0653-B3FF-D843-89EDA706C96B}"/>
              </a:ext>
            </a:extLst>
          </p:cNvPr>
          <p:cNvSpPr/>
          <p:nvPr/>
        </p:nvSpPr>
        <p:spPr>
          <a:xfrm>
            <a:off x="8382000" y="5334000"/>
            <a:ext cx="1524000" cy="1333500"/>
          </a:xfrm>
          <a:prstGeom prst="roundRect">
            <a:avLst/>
          </a:prstGeom>
          <a:gradFill flip="none" rotWithShape="1">
            <a:gsLst>
              <a:gs pos="0">
                <a:srgbClr val="0070C0"/>
              </a:gs>
              <a:gs pos="50000">
                <a:srgbClr val="FFFFFF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7169077C-708C-CD89-3B25-A3A055814737}"/>
              </a:ext>
            </a:extLst>
          </p:cNvPr>
          <p:cNvSpPr/>
          <p:nvPr/>
        </p:nvSpPr>
        <p:spPr>
          <a:xfrm>
            <a:off x="10414000" y="5334000"/>
            <a:ext cx="1524000" cy="1333500"/>
          </a:xfrm>
          <a:prstGeom prst="roundRect">
            <a:avLst/>
          </a:prstGeom>
          <a:gradFill flip="none" rotWithShape="1">
            <a:gsLst>
              <a:gs pos="50000">
                <a:srgbClr val="0070C0"/>
              </a:gs>
              <a:gs pos="0">
                <a:srgbClr val="FFFFFF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39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DD59215-6CC2-4A56-5F51-1C7A0564890E}"/>
              </a:ext>
            </a:extLst>
          </p:cNvPr>
          <p:cNvSpPr/>
          <p:nvPr/>
        </p:nvSpPr>
        <p:spPr>
          <a:xfrm>
            <a:off x="127000" y="127000"/>
            <a:ext cx="1100667" cy="889000"/>
          </a:xfrm>
          <a:prstGeom prst="rect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3D71174-142A-C343-037E-DEE2FC634CB0}"/>
              </a:ext>
            </a:extLst>
          </p:cNvPr>
          <p:cNvSpPr/>
          <p:nvPr/>
        </p:nvSpPr>
        <p:spPr>
          <a:xfrm>
            <a:off x="1481667" y="127000"/>
            <a:ext cx="1100666" cy="889000"/>
          </a:xfrm>
          <a:prstGeom prst="rect">
            <a:avLst/>
          </a:prstGeom>
          <a:pattFill prst="pct1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5B2531F-D1F8-DA44-4CF4-9F0F8081E22C}"/>
              </a:ext>
            </a:extLst>
          </p:cNvPr>
          <p:cNvSpPr/>
          <p:nvPr/>
        </p:nvSpPr>
        <p:spPr>
          <a:xfrm>
            <a:off x="2836333" y="127000"/>
            <a:ext cx="1100667" cy="889000"/>
          </a:xfrm>
          <a:prstGeom prst="rect">
            <a:avLst/>
          </a:prstGeom>
          <a:pattFill prst="pct2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2CBC482-8B3F-2144-A767-F3CFB64FCAEC}"/>
              </a:ext>
            </a:extLst>
          </p:cNvPr>
          <p:cNvSpPr/>
          <p:nvPr/>
        </p:nvSpPr>
        <p:spPr>
          <a:xfrm>
            <a:off x="4191000" y="127000"/>
            <a:ext cx="1100667" cy="889000"/>
          </a:xfrm>
          <a:prstGeom prst="rect">
            <a:avLst/>
          </a:prstGeom>
          <a:pattFill prst="pct25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4ECBC87-A7CB-D87D-7CF8-04F592F7C24D}"/>
              </a:ext>
            </a:extLst>
          </p:cNvPr>
          <p:cNvSpPr/>
          <p:nvPr/>
        </p:nvSpPr>
        <p:spPr>
          <a:xfrm>
            <a:off x="5545667" y="127000"/>
            <a:ext cx="1100666" cy="889000"/>
          </a:xfrm>
          <a:prstGeom prst="rect">
            <a:avLst/>
          </a:prstGeom>
          <a:pattFill prst="pct3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F12181D-45BC-0044-F062-F578B99051CD}"/>
              </a:ext>
            </a:extLst>
          </p:cNvPr>
          <p:cNvSpPr/>
          <p:nvPr/>
        </p:nvSpPr>
        <p:spPr>
          <a:xfrm>
            <a:off x="6900333" y="127000"/>
            <a:ext cx="1100667" cy="889000"/>
          </a:xfrm>
          <a:prstGeom prst="rect">
            <a:avLst/>
          </a:prstGeom>
          <a:pattFill prst="pct4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E748E70-FC29-45AE-3457-28618A166CD4}"/>
              </a:ext>
            </a:extLst>
          </p:cNvPr>
          <p:cNvSpPr/>
          <p:nvPr/>
        </p:nvSpPr>
        <p:spPr>
          <a:xfrm>
            <a:off x="8255000" y="127000"/>
            <a:ext cx="1100667" cy="889000"/>
          </a:xfrm>
          <a:prstGeom prst="rect">
            <a:avLst/>
          </a:prstGeom>
          <a:pattFill prst="pct5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BECB6E0-F599-CCAF-8D22-8A4EFA686F74}"/>
              </a:ext>
            </a:extLst>
          </p:cNvPr>
          <p:cNvSpPr/>
          <p:nvPr/>
        </p:nvSpPr>
        <p:spPr>
          <a:xfrm>
            <a:off x="9609666" y="127000"/>
            <a:ext cx="1100667" cy="889000"/>
          </a:xfrm>
          <a:prstGeom prst="rect">
            <a:avLst/>
          </a:prstGeom>
          <a:pattFill prst="pct6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E13B57F-695E-6D2E-6AD7-AC1453B6AD49}"/>
              </a:ext>
            </a:extLst>
          </p:cNvPr>
          <p:cNvSpPr/>
          <p:nvPr/>
        </p:nvSpPr>
        <p:spPr>
          <a:xfrm>
            <a:off x="10964333" y="127000"/>
            <a:ext cx="1100667" cy="889000"/>
          </a:xfrm>
          <a:prstGeom prst="rect">
            <a:avLst/>
          </a:prstGeom>
          <a:pattFill prst="pct7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6DF12B7-0C14-843A-FB0B-BED453DA9534}"/>
              </a:ext>
            </a:extLst>
          </p:cNvPr>
          <p:cNvSpPr/>
          <p:nvPr/>
        </p:nvSpPr>
        <p:spPr>
          <a:xfrm>
            <a:off x="127000" y="1270000"/>
            <a:ext cx="1100667" cy="889000"/>
          </a:xfrm>
          <a:prstGeom prst="rect">
            <a:avLst/>
          </a:prstGeom>
          <a:pattFill prst="pct75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051ECF8-D776-11D8-817C-273FA62F3B5F}"/>
              </a:ext>
            </a:extLst>
          </p:cNvPr>
          <p:cNvSpPr/>
          <p:nvPr/>
        </p:nvSpPr>
        <p:spPr>
          <a:xfrm>
            <a:off x="1481667" y="1270000"/>
            <a:ext cx="1100666" cy="889000"/>
          </a:xfrm>
          <a:prstGeom prst="rect">
            <a:avLst/>
          </a:prstGeom>
          <a:pattFill prst="pct8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40DD3CB-67E2-6B6A-A3E4-90C3FF8F4909}"/>
              </a:ext>
            </a:extLst>
          </p:cNvPr>
          <p:cNvSpPr/>
          <p:nvPr/>
        </p:nvSpPr>
        <p:spPr>
          <a:xfrm>
            <a:off x="2836333" y="1270000"/>
            <a:ext cx="1100667" cy="889000"/>
          </a:xfrm>
          <a:prstGeom prst="rect">
            <a:avLst/>
          </a:prstGeom>
          <a:pattFill prst="pct90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54A0A7F-B1D2-3E6E-3F86-062C47206948}"/>
              </a:ext>
            </a:extLst>
          </p:cNvPr>
          <p:cNvSpPr/>
          <p:nvPr/>
        </p:nvSpPr>
        <p:spPr>
          <a:xfrm>
            <a:off x="4191000" y="1270000"/>
            <a:ext cx="1100667" cy="889000"/>
          </a:xfrm>
          <a:prstGeom prst="rect">
            <a:avLst/>
          </a:prstGeom>
          <a:pattFill prst="dkHorz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45CCF24-BB3C-5F67-E2C9-1F5EAC127FA8}"/>
              </a:ext>
            </a:extLst>
          </p:cNvPr>
          <p:cNvSpPr/>
          <p:nvPr/>
        </p:nvSpPr>
        <p:spPr>
          <a:xfrm>
            <a:off x="5545667" y="1270000"/>
            <a:ext cx="1100666" cy="889000"/>
          </a:xfrm>
          <a:prstGeom prst="rect">
            <a:avLst/>
          </a:prstGeom>
          <a:pattFill prst="dkVert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6C5A887-C7BC-C40F-D99A-C6EBEA736C11}"/>
              </a:ext>
            </a:extLst>
          </p:cNvPr>
          <p:cNvSpPr/>
          <p:nvPr/>
        </p:nvSpPr>
        <p:spPr>
          <a:xfrm>
            <a:off x="6900333" y="1270000"/>
            <a:ext cx="1100667" cy="889000"/>
          </a:xfrm>
          <a:prstGeom prst="rect">
            <a:avLst/>
          </a:prstGeom>
          <a:pattFill prst="dkDn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675AE4E-1D16-E3B9-BBD7-FCB5108BF1A4}"/>
              </a:ext>
            </a:extLst>
          </p:cNvPr>
          <p:cNvSpPr/>
          <p:nvPr/>
        </p:nvSpPr>
        <p:spPr>
          <a:xfrm>
            <a:off x="8255000" y="1270000"/>
            <a:ext cx="1100667" cy="889000"/>
          </a:xfrm>
          <a:prstGeom prst="rect">
            <a:avLst/>
          </a:prstGeom>
          <a:pattFill prst="dkUp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BE93EA4-E3D9-69D0-A54F-06359CEB19AA}"/>
              </a:ext>
            </a:extLst>
          </p:cNvPr>
          <p:cNvSpPr/>
          <p:nvPr/>
        </p:nvSpPr>
        <p:spPr>
          <a:xfrm>
            <a:off x="9609666" y="1270000"/>
            <a:ext cx="1100667" cy="889000"/>
          </a:xfrm>
          <a:prstGeom prst="rect">
            <a:avLst/>
          </a:prstGeom>
          <a:pattFill prst="smCheck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1E69DBE-36D4-5E17-D6BE-FFEBE0F8BA7C}"/>
              </a:ext>
            </a:extLst>
          </p:cNvPr>
          <p:cNvSpPr/>
          <p:nvPr/>
        </p:nvSpPr>
        <p:spPr>
          <a:xfrm>
            <a:off x="10964333" y="1270000"/>
            <a:ext cx="1100667" cy="889000"/>
          </a:xfrm>
          <a:prstGeom prst="rect">
            <a:avLst/>
          </a:prstGeom>
          <a:pattFill prst="trellis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7BFD877-785C-A804-11C7-BB2164C784F8}"/>
              </a:ext>
            </a:extLst>
          </p:cNvPr>
          <p:cNvSpPr/>
          <p:nvPr/>
        </p:nvSpPr>
        <p:spPr>
          <a:xfrm>
            <a:off x="127000" y="2413000"/>
            <a:ext cx="1100667" cy="889000"/>
          </a:xfrm>
          <a:prstGeom prst="rect">
            <a:avLst/>
          </a:prstGeom>
          <a:pattFill prst="ltHorz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577F613-786C-5730-A83F-50609809F5BD}"/>
              </a:ext>
            </a:extLst>
          </p:cNvPr>
          <p:cNvSpPr/>
          <p:nvPr/>
        </p:nvSpPr>
        <p:spPr>
          <a:xfrm>
            <a:off x="1481667" y="2413000"/>
            <a:ext cx="1100666" cy="889000"/>
          </a:xfrm>
          <a:prstGeom prst="rect">
            <a:avLst/>
          </a:prstGeom>
          <a:pattFill prst="ltVert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7E5BD3F-ABA7-3A2D-C01C-504AF1F4D600}"/>
              </a:ext>
            </a:extLst>
          </p:cNvPr>
          <p:cNvSpPr/>
          <p:nvPr/>
        </p:nvSpPr>
        <p:spPr>
          <a:xfrm>
            <a:off x="2836333" y="2413000"/>
            <a:ext cx="1100667" cy="889000"/>
          </a:xfrm>
          <a:prstGeom prst="rect">
            <a:avLst/>
          </a:prstGeom>
          <a:pattFill prst="ltDn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357A44F-742B-889D-F395-136518630D7A}"/>
              </a:ext>
            </a:extLst>
          </p:cNvPr>
          <p:cNvSpPr/>
          <p:nvPr/>
        </p:nvSpPr>
        <p:spPr>
          <a:xfrm>
            <a:off x="4191000" y="2413000"/>
            <a:ext cx="1100667" cy="889000"/>
          </a:xfrm>
          <a:prstGeom prst="rect">
            <a:avLst/>
          </a:prstGeom>
          <a:pattFill prst="ltUp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7705D47-6413-BE7D-3A80-3F47F0F60609}"/>
              </a:ext>
            </a:extLst>
          </p:cNvPr>
          <p:cNvSpPr/>
          <p:nvPr/>
        </p:nvSpPr>
        <p:spPr>
          <a:xfrm>
            <a:off x="5545667" y="2413000"/>
            <a:ext cx="1100666" cy="889000"/>
          </a:xfrm>
          <a:prstGeom prst="rect">
            <a:avLst/>
          </a:prstGeom>
          <a:pattFill prst="smGri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E3FB5E9-3770-15A5-5423-57DEAB81466A}"/>
              </a:ext>
            </a:extLst>
          </p:cNvPr>
          <p:cNvSpPr/>
          <p:nvPr/>
        </p:nvSpPr>
        <p:spPr>
          <a:xfrm>
            <a:off x="6900333" y="2413000"/>
            <a:ext cx="1100667" cy="889000"/>
          </a:xfrm>
          <a:prstGeom prst="rect">
            <a:avLst/>
          </a:prstGeom>
          <a:pattFill prst="dotDmn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E67E647-0686-4F58-53EB-FC329A2368B3}"/>
              </a:ext>
            </a:extLst>
          </p:cNvPr>
          <p:cNvSpPr/>
          <p:nvPr/>
        </p:nvSpPr>
        <p:spPr>
          <a:xfrm>
            <a:off x="8255000" y="2413000"/>
            <a:ext cx="1100667" cy="889000"/>
          </a:xfrm>
          <a:prstGeom prst="rect">
            <a:avLst/>
          </a:prstGeom>
          <a:pattFill prst="wdDn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A667062-EA58-D764-896A-DABB5DE53348}"/>
              </a:ext>
            </a:extLst>
          </p:cNvPr>
          <p:cNvSpPr/>
          <p:nvPr/>
        </p:nvSpPr>
        <p:spPr>
          <a:xfrm>
            <a:off x="9609666" y="2413000"/>
            <a:ext cx="1100667" cy="88900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21710C8-A7F1-6228-DF76-B37F3BB14123}"/>
              </a:ext>
            </a:extLst>
          </p:cNvPr>
          <p:cNvSpPr/>
          <p:nvPr/>
        </p:nvSpPr>
        <p:spPr>
          <a:xfrm>
            <a:off x="10964333" y="2413000"/>
            <a:ext cx="1100667" cy="889000"/>
          </a:xfrm>
          <a:prstGeom prst="rect">
            <a:avLst/>
          </a:prstGeom>
          <a:pattFill prst="dashUp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4DA01BE-AECA-4A99-3DDF-1D098CA735E4}"/>
              </a:ext>
            </a:extLst>
          </p:cNvPr>
          <p:cNvSpPr/>
          <p:nvPr/>
        </p:nvSpPr>
        <p:spPr>
          <a:xfrm>
            <a:off x="127000" y="3556000"/>
            <a:ext cx="1100667" cy="889000"/>
          </a:xfrm>
          <a:prstGeom prst="rect">
            <a:avLst/>
          </a:prstGeom>
          <a:pattFill prst="dashDn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35FAA6F-B631-2C7C-30C3-95C281F94C8E}"/>
              </a:ext>
            </a:extLst>
          </p:cNvPr>
          <p:cNvSpPr/>
          <p:nvPr/>
        </p:nvSpPr>
        <p:spPr>
          <a:xfrm>
            <a:off x="1481667" y="3556000"/>
            <a:ext cx="1100666" cy="889000"/>
          </a:xfrm>
          <a:prstGeom prst="rect">
            <a:avLst/>
          </a:prstGeom>
          <a:pattFill prst="narVert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F4743D5-F7BB-56F3-1AF4-55632A0CFA63}"/>
              </a:ext>
            </a:extLst>
          </p:cNvPr>
          <p:cNvSpPr/>
          <p:nvPr/>
        </p:nvSpPr>
        <p:spPr>
          <a:xfrm>
            <a:off x="2836333" y="3556000"/>
            <a:ext cx="1100667" cy="889000"/>
          </a:xfrm>
          <a:prstGeom prst="rect">
            <a:avLst/>
          </a:prstGeom>
          <a:pattFill prst="narHorz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A75C936-428C-062C-C5E3-3C9611911A98}"/>
              </a:ext>
            </a:extLst>
          </p:cNvPr>
          <p:cNvSpPr/>
          <p:nvPr/>
        </p:nvSpPr>
        <p:spPr>
          <a:xfrm>
            <a:off x="4191000" y="3556000"/>
            <a:ext cx="1100667" cy="889000"/>
          </a:xfrm>
          <a:prstGeom prst="rect">
            <a:avLst/>
          </a:prstGeom>
          <a:pattFill prst="dashVert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8ADC72E-B5F5-C98A-4886-4FE8EB645076}"/>
              </a:ext>
            </a:extLst>
          </p:cNvPr>
          <p:cNvSpPr/>
          <p:nvPr/>
        </p:nvSpPr>
        <p:spPr>
          <a:xfrm>
            <a:off x="5545667" y="3556000"/>
            <a:ext cx="1100666" cy="889000"/>
          </a:xfrm>
          <a:prstGeom prst="rect">
            <a:avLst/>
          </a:prstGeom>
          <a:pattFill prst="dashHorz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F7F9A40-601C-C0E3-B373-86B19E004533}"/>
              </a:ext>
            </a:extLst>
          </p:cNvPr>
          <p:cNvSpPr/>
          <p:nvPr/>
        </p:nvSpPr>
        <p:spPr>
          <a:xfrm>
            <a:off x="6900333" y="3556000"/>
            <a:ext cx="1100667" cy="889000"/>
          </a:xfrm>
          <a:prstGeom prst="rect">
            <a:avLst/>
          </a:prstGeom>
          <a:pattFill prst="lgConfetti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935D33B-50F6-AA68-32E1-660E2F48B279}"/>
              </a:ext>
            </a:extLst>
          </p:cNvPr>
          <p:cNvSpPr/>
          <p:nvPr/>
        </p:nvSpPr>
        <p:spPr>
          <a:xfrm>
            <a:off x="8255000" y="3556000"/>
            <a:ext cx="1100667" cy="889000"/>
          </a:xfrm>
          <a:prstGeom prst="rect">
            <a:avLst/>
          </a:prstGeom>
          <a:pattFill prst="lgGri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59A5A61-FBDD-BF6E-4213-4966A381394F}"/>
              </a:ext>
            </a:extLst>
          </p:cNvPr>
          <p:cNvSpPr/>
          <p:nvPr/>
        </p:nvSpPr>
        <p:spPr>
          <a:xfrm>
            <a:off x="9609666" y="3556000"/>
            <a:ext cx="1100667" cy="889000"/>
          </a:xfrm>
          <a:prstGeom prst="rect">
            <a:avLst/>
          </a:prstGeom>
          <a:pattFill prst="horzBrick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9EC625E-BB41-6AC0-5854-6D3090EBBC38}"/>
              </a:ext>
            </a:extLst>
          </p:cNvPr>
          <p:cNvSpPr/>
          <p:nvPr/>
        </p:nvSpPr>
        <p:spPr>
          <a:xfrm>
            <a:off x="10964333" y="3556000"/>
            <a:ext cx="1100667" cy="889000"/>
          </a:xfrm>
          <a:prstGeom prst="rect">
            <a:avLst/>
          </a:prstGeom>
          <a:pattFill prst="lgCheck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9A18B94-D335-B21D-FC1C-4DEB3D63A4A7}"/>
              </a:ext>
            </a:extLst>
          </p:cNvPr>
          <p:cNvSpPr/>
          <p:nvPr/>
        </p:nvSpPr>
        <p:spPr>
          <a:xfrm>
            <a:off x="127000" y="4699000"/>
            <a:ext cx="1100667" cy="889000"/>
          </a:xfrm>
          <a:prstGeom prst="rect">
            <a:avLst/>
          </a:prstGeom>
          <a:pattFill prst="smConfetti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53E340C-0402-440A-A1FC-4920428A8A6B}"/>
              </a:ext>
            </a:extLst>
          </p:cNvPr>
          <p:cNvSpPr/>
          <p:nvPr/>
        </p:nvSpPr>
        <p:spPr>
          <a:xfrm>
            <a:off x="1481667" y="4699000"/>
            <a:ext cx="1100666" cy="889000"/>
          </a:xfrm>
          <a:prstGeom prst="rect">
            <a:avLst/>
          </a:prstGeom>
          <a:pattFill prst="zigZ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71D4AE-CD3A-370D-2D59-2652BD08694E}"/>
              </a:ext>
            </a:extLst>
          </p:cNvPr>
          <p:cNvSpPr/>
          <p:nvPr/>
        </p:nvSpPr>
        <p:spPr>
          <a:xfrm>
            <a:off x="2836333" y="4699000"/>
            <a:ext cx="1100667" cy="889000"/>
          </a:xfrm>
          <a:prstGeom prst="rect">
            <a:avLst/>
          </a:prstGeom>
          <a:pattFill prst="solidDmn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6B6BAB7-9002-00E7-130C-FB1882498882}"/>
              </a:ext>
            </a:extLst>
          </p:cNvPr>
          <p:cNvSpPr/>
          <p:nvPr/>
        </p:nvSpPr>
        <p:spPr>
          <a:xfrm>
            <a:off x="4191000" y="4699000"/>
            <a:ext cx="1100667" cy="889000"/>
          </a:xfrm>
          <a:prstGeom prst="rect">
            <a:avLst/>
          </a:prstGeom>
          <a:pattFill prst="diagBrick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9FD3C13-148F-7408-4ACD-5B0EC8DACA47}"/>
              </a:ext>
            </a:extLst>
          </p:cNvPr>
          <p:cNvSpPr/>
          <p:nvPr/>
        </p:nvSpPr>
        <p:spPr>
          <a:xfrm>
            <a:off x="5545667" y="4699000"/>
            <a:ext cx="1100666" cy="889000"/>
          </a:xfrm>
          <a:prstGeom prst="rect">
            <a:avLst/>
          </a:prstGeom>
          <a:pattFill prst="openDmn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3C6F8C5-8AFA-19D1-4A26-2158D123AF7A}"/>
              </a:ext>
            </a:extLst>
          </p:cNvPr>
          <p:cNvSpPr/>
          <p:nvPr/>
        </p:nvSpPr>
        <p:spPr>
          <a:xfrm>
            <a:off x="6900333" y="4699000"/>
            <a:ext cx="1100667" cy="889000"/>
          </a:xfrm>
          <a:prstGeom prst="rect">
            <a:avLst/>
          </a:prstGeom>
          <a:pattFill prst="plai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D7BEEF3-586A-10C6-E762-BE62BDDECCE4}"/>
              </a:ext>
            </a:extLst>
          </p:cNvPr>
          <p:cNvSpPr/>
          <p:nvPr/>
        </p:nvSpPr>
        <p:spPr>
          <a:xfrm>
            <a:off x="8255000" y="4699000"/>
            <a:ext cx="1100667" cy="889000"/>
          </a:xfrm>
          <a:prstGeom prst="rect">
            <a:avLst/>
          </a:prstGeom>
          <a:pattFill prst="sphere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647616C8-9E6D-083F-8BED-4E97D033B8EF}"/>
              </a:ext>
            </a:extLst>
          </p:cNvPr>
          <p:cNvSpPr/>
          <p:nvPr/>
        </p:nvSpPr>
        <p:spPr>
          <a:xfrm>
            <a:off x="9609666" y="4699000"/>
            <a:ext cx="1100667" cy="889000"/>
          </a:xfrm>
          <a:prstGeom prst="rect">
            <a:avLst/>
          </a:prstGeom>
          <a:pattFill prst="weave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B2E92038-7B35-A27A-812B-DCAA6C241E2A}"/>
              </a:ext>
            </a:extLst>
          </p:cNvPr>
          <p:cNvSpPr/>
          <p:nvPr/>
        </p:nvSpPr>
        <p:spPr>
          <a:xfrm>
            <a:off x="10964333" y="4699000"/>
            <a:ext cx="1100667" cy="889000"/>
          </a:xfrm>
          <a:prstGeom prst="rect">
            <a:avLst/>
          </a:prstGeom>
          <a:pattFill prst="dotGrid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B1B5149-161F-4AC3-C461-C392D28B77AE}"/>
              </a:ext>
            </a:extLst>
          </p:cNvPr>
          <p:cNvSpPr/>
          <p:nvPr/>
        </p:nvSpPr>
        <p:spPr>
          <a:xfrm>
            <a:off x="127000" y="5842000"/>
            <a:ext cx="1100667" cy="889000"/>
          </a:xfrm>
          <a:prstGeom prst="rect">
            <a:avLst/>
          </a:prstGeom>
          <a:pattFill prst="divot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72772527-DAE0-8B7B-0BA2-A56BBF25D66A}"/>
              </a:ext>
            </a:extLst>
          </p:cNvPr>
          <p:cNvSpPr/>
          <p:nvPr/>
        </p:nvSpPr>
        <p:spPr>
          <a:xfrm>
            <a:off x="1481667" y="5842000"/>
            <a:ext cx="1100666" cy="889000"/>
          </a:xfrm>
          <a:prstGeom prst="rect">
            <a:avLst/>
          </a:prstGeom>
          <a:pattFill prst="shingle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319254C-24D9-8390-25BB-89CFA4F04C78}"/>
              </a:ext>
            </a:extLst>
          </p:cNvPr>
          <p:cNvSpPr/>
          <p:nvPr/>
        </p:nvSpPr>
        <p:spPr>
          <a:xfrm>
            <a:off x="2836333" y="5842000"/>
            <a:ext cx="1100667" cy="889000"/>
          </a:xfrm>
          <a:prstGeom prst="rect">
            <a:avLst/>
          </a:prstGeom>
          <a:pattFill prst="wave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FAA4020-6841-3B5C-9BCD-54C33AF61C66}"/>
              </a:ext>
            </a:extLst>
          </p:cNvPr>
          <p:cNvSpPr/>
          <p:nvPr/>
        </p:nvSpPr>
        <p:spPr>
          <a:xfrm>
            <a:off x="4191000" y="5842000"/>
            <a:ext cx="1100667" cy="889000"/>
          </a:xfrm>
          <a:prstGeom prst="rect">
            <a:avLst/>
          </a:prstGeom>
          <a:pattFill prst="horz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361CA68-259C-10EC-5362-E1261F43257F}"/>
              </a:ext>
            </a:extLst>
          </p:cNvPr>
          <p:cNvSpPr/>
          <p:nvPr/>
        </p:nvSpPr>
        <p:spPr>
          <a:xfrm>
            <a:off x="5545667" y="5842000"/>
            <a:ext cx="1100666" cy="889000"/>
          </a:xfrm>
          <a:prstGeom prst="rect">
            <a:avLst/>
          </a:prstGeom>
          <a:pattFill prst="vert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3270C2A2-161E-9102-5A40-B54FAF375A13}"/>
              </a:ext>
            </a:extLst>
          </p:cNvPr>
          <p:cNvSpPr/>
          <p:nvPr/>
        </p:nvSpPr>
        <p:spPr>
          <a:xfrm>
            <a:off x="6900333" y="5842000"/>
            <a:ext cx="1100667" cy="889000"/>
          </a:xfrm>
          <a:prstGeom prst="rect">
            <a:avLst/>
          </a:prstGeom>
          <a:pattFill prst="cross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7FD3F57-261F-0400-4E35-D1251EEFDE13}"/>
              </a:ext>
            </a:extLst>
          </p:cNvPr>
          <p:cNvSpPr/>
          <p:nvPr/>
        </p:nvSpPr>
        <p:spPr>
          <a:xfrm>
            <a:off x="8255000" y="5842000"/>
            <a:ext cx="1100667" cy="889000"/>
          </a:xfrm>
          <a:prstGeom prst="rect">
            <a:avLst/>
          </a:prstGeom>
          <a:pattFill prst="dn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8722DFAD-70E1-7326-1CEA-864C0CEC1058}"/>
              </a:ext>
            </a:extLst>
          </p:cNvPr>
          <p:cNvSpPr/>
          <p:nvPr/>
        </p:nvSpPr>
        <p:spPr>
          <a:xfrm>
            <a:off x="9609666" y="5842000"/>
            <a:ext cx="1100667" cy="889000"/>
          </a:xfrm>
          <a:prstGeom prst="rect">
            <a:avLst/>
          </a:prstGeom>
          <a:pattFill prst="upDiag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3128A7F-7845-DE64-ACA8-FE11847E33F3}"/>
              </a:ext>
            </a:extLst>
          </p:cNvPr>
          <p:cNvSpPr/>
          <p:nvPr/>
        </p:nvSpPr>
        <p:spPr>
          <a:xfrm>
            <a:off x="10964333" y="5842000"/>
            <a:ext cx="1100667" cy="889000"/>
          </a:xfrm>
          <a:prstGeom prst="rect">
            <a:avLst/>
          </a:prstGeom>
          <a:pattFill prst="diagCross">
            <a:fgClr>
              <a:srgbClr val="000000"/>
            </a:fgClr>
            <a:bgClr>
              <a:srgbClr val="FFFFFF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14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2026-10-08T08:36:06Z</dcterms:created>
  <dcterms:modified xsi:type="dcterms:W3CDTF">2026-10-08T08:36:06Z</dcterms:modified>
</cp:coreProperties>
</file>