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C166149-2F60-4923-ED1D-F8E40890BE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A290A0ED-E1A6-27C0-5C64-B62581515FF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A510E59-7922-2182-9557-50BA54BCB6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B83D3-BC2C-4CF0-8442-23AD7380E14D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DA9B653-AE66-5AA8-A5B5-206F008BD3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6866728-40C0-95D5-563C-D241E62BA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A1E73B-8462-46D5-B753-7B8FEC9C3BF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743406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D7B1799-F2DC-EFF8-D82C-9E3F029784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40DAA67-F189-B989-1239-2295DA1A49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A05D0D1-6A47-6D49-C8F2-20A7008BFF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B83D3-BC2C-4CF0-8442-23AD7380E14D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B295411-D8F5-667B-D8C3-F70703FB2D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E0940B7-5220-5AD0-12C3-F6CF9F8912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A1E73B-8462-46D5-B753-7B8FEC9C3BF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236883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6EE1524-5DAA-8E45-C289-7F4C75A7E7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CCD5643B-B0B1-ED87-F586-73090AD69E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087CAA9-850C-0769-14A2-0040AF3324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B83D3-BC2C-4CF0-8442-23AD7380E14D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EE58204-5A50-F8D5-664D-C43056E8B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D5FFFEE-05F3-AB34-30D3-56E177469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A1E73B-8462-46D5-B753-7B8FEC9C3BF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844251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86045C0-FE0A-16AF-5281-BA7B5F1CA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01AED2B-C774-0DB0-55FA-DC693C5C3CA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9BD51BA9-0EAF-0FFC-E754-EFC1FD8893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AFDA207-8B20-996E-16F6-752BF016C6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B83D3-BC2C-4CF0-8442-23AD7380E14D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855D57FC-A12D-7D25-CC1D-104B4A376E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DC45300-C698-1B46-04B0-5942A13004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A1E73B-8462-46D5-B753-7B8FEC9C3BF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567903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FCC3E11-4DDE-61A1-B557-7135F31324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6D42721-D6AD-1453-0053-6E9AA1D8AD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5DA60A22-0266-AE3A-1ACA-255E78D3CA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9D97F21F-AAF8-7995-DB93-37221B62CA1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AFDE57A3-68DA-4452-EBAC-E97504C7D63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8F759CFF-708D-83AC-8E38-47CDE3CF3D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B83D3-BC2C-4CF0-8442-23AD7380E14D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5B293E60-765B-598C-0B2E-DE1AB0F739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3CB8C5D7-513A-B329-9491-0C32D9711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A1E73B-8462-46D5-B753-7B8FEC9C3BF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201448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35D97B1-9107-0049-A505-A1C84C2FCB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21FC2A93-C471-2BFB-EA7B-AD987A968D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B83D3-BC2C-4CF0-8442-23AD7380E14D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26B7255-3D2A-E460-6B24-BD1C27A15A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484EED7-2F45-F6DC-7D87-E25F0D7FE6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A1E73B-8462-46D5-B753-7B8FEC9C3BF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157080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E469939C-4735-0251-0D1B-789B5C2887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B83D3-BC2C-4CF0-8442-23AD7380E14D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6CCA356D-A255-0D21-5BF0-8FDAE9E50B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F547C47-4936-32F4-3282-DE735E4181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A1E73B-8462-46D5-B753-7B8FEC9C3BF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977381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D3E2EF6-A0E6-DCB9-B16C-140AA39B70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C0374B0-32F0-60A8-9E77-7B67FAB7A0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D2172B0-A9FA-D170-C863-32EEEF76235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C74340F-6C8B-6F94-F809-4097A3027C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B83D3-BC2C-4CF0-8442-23AD7380E14D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B7B877A-D98C-E185-8E7D-78806FBBC7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FEE648E3-FE43-DB1C-11C2-5B70045882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A1E73B-8462-46D5-B753-7B8FEC9C3BF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658150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C663A40-679D-B361-4539-D0F90E26D9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564E3AC2-C6EB-9523-8A23-060388BEF020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54F0592F-82F8-B45D-D04C-7E260050E2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2C9E760-F0F7-C60C-4F06-D027E47A96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B83D3-BC2C-4CF0-8442-23AD7380E14D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68C938D2-7C9A-07B7-1114-89371D2A1D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5C0879F-F50F-4CF9-3EAF-5102DF9296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A1E73B-8462-46D5-B753-7B8FEC9C3BF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696190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27B6E20-C379-5EF5-6040-AF30ED0E08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F148E1BF-8012-7B35-4894-A97E715A907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74C3F25-313A-5FB0-CB0B-E32934E34A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B83D3-BC2C-4CF0-8442-23AD7380E14D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B726185-938C-6197-6607-A14A1FFCBD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CF89DD4-CDE0-DC77-74A6-A94C91889D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A1E73B-8462-46D5-B753-7B8FEC9C3BF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51811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9DAE2FE3-9D77-14CE-B17C-E1A7DA49907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D68302D5-59FC-14A4-7A5C-D07AA1F44F9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1140C65-1064-5EB5-9C0F-2DB0436B72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B83D3-BC2C-4CF0-8442-23AD7380E14D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91D84E6-C6E6-AAEE-31ED-C11DB9D2A8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A46B592-01A5-BB1F-B66C-7FA6FCC2DB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A1E73B-8462-46D5-B753-7B8FEC9C3BF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097844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A729012F-6749-FBE1-CD82-87CA51B210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8838E00-3F24-3C6F-6A65-03C25786AD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A8EB782-D626-9D0F-A5F2-6999F08A1EF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8AB83D3-BC2C-4CF0-8442-23AD7380E14D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9211B3D-C611-B0DC-79FE-471B07FF2C3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89AF69A-0CC7-E8D6-AAC8-B0EB11A905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A1E73B-8462-46D5-B753-7B8FEC9C3BF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838047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8F82B67F-664F-1E70-020E-E224EA3FB83F}"/>
              </a:ext>
            </a:extLst>
          </p:cNvPr>
          <p:cNvSpPr/>
          <p:nvPr/>
        </p:nvSpPr>
        <p:spPr>
          <a:xfrm>
            <a:off x="508000" y="508000"/>
            <a:ext cx="1524000" cy="1651000"/>
          </a:xfrm>
          <a:prstGeom prst="rect">
            <a:avLst/>
          </a:prstGeom>
          <a:solidFill>
            <a:srgbClr val="C0000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918331EA-4FEF-7890-000F-3BF68E16E101}"/>
              </a:ext>
            </a:extLst>
          </p:cNvPr>
          <p:cNvSpPr/>
          <p:nvPr/>
        </p:nvSpPr>
        <p:spPr>
          <a:xfrm>
            <a:off x="508000" y="2540000"/>
            <a:ext cx="1524000" cy="1651000"/>
          </a:xfrm>
          <a:prstGeom prst="rect">
            <a:avLst/>
          </a:prstGeom>
          <a:solidFill>
            <a:srgbClr val="C00000">
              <a:alpha val="65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2C1CB7F8-012C-A469-E67C-BC3A00D9F61F}"/>
              </a:ext>
            </a:extLst>
          </p:cNvPr>
          <p:cNvSpPr/>
          <p:nvPr/>
        </p:nvSpPr>
        <p:spPr>
          <a:xfrm>
            <a:off x="508000" y="4572000"/>
            <a:ext cx="1524000" cy="1651000"/>
          </a:xfrm>
          <a:prstGeom prst="rect">
            <a:avLst/>
          </a:prstGeom>
          <a:solidFill>
            <a:srgbClr val="C00000">
              <a:alpha val="30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1BCD0FE8-ABEF-D13B-5105-DD87996D8A74}"/>
              </a:ext>
            </a:extLst>
          </p:cNvPr>
          <p:cNvSpPr/>
          <p:nvPr/>
        </p:nvSpPr>
        <p:spPr>
          <a:xfrm>
            <a:off x="2413000" y="508000"/>
            <a:ext cx="1524000" cy="1651000"/>
          </a:xfrm>
          <a:prstGeom prst="rect">
            <a:avLst/>
          </a:prstGeom>
          <a:solidFill>
            <a:srgbClr val="0070C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14F36316-9CB9-1593-B094-DC90B473A9F8}"/>
              </a:ext>
            </a:extLst>
          </p:cNvPr>
          <p:cNvSpPr/>
          <p:nvPr/>
        </p:nvSpPr>
        <p:spPr>
          <a:xfrm>
            <a:off x="2413000" y="2540000"/>
            <a:ext cx="1524000" cy="1651000"/>
          </a:xfrm>
          <a:prstGeom prst="rect">
            <a:avLst/>
          </a:prstGeom>
          <a:solidFill>
            <a:srgbClr val="0070C0">
              <a:alpha val="65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5D077155-B8EB-94B0-C7BC-36ABAC4E8870}"/>
              </a:ext>
            </a:extLst>
          </p:cNvPr>
          <p:cNvSpPr/>
          <p:nvPr/>
        </p:nvSpPr>
        <p:spPr>
          <a:xfrm>
            <a:off x="2413000" y="4572000"/>
            <a:ext cx="1524000" cy="1651000"/>
          </a:xfrm>
          <a:prstGeom prst="rect">
            <a:avLst/>
          </a:prstGeom>
          <a:solidFill>
            <a:srgbClr val="0070C0">
              <a:alpha val="30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EEBC623F-3DE9-AA36-A47D-02C23CCAD639}"/>
              </a:ext>
            </a:extLst>
          </p:cNvPr>
          <p:cNvSpPr/>
          <p:nvPr/>
        </p:nvSpPr>
        <p:spPr>
          <a:xfrm>
            <a:off x="4318000" y="508000"/>
            <a:ext cx="1524000" cy="1651000"/>
          </a:xfrm>
          <a:prstGeom prst="rect">
            <a:avLst/>
          </a:prstGeom>
          <a:solidFill>
            <a:srgbClr val="00B05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135AA081-CDAA-A6BD-58C5-6198E8D38CEA}"/>
              </a:ext>
            </a:extLst>
          </p:cNvPr>
          <p:cNvSpPr/>
          <p:nvPr/>
        </p:nvSpPr>
        <p:spPr>
          <a:xfrm>
            <a:off x="4318000" y="2540000"/>
            <a:ext cx="1524000" cy="1651000"/>
          </a:xfrm>
          <a:prstGeom prst="rect">
            <a:avLst/>
          </a:prstGeom>
          <a:solidFill>
            <a:srgbClr val="00B050">
              <a:alpha val="65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570DF6C1-C263-2BF2-21CF-418584C11FE1}"/>
              </a:ext>
            </a:extLst>
          </p:cNvPr>
          <p:cNvSpPr/>
          <p:nvPr/>
        </p:nvSpPr>
        <p:spPr>
          <a:xfrm>
            <a:off x="4318000" y="4572000"/>
            <a:ext cx="1524000" cy="1651000"/>
          </a:xfrm>
          <a:prstGeom prst="rect">
            <a:avLst/>
          </a:prstGeom>
          <a:solidFill>
            <a:srgbClr val="00B050">
              <a:alpha val="30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A608A2D8-5157-5CD4-F8B7-19A3793094AD}"/>
              </a:ext>
            </a:extLst>
          </p:cNvPr>
          <p:cNvSpPr/>
          <p:nvPr/>
        </p:nvSpPr>
        <p:spPr>
          <a:xfrm>
            <a:off x="6223000" y="508000"/>
            <a:ext cx="1524000" cy="1651000"/>
          </a:xfrm>
          <a:prstGeom prst="rect">
            <a:avLst/>
          </a:prstGeom>
          <a:solidFill>
            <a:srgbClr val="FFC00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EEA5F517-A5F5-DCC9-3A65-061663868329}"/>
              </a:ext>
            </a:extLst>
          </p:cNvPr>
          <p:cNvSpPr/>
          <p:nvPr/>
        </p:nvSpPr>
        <p:spPr>
          <a:xfrm>
            <a:off x="6223000" y="2540000"/>
            <a:ext cx="1524000" cy="1651000"/>
          </a:xfrm>
          <a:prstGeom prst="rect">
            <a:avLst/>
          </a:prstGeom>
          <a:solidFill>
            <a:srgbClr val="FFC000">
              <a:alpha val="65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4B4808EC-7F30-D900-4212-4680A05D8E33}"/>
              </a:ext>
            </a:extLst>
          </p:cNvPr>
          <p:cNvSpPr/>
          <p:nvPr/>
        </p:nvSpPr>
        <p:spPr>
          <a:xfrm>
            <a:off x="6223000" y="4572000"/>
            <a:ext cx="1524000" cy="1651000"/>
          </a:xfrm>
          <a:prstGeom prst="rect">
            <a:avLst/>
          </a:prstGeom>
          <a:solidFill>
            <a:srgbClr val="FFC000">
              <a:alpha val="30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88B88B33-8144-9C22-66A3-88A17959AA08}"/>
              </a:ext>
            </a:extLst>
          </p:cNvPr>
          <p:cNvSpPr/>
          <p:nvPr/>
        </p:nvSpPr>
        <p:spPr>
          <a:xfrm>
            <a:off x="8128000" y="508000"/>
            <a:ext cx="1524000" cy="1651000"/>
          </a:xfrm>
          <a:prstGeom prst="rect">
            <a:avLst/>
          </a:prstGeom>
          <a:solidFill>
            <a:srgbClr val="7030A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61B97EEB-B792-F1AB-75B9-A195AA8476CB}"/>
              </a:ext>
            </a:extLst>
          </p:cNvPr>
          <p:cNvSpPr/>
          <p:nvPr/>
        </p:nvSpPr>
        <p:spPr>
          <a:xfrm>
            <a:off x="8128000" y="2540000"/>
            <a:ext cx="1524000" cy="1651000"/>
          </a:xfrm>
          <a:prstGeom prst="rect">
            <a:avLst/>
          </a:prstGeom>
          <a:solidFill>
            <a:srgbClr val="7030A0">
              <a:alpha val="65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FFB37391-9D91-4A67-08D8-BA60CCA4CCAF}"/>
              </a:ext>
            </a:extLst>
          </p:cNvPr>
          <p:cNvSpPr/>
          <p:nvPr/>
        </p:nvSpPr>
        <p:spPr>
          <a:xfrm>
            <a:off x="8128000" y="4572000"/>
            <a:ext cx="1524000" cy="1651000"/>
          </a:xfrm>
          <a:prstGeom prst="rect">
            <a:avLst/>
          </a:prstGeom>
          <a:solidFill>
            <a:srgbClr val="7030A0">
              <a:alpha val="30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0EE5C8DF-2DD1-575C-B36D-763E4E3DF3B2}"/>
              </a:ext>
            </a:extLst>
          </p:cNvPr>
          <p:cNvSpPr/>
          <p:nvPr/>
        </p:nvSpPr>
        <p:spPr>
          <a:xfrm>
            <a:off x="10033000" y="508000"/>
            <a:ext cx="1524000" cy="1651000"/>
          </a:xfrm>
          <a:prstGeom prst="rect">
            <a:avLst/>
          </a:prstGeom>
          <a:solidFill>
            <a:srgbClr val="40404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0B7A8A36-C93C-1B8B-8D94-60CECC632936}"/>
              </a:ext>
            </a:extLst>
          </p:cNvPr>
          <p:cNvSpPr/>
          <p:nvPr/>
        </p:nvSpPr>
        <p:spPr>
          <a:xfrm>
            <a:off x="10033000" y="2540000"/>
            <a:ext cx="1524000" cy="1651000"/>
          </a:xfrm>
          <a:prstGeom prst="rect">
            <a:avLst/>
          </a:prstGeom>
          <a:solidFill>
            <a:srgbClr val="404040">
              <a:alpha val="65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3E14329B-52FA-C97F-37F4-49477B5C54D6}"/>
              </a:ext>
            </a:extLst>
          </p:cNvPr>
          <p:cNvSpPr/>
          <p:nvPr/>
        </p:nvSpPr>
        <p:spPr>
          <a:xfrm>
            <a:off x="10033000" y="4572000"/>
            <a:ext cx="1524000" cy="1651000"/>
          </a:xfrm>
          <a:prstGeom prst="rect">
            <a:avLst/>
          </a:prstGeom>
          <a:solidFill>
            <a:srgbClr val="404040">
              <a:alpha val="30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038251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C35C8A8C-2D6F-5E54-49C6-3F5079C6182E}"/>
              </a:ext>
            </a:extLst>
          </p:cNvPr>
          <p:cNvSpPr/>
          <p:nvPr/>
        </p:nvSpPr>
        <p:spPr>
          <a:xfrm>
            <a:off x="508000" y="381000"/>
            <a:ext cx="1524000" cy="889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EEDEE84C-CAF1-3968-62E0-2EF38D7692B5}"/>
              </a:ext>
            </a:extLst>
          </p:cNvPr>
          <p:cNvSpPr/>
          <p:nvPr/>
        </p:nvSpPr>
        <p:spPr>
          <a:xfrm>
            <a:off x="508000" y="1422400"/>
            <a:ext cx="1524000" cy="8890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50FC29AA-464B-75B3-E96F-CA8E0AE73769}"/>
              </a:ext>
            </a:extLst>
          </p:cNvPr>
          <p:cNvSpPr/>
          <p:nvPr/>
        </p:nvSpPr>
        <p:spPr>
          <a:xfrm>
            <a:off x="508000" y="2463800"/>
            <a:ext cx="1524000" cy="889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3AF560B3-179F-3B05-7E77-C41A0F1EEA17}"/>
              </a:ext>
            </a:extLst>
          </p:cNvPr>
          <p:cNvSpPr/>
          <p:nvPr/>
        </p:nvSpPr>
        <p:spPr>
          <a:xfrm>
            <a:off x="508000" y="3505200"/>
            <a:ext cx="1524000" cy="889000"/>
          </a:xfrm>
          <a:prstGeom prst="rect">
            <a:avLst/>
          </a:prstGeom>
          <a:solidFill>
            <a:schemeClr val="accent1">
              <a:lumMod val="100000"/>
            </a:scheme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D6B9D7A5-265D-312D-6DCC-6DD803D18518}"/>
              </a:ext>
            </a:extLst>
          </p:cNvPr>
          <p:cNvSpPr/>
          <p:nvPr/>
        </p:nvSpPr>
        <p:spPr>
          <a:xfrm>
            <a:off x="508000" y="4546600"/>
            <a:ext cx="1524000" cy="889000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D6989745-6165-F2DD-CFF0-66C329869659}"/>
              </a:ext>
            </a:extLst>
          </p:cNvPr>
          <p:cNvSpPr/>
          <p:nvPr/>
        </p:nvSpPr>
        <p:spPr>
          <a:xfrm>
            <a:off x="508000" y="5588000"/>
            <a:ext cx="1524000" cy="889000"/>
          </a:xfrm>
          <a:prstGeom prst="rect">
            <a:avLst/>
          </a:prstGeom>
          <a:solidFill>
            <a:schemeClr val="accent1">
              <a:lumMod val="50000"/>
            </a:scheme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CD5182B4-65E7-E34C-EE02-45A61F6E2457}"/>
              </a:ext>
            </a:extLst>
          </p:cNvPr>
          <p:cNvSpPr/>
          <p:nvPr/>
        </p:nvSpPr>
        <p:spPr>
          <a:xfrm>
            <a:off x="2413000" y="381000"/>
            <a:ext cx="1524000" cy="889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14C8B886-21B4-3EA5-C1FA-E44EA8F86510}"/>
              </a:ext>
            </a:extLst>
          </p:cNvPr>
          <p:cNvSpPr/>
          <p:nvPr/>
        </p:nvSpPr>
        <p:spPr>
          <a:xfrm>
            <a:off x="2413000" y="1422400"/>
            <a:ext cx="1524000" cy="8890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571E9864-5B50-7E6C-000F-A37554AE9D7B}"/>
              </a:ext>
            </a:extLst>
          </p:cNvPr>
          <p:cNvSpPr/>
          <p:nvPr/>
        </p:nvSpPr>
        <p:spPr>
          <a:xfrm>
            <a:off x="2413000" y="2463800"/>
            <a:ext cx="1524000" cy="8890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7BBD5814-F74C-46B8-12F1-01F6E80645BA}"/>
              </a:ext>
            </a:extLst>
          </p:cNvPr>
          <p:cNvSpPr/>
          <p:nvPr/>
        </p:nvSpPr>
        <p:spPr>
          <a:xfrm>
            <a:off x="2413000" y="3505200"/>
            <a:ext cx="1524000" cy="889000"/>
          </a:xfrm>
          <a:prstGeom prst="rect">
            <a:avLst/>
          </a:prstGeom>
          <a:solidFill>
            <a:schemeClr val="accent2">
              <a:lumMod val="100000"/>
            </a:scheme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15F0F07C-9315-961E-AF5F-347DAB469006}"/>
              </a:ext>
            </a:extLst>
          </p:cNvPr>
          <p:cNvSpPr/>
          <p:nvPr/>
        </p:nvSpPr>
        <p:spPr>
          <a:xfrm>
            <a:off x="2413000" y="4546600"/>
            <a:ext cx="1524000" cy="889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F67E846C-1F77-3ACD-B2D9-311A1D108D14}"/>
              </a:ext>
            </a:extLst>
          </p:cNvPr>
          <p:cNvSpPr/>
          <p:nvPr/>
        </p:nvSpPr>
        <p:spPr>
          <a:xfrm>
            <a:off x="2413000" y="5588000"/>
            <a:ext cx="1524000" cy="889000"/>
          </a:xfrm>
          <a:prstGeom prst="rect">
            <a:avLst/>
          </a:prstGeom>
          <a:solidFill>
            <a:schemeClr val="accent2">
              <a:lumMod val="50000"/>
            </a:scheme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67D4EBC2-D0BA-B7D6-8028-6ABB97D05D66}"/>
              </a:ext>
            </a:extLst>
          </p:cNvPr>
          <p:cNvSpPr/>
          <p:nvPr/>
        </p:nvSpPr>
        <p:spPr>
          <a:xfrm>
            <a:off x="4318000" y="381000"/>
            <a:ext cx="1524000" cy="889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A88EDE90-01C1-61C1-6C16-CECF70CB149D}"/>
              </a:ext>
            </a:extLst>
          </p:cNvPr>
          <p:cNvSpPr/>
          <p:nvPr/>
        </p:nvSpPr>
        <p:spPr>
          <a:xfrm>
            <a:off x="4318000" y="1422400"/>
            <a:ext cx="1524000" cy="8890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B168C4BC-A874-0A7A-B762-8651B9E81642}"/>
              </a:ext>
            </a:extLst>
          </p:cNvPr>
          <p:cNvSpPr/>
          <p:nvPr/>
        </p:nvSpPr>
        <p:spPr>
          <a:xfrm>
            <a:off x="4318000" y="2463800"/>
            <a:ext cx="1524000" cy="88900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570BAA63-95B7-ADAC-452F-992319E36F5D}"/>
              </a:ext>
            </a:extLst>
          </p:cNvPr>
          <p:cNvSpPr/>
          <p:nvPr/>
        </p:nvSpPr>
        <p:spPr>
          <a:xfrm>
            <a:off x="4318000" y="3505200"/>
            <a:ext cx="1524000" cy="889000"/>
          </a:xfrm>
          <a:prstGeom prst="rect">
            <a:avLst/>
          </a:prstGeom>
          <a:solidFill>
            <a:schemeClr val="accent3">
              <a:lumMod val="100000"/>
            </a:scheme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E7C88D80-A44C-01A6-D0CA-E58CBBE61B3C}"/>
              </a:ext>
            </a:extLst>
          </p:cNvPr>
          <p:cNvSpPr/>
          <p:nvPr/>
        </p:nvSpPr>
        <p:spPr>
          <a:xfrm>
            <a:off x="4318000" y="4546600"/>
            <a:ext cx="1524000" cy="889000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FC070D47-A08A-CD69-C6EC-C05750993C29}"/>
              </a:ext>
            </a:extLst>
          </p:cNvPr>
          <p:cNvSpPr/>
          <p:nvPr/>
        </p:nvSpPr>
        <p:spPr>
          <a:xfrm>
            <a:off x="4318000" y="5588000"/>
            <a:ext cx="1524000" cy="889000"/>
          </a:xfrm>
          <a:prstGeom prst="rect">
            <a:avLst/>
          </a:prstGeom>
          <a:solidFill>
            <a:schemeClr val="accent3">
              <a:lumMod val="50000"/>
            </a:scheme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2CF655F2-EB1E-3A5A-E365-DF9EB7B4F1B7}"/>
              </a:ext>
            </a:extLst>
          </p:cNvPr>
          <p:cNvSpPr/>
          <p:nvPr/>
        </p:nvSpPr>
        <p:spPr>
          <a:xfrm>
            <a:off x="6223000" y="381000"/>
            <a:ext cx="1524000" cy="889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8B7AD85D-DD1D-5625-EF43-723FFA89C2FB}"/>
              </a:ext>
            </a:extLst>
          </p:cNvPr>
          <p:cNvSpPr/>
          <p:nvPr/>
        </p:nvSpPr>
        <p:spPr>
          <a:xfrm>
            <a:off x="6223000" y="1422400"/>
            <a:ext cx="1524000" cy="8890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CA4D44EC-37E3-27AB-2188-B70DF9C44102}"/>
              </a:ext>
            </a:extLst>
          </p:cNvPr>
          <p:cNvSpPr/>
          <p:nvPr/>
        </p:nvSpPr>
        <p:spPr>
          <a:xfrm>
            <a:off x="6223000" y="2463800"/>
            <a:ext cx="1524000" cy="889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83C0741D-BD5D-704D-F726-EFE4AF2AFAB5}"/>
              </a:ext>
            </a:extLst>
          </p:cNvPr>
          <p:cNvSpPr/>
          <p:nvPr/>
        </p:nvSpPr>
        <p:spPr>
          <a:xfrm>
            <a:off x="6223000" y="3505200"/>
            <a:ext cx="1524000" cy="889000"/>
          </a:xfrm>
          <a:prstGeom prst="rect">
            <a:avLst/>
          </a:prstGeom>
          <a:solidFill>
            <a:schemeClr val="accent4">
              <a:lumMod val="100000"/>
            </a:scheme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2A1D9C80-AE33-C4B3-894D-DCB74FCAB416}"/>
              </a:ext>
            </a:extLst>
          </p:cNvPr>
          <p:cNvSpPr/>
          <p:nvPr/>
        </p:nvSpPr>
        <p:spPr>
          <a:xfrm>
            <a:off x="6223000" y="4546600"/>
            <a:ext cx="1524000" cy="889000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90064BED-FC8A-7F22-40E4-24DC5D07E8D8}"/>
              </a:ext>
            </a:extLst>
          </p:cNvPr>
          <p:cNvSpPr/>
          <p:nvPr/>
        </p:nvSpPr>
        <p:spPr>
          <a:xfrm>
            <a:off x="6223000" y="5588000"/>
            <a:ext cx="1524000" cy="889000"/>
          </a:xfrm>
          <a:prstGeom prst="rect">
            <a:avLst/>
          </a:prstGeom>
          <a:solidFill>
            <a:schemeClr val="accent4">
              <a:lumMod val="50000"/>
            </a:scheme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040C01EF-C72E-E8F8-0639-C22B2314DFA2}"/>
              </a:ext>
            </a:extLst>
          </p:cNvPr>
          <p:cNvSpPr/>
          <p:nvPr/>
        </p:nvSpPr>
        <p:spPr>
          <a:xfrm>
            <a:off x="8128000" y="381000"/>
            <a:ext cx="1524000" cy="889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F54F929E-943D-FC65-F0E5-3EB4898509EE}"/>
              </a:ext>
            </a:extLst>
          </p:cNvPr>
          <p:cNvSpPr/>
          <p:nvPr/>
        </p:nvSpPr>
        <p:spPr>
          <a:xfrm>
            <a:off x="8128000" y="1422400"/>
            <a:ext cx="1524000" cy="889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660848FE-7EA7-72E6-E393-DB7ED24382D3}"/>
              </a:ext>
            </a:extLst>
          </p:cNvPr>
          <p:cNvSpPr/>
          <p:nvPr/>
        </p:nvSpPr>
        <p:spPr>
          <a:xfrm>
            <a:off x="8128000" y="2463800"/>
            <a:ext cx="1524000" cy="889000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0610E8A3-2816-0CFF-2893-CDD18055A30F}"/>
              </a:ext>
            </a:extLst>
          </p:cNvPr>
          <p:cNvSpPr/>
          <p:nvPr/>
        </p:nvSpPr>
        <p:spPr>
          <a:xfrm>
            <a:off x="8128000" y="3505200"/>
            <a:ext cx="1524000" cy="889000"/>
          </a:xfrm>
          <a:prstGeom prst="rect">
            <a:avLst/>
          </a:prstGeom>
          <a:solidFill>
            <a:schemeClr val="accent5">
              <a:lumMod val="100000"/>
            </a:scheme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EF9C7E5D-5905-4B6A-4A8C-1B002F7CD1C3}"/>
              </a:ext>
            </a:extLst>
          </p:cNvPr>
          <p:cNvSpPr/>
          <p:nvPr/>
        </p:nvSpPr>
        <p:spPr>
          <a:xfrm>
            <a:off x="8128000" y="4546600"/>
            <a:ext cx="1524000" cy="889000"/>
          </a:xfrm>
          <a:prstGeom prst="rect">
            <a:avLst/>
          </a:prstGeom>
          <a:solidFill>
            <a:schemeClr val="accent5">
              <a:lumMod val="75000"/>
            </a:scheme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04739DCA-E96E-3467-5138-A7BEE34C3138}"/>
              </a:ext>
            </a:extLst>
          </p:cNvPr>
          <p:cNvSpPr/>
          <p:nvPr/>
        </p:nvSpPr>
        <p:spPr>
          <a:xfrm>
            <a:off x="8128000" y="5588000"/>
            <a:ext cx="1524000" cy="889000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D44B2286-3FE9-57D3-7314-798DFDCD67AF}"/>
              </a:ext>
            </a:extLst>
          </p:cNvPr>
          <p:cNvSpPr/>
          <p:nvPr/>
        </p:nvSpPr>
        <p:spPr>
          <a:xfrm>
            <a:off x="10033000" y="381000"/>
            <a:ext cx="1524000" cy="889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AA349CCB-ED23-120E-DE5B-2A1ED04C4CA4}"/>
              </a:ext>
            </a:extLst>
          </p:cNvPr>
          <p:cNvSpPr/>
          <p:nvPr/>
        </p:nvSpPr>
        <p:spPr>
          <a:xfrm>
            <a:off x="10033000" y="1422400"/>
            <a:ext cx="1524000" cy="889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44E5D89A-0446-C081-C279-3071EE8D80CA}"/>
              </a:ext>
            </a:extLst>
          </p:cNvPr>
          <p:cNvSpPr/>
          <p:nvPr/>
        </p:nvSpPr>
        <p:spPr>
          <a:xfrm>
            <a:off x="10033000" y="2463800"/>
            <a:ext cx="1524000" cy="889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765FCFE9-CD1A-8DF9-857D-A428330EFBF5}"/>
              </a:ext>
            </a:extLst>
          </p:cNvPr>
          <p:cNvSpPr/>
          <p:nvPr/>
        </p:nvSpPr>
        <p:spPr>
          <a:xfrm>
            <a:off x="10033000" y="3505200"/>
            <a:ext cx="1524000" cy="889000"/>
          </a:xfrm>
          <a:prstGeom prst="rect">
            <a:avLst/>
          </a:prstGeom>
          <a:solidFill>
            <a:schemeClr val="accent6">
              <a:lumMod val="100000"/>
            </a:scheme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CDEA24CC-496F-8703-6340-E6561F4FFAA4}"/>
              </a:ext>
            </a:extLst>
          </p:cNvPr>
          <p:cNvSpPr/>
          <p:nvPr/>
        </p:nvSpPr>
        <p:spPr>
          <a:xfrm>
            <a:off x="10033000" y="4546600"/>
            <a:ext cx="1524000" cy="889000"/>
          </a:xfrm>
          <a:prstGeom prst="rect">
            <a:avLst/>
          </a:prstGeom>
          <a:solidFill>
            <a:schemeClr val="accent6">
              <a:lumMod val="75000"/>
            </a:scheme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31BCB4C7-06F3-2DB2-2557-DF9B23D13151}"/>
              </a:ext>
            </a:extLst>
          </p:cNvPr>
          <p:cNvSpPr/>
          <p:nvPr/>
        </p:nvSpPr>
        <p:spPr>
          <a:xfrm>
            <a:off x="10033000" y="5588000"/>
            <a:ext cx="1524000" cy="889000"/>
          </a:xfrm>
          <a:prstGeom prst="rect">
            <a:avLst/>
          </a:prstGeom>
          <a:solidFill>
            <a:schemeClr val="accent6">
              <a:lumMod val="50000"/>
            </a:scheme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949240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: abgerundete Ecken 1">
            <a:extLst>
              <a:ext uri="{FF2B5EF4-FFF2-40B4-BE49-F238E27FC236}">
                <a16:creationId xmlns:a16="http://schemas.microsoft.com/office/drawing/2014/main" id="{38C32889-9871-D6C5-D47F-139500FB0151}"/>
              </a:ext>
            </a:extLst>
          </p:cNvPr>
          <p:cNvSpPr/>
          <p:nvPr/>
        </p:nvSpPr>
        <p:spPr>
          <a:xfrm>
            <a:off x="254000" y="190500"/>
            <a:ext cx="1524000" cy="1333500"/>
          </a:xfrm>
          <a:prstGeom prst="roundRect">
            <a:avLst/>
          </a:prstGeom>
          <a:gradFill flip="none" rotWithShape="1">
            <a:gsLst>
              <a:gs pos="0">
                <a:srgbClr val="0070C0"/>
              </a:gs>
              <a:gs pos="100000">
                <a:srgbClr val="FFFFFF"/>
              </a:gs>
            </a:gsLst>
            <a:lin ang="54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eck: abgerundete Ecken 2">
            <a:extLst>
              <a:ext uri="{FF2B5EF4-FFF2-40B4-BE49-F238E27FC236}">
                <a16:creationId xmlns:a16="http://schemas.microsoft.com/office/drawing/2014/main" id="{B00E661E-BDC9-1CD7-3A4D-2CB2370E122A}"/>
              </a:ext>
            </a:extLst>
          </p:cNvPr>
          <p:cNvSpPr/>
          <p:nvPr/>
        </p:nvSpPr>
        <p:spPr>
          <a:xfrm>
            <a:off x="2286000" y="190500"/>
            <a:ext cx="1524000" cy="1333500"/>
          </a:xfrm>
          <a:prstGeom prst="roundRect">
            <a:avLst/>
          </a:prstGeom>
          <a:gradFill flip="none" rotWithShape="1">
            <a:gsLst>
              <a:gs pos="0">
                <a:srgbClr val="0070C0"/>
              </a:gs>
              <a:gs pos="100000">
                <a:srgbClr val="FFFFFF"/>
              </a:gs>
            </a:gsLst>
            <a:lin ang="162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: abgerundete Ecken 3">
            <a:extLst>
              <a:ext uri="{FF2B5EF4-FFF2-40B4-BE49-F238E27FC236}">
                <a16:creationId xmlns:a16="http://schemas.microsoft.com/office/drawing/2014/main" id="{D6A84BD1-712E-E960-8990-D498BBC2EBFF}"/>
              </a:ext>
            </a:extLst>
          </p:cNvPr>
          <p:cNvSpPr/>
          <p:nvPr/>
        </p:nvSpPr>
        <p:spPr>
          <a:xfrm>
            <a:off x="4318000" y="190500"/>
            <a:ext cx="1524000" cy="1333500"/>
          </a:xfrm>
          <a:prstGeom prst="roundRect">
            <a:avLst/>
          </a:prstGeom>
          <a:gradFill flip="none" rotWithShape="1">
            <a:gsLst>
              <a:gs pos="0">
                <a:srgbClr val="0070C0"/>
              </a:gs>
              <a:gs pos="50000">
                <a:srgbClr val="FFFFFF"/>
              </a:gs>
              <a:gs pos="100000">
                <a:srgbClr val="FFFFFF"/>
              </a:gs>
            </a:gsLst>
            <a:lin ang="54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: abgerundete Ecken 4">
            <a:extLst>
              <a:ext uri="{FF2B5EF4-FFF2-40B4-BE49-F238E27FC236}">
                <a16:creationId xmlns:a16="http://schemas.microsoft.com/office/drawing/2014/main" id="{E018CFE2-1218-A288-EB3A-12D3FE777D8E}"/>
              </a:ext>
            </a:extLst>
          </p:cNvPr>
          <p:cNvSpPr/>
          <p:nvPr/>
        </p:nvSpPr>
        <p:spPr>
          <a:xfrm>
            <a:off x="6350000" y="190500"/>
            <a:ext cx="1524000" cy="1333500"/>
          </a:xfrm>
          <a:prstGeom prst="roundRect">
            <a:avLst/>
          </a:prstGeom>
          <a:gradFill flip="none" rotWithShape="1">
            <a:gsLst>
              <a:gs pos="50000">
                <a:srgbClr val="0070C0"/>
              </a:gs>
              <a:gs pos="0">
                <a:srgbClr val="FFFFFF"/>
              </a:gs>
              <a:gs pos="100000">
                <a:srgbClr val="FFFFFF"/>
              </a:gs>
            </a:gsLst>
            <a:lin ang="162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: abgerundete Ecken 5">
            <a:extLst>
              <a:ext uri="{FF2B5EF4-FFF2-40B4-BE49-F238E27FC236}">
                <a16:creationId xmlns:a16="http://schemas.microsoft.com/office/drawing/2014/main" id="{E076E9B1-FAE3-BE84-9237-CC2271A6CE93}"/>
              </a:ext>
            </a:extLst>
          </p:cNvPr>
          <p:cNvSpPr/>
          <p:nvPr/>
        </p:nvSpPr>
        <p:spPr>
          <a:xfrm>
            <a:off x="8382000" y="190500"/>
            <a:ext cx="1524000" cy="1333500"/>
          </a:xfrm>
          <a:prstGeom prst="roundRect">
            <a:avLst/>
          </a:prstGeom>
          <a:gradFill flip="none" rotWithShape="1">
            <a:gsLst>
              <a:gs pos="0">
                <a:srgbClr val="0070C0"/>
              </a:gs>
              <a:gs pos="100000">
                <a:srgbClr val="FFFFFF"/>
              </a:gs>
            </a:gsLst>
            <a:lin ang="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FBFA0BE6-3840-84A5-AAA1-51DCD314E988}"/>
              </a:ext>
            </a:extLst>
          </p:cNvPr>
          <p:cNvSpPr/>
          <p:nvPr/>
        </p:nvSpPr>
        <p:spPr>
          <a:xfrm>
            <a:off x="10414000" y="190500"/>
            <a:ext cx="1524000" cy="1333500"/>
          </a:xfrm>
          <a:prstGeom prst="roundRect">
            <a:avLst/>
          </a:prstGeom>
          <a:gradFill flip="none" rotWithShape="1">
            <a:gsLst>
              <a:gs pos="0">
                <a:srgbClr val="0070C0"/>
              </a:gs>
              <a:gs pos="100000">
                <a:srgbClr val="FFFFFF"/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464670CC-B08A-6F36-0666-D90F5A97ACCE}"/>
              </a:ext>
            </a:extLst>
          </p:cNvPr>
          <p:cNvSpPr/>
          <p:nvPr/>
        </p:nvSpPr>
        <p:spPr>
          <a:xfrm>
            <a:off x="254000" y="1905000"/>
            <a:ext cx="1524000" cy="1333500"/>
          </a:xfrm>
          <a:prstGeom prst="roundRect">
            <a:avLst/>
          </a:prstGeom>
          <a:gradFill flip="none" rotWithShape="1">
            <a:gsLst>
              <a:gs pos="0">
                <a:srgbClr val="0070C0"/>
              </a:gs>
              <a:gs pos="50000">
                <a:srgbClr val="FFFFFF"/>
              </a:gs>
              <a:gs pos="100000">
                <a:srgbClr val="FFFFFF"/>
              </a:gs>
            </a:gsLst>
            <a:lin ang="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7D19F140-895D-B5AE-80C9-53DCF13B66B4}"/>
              </a:ext>
            </a:extLst>
          </p:cNvPr>
          <p:cNvSpPr/>
          <p:nvPr/>
        </p:nvSpPr>
        <p:spPr>
          <a:xfrm>
            <a:off x="2286000" y="1905000"/>
            <a:ext cx="1524000" cy="1333500"/>
          </a:xfrm>
          <a:prstGeom prst="roundRect">
            <a:avLst/>
          </a:prstGeom>
          <a:gradFill flip="none" rotWithShape="1">
            <a:gsLst>
              <a:gs pos="50000">
                <a:srgbClr val="0070C0"/>
              </a:gs>
              <a:gs pos="0">
                <a:srgbClr val="FFFFFF"/>
              </a:gs>
              <a:gs pos="100000">
                <a:srgbClr val="FFFFFF"/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Rechteck: abgerundete Ecken 9">
            <a:extLst>
              <a:ext uri="{FF2B5EF4-FFF2-40B4-BE49-F238E27FC236}">
                <a16:creationId xmlns:a16="http://schemas.microsoft.com/office/drawing/2014/main" id="{9CF3F088-A685-CE82-D6B5-7238FF12F3DF}"/>
              </a:ext>
            </a:extLst>
          </p:cNvPr>
          <p:cNvSpPr/>
          <p:nvPr/>
        </p:nvSpPr>
        <p:spPr>
          <a:xfrm>
            <a:off x="4318000" y="1905000"/>
            <a:ext cx="1524000" cy="1333500"/>
          </a:xfrm>
          <a:prstGeom prst="roundRect">
            <a:avLst/>
          </a:prstGeom>
          <a:gradFill flip="none" rotWithShape="1">
            <a:gsLst>
              <a:gs pos="0">
                <a:srgbClr val="0070C0"/>
              </a:gs>
              <a:gs pos="100000">
                <a:srgbClr val="FFFFFF"/>
              </a:gs>
            </a:gsLst>
            <a:lin ang="27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Rechteck: abgerundete Ecken 10">
            <a:extLst>
              <a:ext uri="{FF2B5EF4-FFF2-40B4-BE49-F238E27FC236}">
                <a16:creationId xmlns:a16="http://schemas.microsoft.com/office/drawing/2014/main" id="{878D06FE-7C35-640B-3F25-D9AD3D84D494}"/>
              </a:ext>
            </a:extLst>
          </p:cNvPr>
          <p:cNvSpPr/>
          <p:nvPr/>
        </p:nvSpPr>
        <p:spPr>
          <a:xfrm>
            <a:off x="6350000" y="1905000"/>
            <a:ext cx="1524000" cy="1333500"/>
          </a:xfrm>
          <a:prstGeom prst="roundRect">
            <a:avLst/>
          </a:prstGeom>
          <a:gradFill flip="none" rotWithShape="1">
            <a:gsLst>
              <a:gs pos="0">
                <a:srgbClr val="0070C0"/>
              </a:gs>
              <a:gs pos="100000">
                <a:srgbClr val="FFFFFF"/>
              </a:gs>
            </a:gsLst>
            <a:lin ang="135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: abgerundete Ecken 11">
            <a:extLst>
              <a:ext uri="{FF2B5EF4-FFF2-40B4-BE49-F238E27FC236}">
                <a16:creationId xmlns:a16="http://schemas.microsoft.com/office/drawing/2014/main" id="{324B3A92-735C-55E1-8191-8AD9E4A6358C}"/>
              </a:ext>
            </a:extLst>
          </p:cNvPr>
          <p:cNvSpPr/>
          <p:nvPr/>
        </p:nvSpPr>
        <p:spPr>
          <a:xfrm>
            <a:off x="8382000" y="1905000"/>
            <a:ext cx="1524000" cy="1333500"/>
          </a:xfrm>
          <a:prstGeom prst="roundRect">
            <a:avLst/>
          </a:prstGeom>
          <a:gradFill flip="none" rotWithShape="1">
            <a:gsLst>
              <a:gs pos="0">
                <a:srgbClr val="0070C0"/>
              </a:gs>
              <a:gs pos="50000">
                <a:srgbClr val="FFFFFF"/>
              </a:gs>
              <a:gs pos="100000">
                <a:srgbClr val="FFFFFF"/>
              </a:gs>
            </a:gsLst>
            <a:lin ang="27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Rechteck: abgerundete Ecken 12">
            <a:extLst>
              <a:ext uri="{FF2B5EF4-FFF2-40B4-BE49-F238E27FC236}">
                <a16:creationId xmlns:a16="http://schemas.microsoft.com/office/drawing/2014/main" id="{546AB96E-BFE8-7CED-A069-9FD50205E918}"/>
              </a:ext>
            </a:extLst>
          </p:cNvPr>
          <p:cNvSpPr/>
          <p:nvPr/>
        </p:nvSpPr>
        <p:spPr>
          <a:xfrm>
            <a:off x="10414000" y="1905000"/>
            <a:ext cx="1524000" cy="1333500"/>
          </a:xfrm>
          <a:prstGeom prst="roundRect">
            <a:avLst/>
          </a:prstGeom>
          <a:gradFill flip="none" rotWithShape="1">
            <a:gsLst>
              <a:gs pos="50000">
                <a:srgbClr val="0070C0"/>
              </a:gs>
              <a:gs pos="0">
                <a:srgbClr val="FFFFFF"/>
              </a:gs>
              <a:gs pos="100000">
                <a:srgbClr val="FFFFFF"/>
              </a:gs>
            </a:gsLst>
            <a:lin ang="135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Rechteck: abgerundete Ecken 13">
            <a:extLst>
              <a:ext uri="{FF2B5EF4-FFF2-40B4-BE49-F238E27FC236}">
                <a16:creationId xmlns:a16="http://schemas.microsoft.com/office/drawing/2014/main" id="{5635E62E-6898-B2A3-C9B4-34E556A73563}"/>
              </a:ext>
            </a:extLst>
          </p:cNvPr>
          <p:cNvSpPr/>
          <p:nvPr/>
        </p:nvSpPr>
        <p:spPr>
          <a:xfrm>
            <a:off x="254000" y="3619500"/>
            <a:ext cx="1524000" cy="1333500"/>
          </a:xfrm>
          <a:prstGeom prst="roundRect">
            <a:avLst/>
          </a:prstGeom>
          <a:gradFill flip="none" rotWithShape="1">
            <a:gsLst>
              <a:gs pos="0">
                <a:srgbClr val="0070C0"/>
              </a:gs>
              <a:gs pos="100000">
                <a:srgbClr val="FFFFFF"/>
              </a:gs>
            </a:gsLst>
            <a:lin ang="81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Rechteck: abgerundete Ecken 14">
            <a:extLst>
              <a:ext uri="{FF2B5EF4-FFF2-40B4-BE49-F238E27FC236}">
                <a16:creationId xmlns:a16="http://schemas.microsoft.com/office/drawing/2014/main" id="{738ECF8D-FC61-4FE7-6E7B-E1CF5DA3CB97}"/>
              </a:ext>
            </a:extLst>
          </p:cNvPr>
          <p:cNvSpPr/>
          <p:nvPr/>
        </p:nvSpPr>
        <p:spPr>
          <a:xfrm>
            <a:off x="2286000" y="3619500"/>
            <a:ext cx="1524000" cy="1333500"/>
          </a:xfrm>
          <a:prstGeom prst="roundRect">
            <a:avLst/>
          </a:prstGeom>
          <a:gradFill flip="none" rotWithShape="1">
            <a:gsLst>
              <a:gs pos="0">
                <a:srgbClr val="0070C0"/>
              </a:gs>
              <a:gs pos="100000">
                <a:srgbClr val="FFFFFF"/>
              </a:gs>
            </a:gsLst>
            <a:lin ang="189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Rechteck: abgerundete Ecken 15">
            <a:extLst>
              <a:ext uri="{FF2B5EF4-FFF2-40B4-BE49-F238E27FC236}">
                <a16:creationId xmlns:a16="http://schemas.microsoft.com/office/drawing/2014/main" id="{1CA01A0B-4DD4-47BC-DAEF-C143C396E06C}"/>
              </a:ext>
            </a:extLst>
          </p:cNvPr>
          <p:cNvSpPr/>
          <p:nvPr/>
        </p:nvSpPr>
        <p:spPr>
          <a:xfrm>
            <a:off x="4318000" y="3619500"/>
            <a:ext cx="1524000" cy="1333500"/>
          </a:xfrm>
          <a:prstGeom prst="roundRect">
            <a:avLst/>
          </a:prstGeom>
          <a:gradFill flip="none" rotWithShape="1">
            <a:gsLst>
              <a:gs pos="0">
                <a:srgbClr val="0070C0"/>
              </a:gs>
              <a:gs pos="50000">
                <a:srgbClr val="FFFFFF"/>
              </a:gs>
              <a:gs pos="100000">
                <a:srgbClr val="FFFFFF"/>
              </a:gs>
            </a:gsLst>
            <a:lin ang="81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Rechteck: abgerundete Ecken 16">
            <a:extLst>
              <a:ext uri="{FF2B5EF4-FFF2-40B4-BE49-F238E27FC236}">
                <a16:creationId xmlns:a16="http://schemas.microsoft.com/office/drawing/2014/main" id="{422C99ED-4055-B919-25A7-AF9C065A28EC}"/>
              </a:ext>
            </a:extLst>
          </p:cNvPr>
          <p:cNvSpPr/>
          <p:nvPr/>
        </p:nvSpPr>
        <p:spPr>
          <a:xfrm>
            <a:off x="6350000" y="3619500"/>
            <a:ext cx="1524000" cy="1333500"/>
          </a:xfrm>
          <a:prstGeom prst="roundRect">
            <a:avLst/>
          </a:prstGeom>
          <a:gradFill flip="none" rotWithShape="1">
            <a:gsLst>
              <a:gs pos="50000">
                <a:srgbClr val="0070C0"/>
              </a:gs>
              <a:gs pos="0">
                <a:srgbClr val="FFFFFF"/>
              </a:gs>
              <a:gs pos="100000">
                <a:srgbClr val="FFFFFF"/>
              </a:gs>
            </a:gsLst>
            <a:lin ang="189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Rechteck: abgerundete Ecken 17">
            <a:extLst>
              <a:ext uri="{FF2B5EF4-FFF2-40B4-BE49-F238E27FC236}">
                <a16:creationId xmlns:a16="http://schemas.microsoft.com/office/drawing/2014/main" id="{BB2EC00B-5466-2A61-86B8-E312B7FF38C4}"/>
              </a:ext>
            </a:extLst>
          </p:cNvPr>
          <p:cNvSpPr/>
          <p:nvPr/>
        </p:nvSpPr>
        <p:spPr>
          <a:xfrm>
            <a:off x="8382000" y="3619500"/>
            <a:ext cx="1524000" cy="1333500"/>
          </a:xfrm>
          <a:prstGeom prst="roundRect">
            <a:avLst/>
          </a:prstGeom>
          <a:gradFill flip="none" rotWithShape="1">
            <a:gsLst>
              <a:gs pos="0">
                <a:srgbClr val="0070C0"/>
              </a:gs>
              <a:gs pos="100000">
                <a:srgbClr val="FFFFFF"/>
              </a:gs>
            </a:gsLst>
            <a:path path="rect">
              <a:fillToRect r="100000" b="100000"/>
            </a:path>
            <a:tileRect l="-100000" t="-100000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Rechteck: abgerundete Ecken 18">
            <a:extLst>
              <a:ext uri="{FF2B5EF4-FFF2-40B4-BE49-F238E27FC236}">
                <a16:creationId xmlns:a16="http://schemas.microsoft.com/office/drawing/2014/main" id="{4889ADF0-B2DA-1151-1038-5E1CAAD1BC4A}"/>
              </a:ext>
            </a:extLst>
          </p:cNvPr>
          <p:cNvSpPr/>
          <p:nvPr/>
        </p:nvSpPr>
        <p:spPr>
          <a:xfrm>
            <a:off x="10414000" y="3619500"/>
            <a:ext cx="1524000" cy="1333500"/>
          </a:xfrm>
          <a:prstGeom prst="roundRect">
            <a:avLst/>
          </a:prstGeom>
          <a:gradFill flip="none" rotWithShape="1">
            <a:gsLst>
              <a:gs pos="0">
                <a:srgbClr val="0070C0"/>
              </a:gs>
              <a:gs pos="100000">
                <a:srgbClr val="FFFFFF"/>
              </a:gs>
            </a:gsLst>
            <a:path path="rect">
              <a:fillToRect l="100000" b="100000"/>
            </a:path>
            <a:tileRect t="-100000" r="-100000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Rechteck: abgerundete Ecken 19">
            <a:extLst>
              <a:ext uri="{FF2B5EF4-FFF2-40B4-BE49-F238E27FC236}">
                <a16:creationId xmlns:a16="http://schemas.microsoft.com/office/drawing/2014/main" id="{DE03C3C9-BAFE-2668-BC27-C8A46D516E61}"/>
              </a:ext>
            </a:extLst>
          </p:cNvPr>
          <p:cNvSpPr/>
          <p:nvPr/>
        </p:nvSpPr>
        <p:spPr>
          <a:xfrm>
            <a:off x="254000" y="5334000"/>
            <a:ext cx="1524000" cy="1333500"/>
          </a:xfrm>
          <a:prstGeom prst="roundRect">
            <a:avLst/>
          </a:prstGeom>
          <a:gradFill flip="none" rotWithShape="1">
            <a:gsLst>
              <a:gs pos="0">
                <a:srgbClr val="0070C0"/>
              </a:gs>
              <a:gs pos="100000">
                <a:srgbClr val="FFFFFF"/>
              </a:gs>
            </a:gsLst>
            <a:path path="rect">
              <a:fillToRect t="100000" r="100000"/>
            </a:path>
            <a:tileRect l="-100000" b="-100000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Rechteck: abgerundete Ecken 20">
            <a:extLst>
              <a:ext uri="{FF2B5EF4-FFF2-40B4-BE49-F238E27FC236}">
                <a16:creationId xmlns:a16="http://schemas.microsoft.com/office/drawing/2014/main" id="{9F9A88C7-C4F9-8DFB-7394-768C536FBEA3}"/>
              </a:ext>
            </a:extLst>
          </p:cNvPr>
          <p:cNvSpPr/>
          <p:nvPr/>
        </p:nvSpPr>
        <p:spPr>
          <a:xfrm>
            <a:off x="2286000" y="5334000"/>
            <a:ext cx="1524000" cy="1333500"/>
          </a:xfrm>
          <a:prstGeom prst="roundRect">
            <a:avLst/>
          </a:prstGeom>
          <a:gradFill flip="none" rotWithShape="1">
            <a:gsLst>
              <a:gs pos="0">
                <a:srgbClr val="0070C0"/>
              </a:gs>
              <a:gs pos="100000">
                <a:srgbClr val="FFFFFF"/>
              </a:gs>
            </a:gsLst>
            <a:path path="rect">
              <a:fillToRect l="100000" t="100000"/>
            </a:path>
            <a:tileRect r="-100000" b="-100000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" name="Rechteck: abgerundete Ecken 21">
            <a:extLst>
              <a:ext uri="{FF2B5EF4-FFF2-40B4-BE49-F238E27FC236}">
                <a16:creationId xmlns:a16="http://schemas.microsoft.com/office/drawing/2014/main" id="{63E9CA30-F77D-BAE9-678D-97CA17847808}"/>
              </a:ext>
            </a:extLst>
          </p:cNvPr>
          <p:cNvSpPr/>
          <p:nvPr/>
        </p:nvSpPr>
        <p:spPr>
          <a:xfrm>
            <a:off x="4318000" y="5334000"/>
            <a:ext cx="1524000" cy="13335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" name="Rechteck: abgerundete Ecken 22">
            <a:extLst>
              <a:ext uri="{FF2B5EF4-FFF2-40B4-BE49-F238E27FC236}">
                <a16:creationId xmlns:a16="http://schemas.microsoft.com/office/drawing/2014/main" id="{EF37FD62-062D-A71B-3C2A-68C5E9BE2357}"/>
              </a:ext>
            </a:extLst>
          </p:cNvPr>
          <p:cNvSpPr/>
          <p:nvPr/>
        </p:nvSpPr>
        <p:spPr>
          <a:xfrm>
            <a:off x="4318000" y="5334000"/>
            <a:ext cx="1524000" cy="13335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" name="Rechteck: abgerundete Ecken 23">
            <a:extLst>
              <a:ext uri="{FF2B5EF4-FFF2-40B4-BE49-F238E27FC236}">
                <a16:creationId xmlns:a16="http://schemas.microsoft.com/office/drawing/2014/main" id="{0F09ACB3-D179-D098-46DD-EE0AB09FAE44}"/>
              </a:ext>
            </a:extLst>
          </p:cNvPr>
          <p:cNvSpPr/>
          <p:nvPr/>
        </p:nvSpPr>
        <p:spPr>
          <a:xfrm>
            <a:off x="4318000" y="5334000"/>
            <a:ext cx="1524000" cy="13335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" name="Rechteck: abgerundete Ecken 24">
            <a:extLst>
              <a:ext uri="{FF2B5EF4-FFF2-40B4-BE49-F238E27FC236}">
                <a16:creationId xmlns:a16="http://schemas.microsoft.com/office/drawing/2014/main" id="{4299440B-3098-EB84-E148-7845A8EE54A6}"/>
              </a:ext>
            </a:extLst>
          </p:cNvPr>
          <p:cNvSpPr/>
          <p:nvPr/>
        </p:nvSpPr>
        <p:spPr>
          <a:xfrm>
            <a:off x="4318000" y="5334000"/>
            <a:ext cx="1524000" cy="13335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6" name="Rechteck: abgerundete Ecken 25">
            <a:extLst>
              <a:ext uri="{FF2B5EF4-FFF2-40B4-BE49-F238E27FC236}">
                <a16:creationId xmlns:a16="http://schemas.microsoft.com/office/drawing/2014/main" id="{B05CA8A4-6972-F890-97FC-ACA2DEECDA2A}"/>
              </a:ext>
            </a:extLst>
          </p:cNvPr>
          <p:cNvSpPr/>
          <p:nvPr/>
        </p:nvSpPr>
        <p:spPr>
          <a:xfrm>
            <a:off x="4318000" y="5334000"/>
            <a:ext cx="1524000" cy="1333500"/>
          </a:xfrm>
          <a:prstGeom prst="roundRect">
            <a:avLst/>
          </a:prstGeom>
          <a:gradFill flip="none" rotWithShape="1">
            <a:gsLst>
              <a:gs pos="0">
                <a:srgbClr val="0070C0"/>
              </a:gs>
              <a:gs pos="100000">
                <a:srgbClr val="FFFFFF"/>
              </a:gs>
            </a:gsLst>
            <a:path path="rect">
              <a:fillToRect l="50000" t="50000" r="50000" b="50000"/>
            </a:path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7" name="Rechteck: abgerundete Ecken 26">
            <a:extLst>
              <a:ext uri="{FF2B5EF4-FFF2-40B4-BE49-F238E27FC236}">
                <a16:creationId xmlns:a16="http://schemas.microsoft.com/office/drawing/2014/main" id="{A6A21B09-66C6-18ED-0289-B620522191D1}"/>
              </a:ext>
            </a:extLst>
          </p:cNvPr>
          <p:cNvSpPr/>
          <p:nvPr/>
        </p:nvSpPr>
        <p:spPr>
          <a:xfrm>
            <a:off x="6350000" y="5334000"/>
            <a:ext cx="1524000" cy="1333500"/>
          </a:xfrm>
          <a:prstGeom prst="roundRect">
            <a:avLst/>
          </a:prstGeom>
          <a:gradFill flip="none" rotWithShape="1">
            <a:gsLst>
              <a:gs pos="100000">
                <a:srgbClr val="0070C0"/>
              </a:gs>
              <a:gs pos="0">
                <a:srgbClr val="FFFFFF"/>
              </a:gs>
            </a:gsLst>
            <a:path path="rect">
              <a:fillToRect l="50000" t="50000" r="50000" b="50000"/>
            </a:path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8" name="Rechteck: abgerundete Ecken 27">
            <a:extLst>
              <a:ext uri="{FF2B5EF4-FFF2-40B4-BE49-F238E27FC236}">
                <a16:creationId xmlns:a16="http://schemas.microsoft.com/office/drawing/2014/main" id="{6405EF49-329C-7028-31E5-824A2265326A}"/>
              </a:ext>
            </a:extLst>
          </p:cNvPr>
          <p:cNvSpPr/>
          <p:nvPr/>
        </p:nvSpPr>
        <p:spPr>
          <a:xfrm>
            <a:off x="8382000" y="5334000"/>
            <a:ext cx="1524000" cy="1333500"/>
          </a:xfrm>
          <a:prstGeom prst="roundRect">
            <a:avLst/>
          </a:prstGeom>
          <a:gradFill flip="none" rotWithShape="1">
            <a:gsLst>
              <a:gs pos="0">
                <a:srgbClr val="0070C0"/>
              </a:gs>
              <a:gs pos="50000">
                <a:srgbClr val="FFFFFF"/>
              </a:gs>
              <a:gs pos="100000">
                <a:srgbClr val="FFFFFF"/>
              </a:gs>
            </a:gsLst>
            <a:path path="rect">
              <a:fillToRect l="50000" t="50000" r="50000" b="50000"/>
            </a:path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9" name="Rechteck: abgerundete Ecken 28">
            <a:extLst>
              <a:ext uri="{FF2B5EF4-FFF2-40B4-BE49-F238E27FC236}">
                <a16:creationId xmlns:a16="http://schemas.microsoft.com/office/drawing/2014/main" id="{AA2DEDBD-48D0-FD80-BA73-817F01704E30}"/>
              </a:ext>
            </a:extLst>
          </p:cNvPr>
          <p:cNvSpPr/>
          <p:nvPr/>
        </p:nvSpPr>
        <p:spPr>
          <a:xfrm>
            <a:off x="10414000" y="5334000"/>
            <a:ext cx="1524000" cy="1333500"/>
          </a:xfrm>
          <a:prstGeom prst="roundRect">
            <a:avLst/>
          </a:prstGeom>
          <a:gradFill flip="none" rotWithShape="1">
            <a:gsLst>
              <a:gs pos="50000">
                <a:srgbClr val="0070C0"/>
              </a:gs>
              <a:gs pos="0">
                <a:srgbClr val="FFFFFF"/>
              </a:gs>
              <a:gs pos="100000">
                <a:srgbClr val="FFFFFF"/>
              </a:gs>
            </a:gsLst>
            <a:path path="rect">
              <a:fillToRect l="50000" t="50000" r="50000" b="50000"/>
            </a:path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540232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C74F03B0-78BB-3FF2-3496-F9081A420CFB}"/>
              </a:ext>
            </a:extLst>
          </p:cNvPr>
          <p:cNvSpPr/>
          <p:nvPr/>
        </p:nvSpPr>
        <p:spPr>
          <a:xfrm>
            <a:off x="127000" y="127000"/>
            <a:ext cx="1100667" cy="889000"/>
          </a:xfrm>
          <a:prstGeom prst="rect">
            <a:avLst/>
          </a:prstGeom>
          <a:pattFill prst="pct5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51FF9EF6-1F30-8030-85E8-7372D71927B5}"/>
              </a:ext>
            </a:extLst>
          </p:cNvPr>
          <p:cNvSpPr/>
          <p:nvPr/>
        </p:nvSpPr>
        <p:spPr>
          <a:xfrm>
            <a:off x="1481667" y="127000"/>
            <a:ext cx="1100666" cy="889000"/>
          </a:xfrm>
          <a:prstGeom prst="rect">
            <a:avLst/>
          </a:prstGeom>
          <a:pattFill prst="pct10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B9ED2581-A720-B2FF-ABA0-EEEC6352BF7F}"/>
              </a:ext>
            </a:extLst>
          </p:cNvPr>
          <p:cNvSpPr/>
          <p:nvPr/>
        </p:nvSpPr>
        <p:spPr>
          <a:xfrm>
            <a:off x="2836333" y="127000"/>
            <a:ext cx="1100667" cy="889000"/>
          </a:xfrm>
          <a:prstGeom prst="rect">
            <a:avLst/>
          </a:prstGeom>
          <a:pattFill prst="pct20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2F1932E9-89F0-6FF6-20FF-14D77C7FBCEF}"/>
              </a:ext>
            </a:extLst>
          </p:cNvPr>
          <p:cNvSpPr/>
          <p:nvPr/>
        </p:nvSpPr>
        <p:spPr>
          <a:xfrm>
            <a:off x="4191000" y="127000"/>
            <a:ext cx="1100667" cy="889000"/>
          </a:xfrm>
          <a:prstGeom prst="rect">
            <a:avLst/>
          </a:prstGeom>
          <a:pattFill prst="pct25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5CF74D2D-CC05-0FB3-F340-C46AE0A45553}"/>
              </a:ext>
            </a:extLst>
          </p:cNvPr>
          <p:cNvSpPr/>
          <p:nvPr/>
        </p:nvSpPr>
        <p:spPr>
          <a:xfrm>
            <a:off x="5545667" y="127000"/>
            <a:ext cx="1100666" cy="889000"/>
          </a:xfrm>
          <a:prstGeom prst="rect">
            <a:avLst/>
          </a:prstGeom>
          <a:pattFill prst="pct30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B67EEED9-F167-397D-D6CF-200BE4C24399}"/>
              </a:ext>
            </a:extLst>
          </p:cNvPr>
          <p:cNvSpPr/>
          <p:nvPr/>
        </p:nvSpPr>
        <p:spPr>
          <a:xfrm>
            <a:off x="6900333" y="127000"/>
            <a:ext cx="1100667" cy="889000"/>
          </a:xfrm>
          <a:prstGeom prst="rect">
            <a:avLst/>
          </a:prstGeom>
          <a:pattFill prst="pct40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EA765C52-63F4-5E80-9656-14B9724713DF}"/>
              </a:ext>
            </a:extLst>
          </p:cNvPr>
          <p:cNvSpPr/>
          <p:nvPr/>
        </p:nvSpPr>
        <p:spPr>
          <a:xfrm>
            <a:off x="8255000" y="127000"/>
            <a:ext cx="1100667" cy="889000"/>
          </a:xfrm>
          <a:prstGeom prst="rect">
            <a:avLst/>
          </a:prstGeom>
          <a:pattFill prst="pct50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66DB4570-EF53-C584-5648-DE21BB29A59F}"/>
              </a:ext>
            </a:extLst>
          </p:cNvPr>
          <p:cNvSpPr/>
          <p:nvPr/>
        </p:nvSpPr>
        <p:spPr>
          <a:xfrm>
            <a:off x="9609666" y="127000"/>
            <a:ext cx="1100667" cy="889000"/>
          </a:xfrm>
          <a:prstGeom prst="rect">
            <a:avLst/>
          </a:prstGeom>
          <a:pattFill prst="pct60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422B2ABB-9571-8CAC-732A-FFE0EA2FC369}"/>
              </a:ext>
            </a:extLst>
          </p:cNvPr>
          <p:cNvSpPr/>
          <p:nvPr/>
        </p:nvSpPr>
        <p:spPr>
          <a:xfrm>
            <a:off x="10964333" y="127000"/>
            <a:ext cx="1100667" cy="889000"/>
          </a:xfrm>
          <a:prstGeom prst="rect">
            <a:avLst/>
          </a:prstGeom>
          <a:pattFill prst="pct70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08DDADD1-8980-5055-B7EC-F481560E7259}"/>
              </a:ext>
            </a:extLst>
          </p:cNvPr>
          <p:cNvSpPr/>
          <p:nvPr/>
        </p:nvSpPr>
        <p:spPr>
          <a:xfrm>
            <a:off x="127000" y="1270000"/>
            <a:ext cx="1100667" cy="889000"/>
          </a:xfrm>
          <a:prstGeom prst="rect">
            <a:avLst/>
          </a:prstGeom>
          <a:pattFill prst="pct75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42367C4D-E723-24D6-451B-BA84EF4341E0}"/>
              </a:ext>
            </a:extLst>
          </p:cNvPr>
          <p:cNvSpPr/>
          <p:nvPr/>
        </p:nvSpPr>
        <p:spPr>
          <a:xfrm>
            <a:off x="1481667" y="1270000"/>
            <a:ext cx="1100666" cy="889000"/>
          </a:xfrm>
          <a:prstGeom prst="rect">
            <a:avLst/>
          </a:prstGeom>
          <a:pattFill prst="pct80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3701D4CE-5A38-28C8-4133-349A15105754}"/>
              </a:ext>
            </a:extLst>
          </p:cNvPr>
          <p:cNvSpPr/>
          <p:nvPr/>
        </p:nvSpPr>
        <p:spPr>
          <a:xfrm>
            <a:off x="2836333" y="1270000"/>
            <a:ext cx="1100667" cy="889000"/>
          </a:xfrm>
          <a:prstGeom prst="rect">
            <a:avLst/>
          </a:prstGeom>
          <a:pattFill prst="pct90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D7DC9BFD-761F-CF1B-3070-2150E9AF6C32}"/>
              </a:ext>
            </a:extLst>
          </p:cNvPr>
          <p:cNvSpPr/>
          <p:nvPr/>
        </p:nvSpPr>
        <p:spPr>
          <a:xfrm>
            <a:off x="4191000" y="1270000"/>
            <a:ext cx="1100667" cy="889000"/>
          </a:xfrm>
          <a:prstGeom prst="rect">
            <a:avLst/>
          </a:prstGeom>
          <a:pattFill prst="dkHorz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40739CF1-3C0E-8CFA-D8B0-6DA5918327E8}"/>
              </a:ext>
            </a:extLst>
          </p:cNvPr>
          <p:cNvSpPr/>
          <p:nvPr/>
        </p:nvSpPr>
        <p:spPr>
          <a:xfrm>
            <a:off x="5545667" y="1270000"/>
            <a:ext cx="1100666" cy="889000"/>
          </a:xfrm>
          <a:prstGeom prst="rect">
            <a:avLst/>
          </a:prstGeom>
          <a:pattFill prst="dkVert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8F41169F-A060-1E34-669F-AD3E6E321733}"/>
              </a:ext>
            </a:extLst>
          </p:cNvPr>
          <p:cNvSpPr/>
          <p:nvPr/>
        </p:nvSpPr>
        <p:spPr>
          <a:xfrm>
            <a:off x="6900333" y="1270000"/>
            <a:ext cx="1100667" cy="889000"/>
          </a:xfrm>
          <a:prstGeom prst="rect">
            <a:avLst/>
          </a:prstGeom>
          <a:pattFill prst="dkDnDiag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97FA7818-404A-E7BB-0B96-9990E3826963}"/>
              </a:ext>
            </a:extLst>
          </p:cNvPr>
          <p:cNvSpPr/>
          <p:nvPr/>
        </p:nvSpPr>
        <p:spPr>
          <a:xfrm>
            <a:off x="8255000" y="1270000"/>
            <a:ext cx="1100667" cy="889000"/>
          </a:xfrm>
          <a:prstGeom prst="rect">
            <a:avLst/>
          </a:prstGeom>
          <a:pattFill prst="dkUpDiag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80646D73-11A9-957C-C157-64CCD1FD0729}"/>
              </a:ext>
            </a:extLst>
          </p:cNvPr>
          <p:cNvSpPr/>
          <p:nvPr/>
        </p:nvSpPr>
        <p:spPr>
          <a:xfrm>
            <a:off x="9609666" y="1270000"/>
            <a:ext cx="1100667" cy="889000"/>
          </a:xfrm>
          <a:prstGeom prst="rect">
            <a:avLst/>
          </a:prstGeom>
          <a:pattFill prst="smCheck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7E861B8B-BD00-8F39-EF37-560E6094BB40}"/>
              </a:ext>
            </a:extLst>
          </p:cNvPr>
          <p:cNvSpPr/>
          <p:nvPr/>
        </p:nvSpPr>
        <p:spPr>
          <a:xfrm>
            <a:off x="10964333" y="1270000"/>
            <a:ext cx="1100667" cy="889000"/>
          </a:xfrm>
          <a:prstGeom prst="rect">
            <a:avLst/>
          </a:prstGeom>
          <a:pattFill prst="trellis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434F2AC7-3C32-A221-BA50-2DD7A253AFB5}"/>
              </a:ext>
            </a:extLst>
          </p:cNvPr>
          <p:cNvSpPr/>
          <p:nvPr/>
        </p:nvSpPr>
        <p:spPr>
          <a:xfrm>
            <a:off x="127000" y="2413000"/>
            <a:ext cx="1100667" cy="889000"/>
          </a:xfrm>
          <a:prstGeom prst="rect">
            <a:avLst/>
          </a:prstGeom>
          <a:pattFill prst="ltHorz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437FCF30-6447-C137-946A-5B35E7196C93}"/>
              </a:ext>
            </a:extLst>
          </p:cNvPr>
          <p:cNvSpPr/>
          <p:nvPr/>
        </p:nvSpPr>
        <p:spPr>
          <a:xfrm>
            <a:off x="1481667" y="2413000"/>
            <a:ext cx="1100666" cy="889000"/>
          </a:xfrm>
          <a:prstGeom prst="rect">
            <a:avLst/>
          </a:prstGeom>
          <a:pattFill prst="ltVert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95EADED8-4C1B-83D8-FD59-04BE3B17A7A5}"/>
              </a:ext>
            </a:extLst>
          </p:cNvPr>
          <p:cNvSpPr/>
          <p:nvPr/>
        </p:nvSpPr>
        <p:spPr>
          <a:xfrm>
            <a:off x="2836333" y="2413000"/>
            <a:ext cx="1100667" cy="889000"/>
          </a:xfrm>
          <a:prstGeom prst="rect">
            <a:avLst/>
          </a:prstGeom>
          <a:pattFill prst="ltDnDiag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0398F505-3CE3-AA72-99FC-6E5416F6EC7C}"/>
              </a:ext>
            </a:extLst>
          </p:cNvPr>
          <p:cNvSpPr/>
          <p:nvPr/>
        </p:nvSpPr>
        <p:spPr>
          <a:xfrm>
            <a:off x="4191000" y="2413000"/>
            <a:ext cx="1100667" cy="889000"/>
          </a:xfrm>
          <a:prstGeom prst="rect">
            <a:avLst/>
          </a:prstGeom>
          <a:pattFill prst="ltUpDiag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8FB5CFD0-2496-607B-D897-07166F2F6755}"/>
              </a:ext>
            </a:extLst>
          </p:cNvPr>
          <p:cNvSpPr/>
          <p:nvPr/>
        </p:nvSpPr>
        <p:spPr>
          <a:xfrm>
            <a:off x="5545667" y="2413000"/>
            <a:ext cx="1100666" cy="889000"/>
          </a:xfrm>
          <a:prstGeom prst="rect">
            <a:avLst/>
          </a:prstGeom>
          <a:pattFill prst="smGrid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38633EB8-381B-A67A-445F-78F577E2FCFA}"/>
              </a:ext>
            </a:extLst>
          </p:cNvPr>
          <p:cNvSpPr/>
          <p:nvPr/>
        </p:nvSpPr>
        <p:spPr>
          <a:xfrm>
            <a:off x="6900333" y="2413000"/>
            <a:ext cx="1100667" cy="889000"/>
          </a:xfrm>
          <a:prstGeom prst="rect">
            <a:avLst/>
          </a:prstGeom>
          <a:pattFill prst="dotDmnd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922A82FD-00E3-436B-8DAA-2FB14F503545}"/>
              </a:ext>
            </a:extLst>
          </p:cNvPr>
          <p:cNvSpPr/>
          <p:nvPr/>
        </p:nvSpPr>
        <p:spPr>
          <a:xfrm>
            <a:off x="8255000" y="2413000"/>
            <a:ext cx="1100667" cy="889000"/>
          </a:xfrm>
          <a:prstGeom prst="rect">
            <a:avLst/>
          </a:prstGeom>
          <a:pattFill prst="wdDnDiag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C816F193-287E-9789-6CE3-FC95F60530D2}"/>
              </a:ext>
            </a:extLst>
          </p:cNvPr>
          <p:cNvSpPr/>
          <p:nvPr/>
        </p:nvSpPr>
        <p:spPr>
          <a:xfrm>
            <a:off x="9609666" y="2413000"/>
            <a:ext cx="1100667" cy="889000"/>
          </a:xfrm>
          <a:prstGeom prst="rect">
            <a:avLst/>
          </a:prstGeom>
          <a:pattFill prst="wdUpDiag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E55D2873-F259-E570-0603-2B65AD3C4492}"/>
              </a:ext>
            </a:extLst>
          </p:cNvPr>
          <p:cNvSpPr/>
          <p:nvPr/>
        </p:nvSpPr>
        <p:spPr>
          <a:xfrm>
            <a:off x="10964333" y="2413000"/>
            <a:ext cx="1100667" cy="889000"/>
          </a:xfrm>
          <a:prstGeom prst="rect">
            <a:avLst/>
          </a:prstGeom>
          <a:pattFill prst="dashUpDiag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101CF128-DAA4-A6B9-57A6-556E96F30254}"/>
              </a:ext>
            </a:extLst>
          </p:cNvPr>
          <p:cNvSpPr/>
          <p:nvPr/>
        </p:nvSpPr>
        <p:spPr>
          <a:xfrm>
            <a:off x="127000" y="3556000"/>
            <a:ext cx="1100667" cy="889000"/>
          </a:xfrm>
          <a:prstGeom prst="rect">
            <a:avLst/>
          </a:prstGeom>
          <a:pattFill prst="dashDnDiag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965D379B-4F04-4112-8421-3731B7F68544}"/>
              </a:ext>
            </a:extLst>
          </p:cNvPr>
          <p:cNvSpPr/>
          <p:nvPr/>
        </p:nvSpPr>
        <p:spPr>
          <a:xfrm>
            <a:off x="1481667" y="3556000"/>
            <a:ext cx="1100666" cy="889000"/>
          </a:xfrm>
          <a:prstGeom prst="rect">
            <a:avLst/>
          </a:prstGeom>
          <a:pattFill prst="narVert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CC82C307-B7A0-0CD8-37C7-24CF7855BF14}"/>
              </a:ext>
            </a:extLst>
          </p:cNvPr>
          <p:cNvSpPr/>
          <p:nvPr/>
        </p:nvSpPr>
        <p:spPr>
          <a:xfrm>
            <a:off x="2836333" y="3556000"/>
            <a:ext cx="1100667" cy="889000"/>
          </a:xfrm>
          <a:prstGeom prst="rect">
            <a:avLst/>
          </a:prstGeom>
          <a:pattFill prst="narHorz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6A2BCF63-4DD0-5E6B-55FA-375A233D9607}"/>
              </a:ext>
            </a:extLst>
          </p:cNvPr>
          <p:cNvSpPr/>
          <p:nvPr/>
        </p:nvSpPr>
        <p:spPr>
          <a:xfrm>
            <a:off x="4191000" y="3556000"/>
            <a:ext cx="1100667" cy="889000"/>
          </a:xfrm>
          <a:prstGeom prst="rect">
            <a:avLst/>
          </a:prstGeom>
          <a:pattFill prst="dashVert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D407FAB2-5B61-596A-0EF9-295395BB94BC}"/>
              </a:ext>
            </a:extLst>
          </p:cNvPr>
          <p:cNvSpPr/>
          <p:nvPr/>
        </p:nvSpPr>
        <p:spPr>
          <a:xfrm>
            <a:off x="5545667" y="3556000"/>
            <a:ext cx="1100666" cy="889000"/>
          </a:xfrm>
          <a:prstGeom prst="rect">
            <a:avLst/>
          </a:prstGeom>
          <a:pattFill prst="dashHorz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5704C63C-2AE0-63F7-CB09-A312D906C2DC}"/>
              </a:ext>
            </a:extLst>
          </p:cNvPr>
          <p:cNvSpPr/>
          <p:nvPr/>
        </p:nvSpPr>
        <p:spPr>
          <a:xfrm>
            <a:off x="6900333" y="3556000"/>
            <a:ext cx="1100667" cy="889000"/>
          </a:xfrm>
          <a:prstGeom prst="rect">
            <a:avLst/>
          </a:prstGeom>
          <a:pattFill prst="lgConfetti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3DA4A18E-9E63-59F5-7973-531EA43EB99C}"/>
              </a:ext>
            </a:extLst>
          </p:cNvPr>
          <p:cNvSpPr/>
          <p:nvPr/>
        </p:nvSpPr>
        <p:spPr>
          <a:xfrm>
            <a:off x="8255000" y="3556000"/>
            <a:ext cx="1100667" cy="889000"/>
          </a:xfrm>
          <a:prstGeom prst="rect">
            <a:avLst/>
          </a:prstGeom>
          <a:pattFill prst="lgGrid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EE3EC596-153F-BF6C-4EED-0BE2376BDC22}"/>
              </a:ext>
            </a:extLst>
          </p:cNvPr>
          <p:cNvSpPr/>
          <p:nvPr/>
        </p:nvSpPr>
        <p:spPr>
          <a:xfrm>
            <a:off x="9609666" y="3556000"/>
            <a:ext cx="1100667" cy="889000"/>
          </a:xfrm>
          <a:prstGeom prst="rect">
            <a:avLst/>
          </a:prstGeom>
          <a:pattFill prst="horzBrick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0CF327F5-0DC5-C7C9-81A1-6D10CCC39FED}"/>
              </a:ext>
            </a:extLst>
          </p:cNvPr>
          <p:cNvSpPr/>
          <p:nvPr/>
        </p:nvSpPr>
        <p:spPr>
          <a:xfrm>
            <a:off x="10964333" y="3556000"/>
            <a:ext cx="1100667" cy="889000"/>
          </a:xfrm>
          <a:prstGeom prst="rect">
            <a:avLst/>
          </a:prstGeom>
          <a:pattFill prst="lgCheck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8515C335-E1A6-912F-4380-79D39AED742E}"/>
              </a:ext>
            </a:extLst>
          </p:cNvPr>
          <p:cNvSpPr/>
          <p:nvPr/>
        </p:nvSpPr>
        <p:spPr>
          <a:xfrm>
            <a:off x="127000" y="4699000"/>
            <a:ext cx="1100667" cy="889000"/>
          </a:xfrm>
          <a:prstGeom prst="rect">
            <a:avLst/>
          </a:prstGeom>
          <a:pattFill prst="smConfetti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DD5E70B1-3775-088D-E363-D19F6F4C601B}"/>
              </a:ext>
            </a:extLst>
          </p:cNvPr>
          <p:cNvSpPr/>
          <p:nvPr/>
        </p:nvSpPr>
        <p:spPr>
          <a:xfrm>
            <a:off x="1481667" y="4699000"/>
            <a:ext cx="1100666" cy="889000"/>
          </a:xfrm>
          <a:prstGeom prst="rect">
            <a:avLst/>
          </a:prstGeom>
          <a:pattFill prst="zigZag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110EC7FF-B3DB-F9D0-02D8-C49FC005685F}"/>
              </a:ext>
            </a:extLst>
          </p:cNvPr>
          <p:cNvSpPr/>
          <p:nvPr/>
        </p:nvSpPr>
        <p:spPr>
          <a:xfrm>
            <a:off x="2836333" y="4699000"/>
            <a:ext cx="1100667" cy="889000"/>
          </a:xfrm>
          <a:prstGeom prst="rect">
            <a:avLst/>
          </a:prstGeom>
          <a:pattFill prst="solidDmnd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B55687C5-B32F-CF34-CCFC-35EFA71D2EF2}"/>
              </a:ext>
            </a:extLst>
          </p:cNvPr>
          <p:cNvSpPr/>
          <p:nvPr/>
        </p:nvSpPr>
        <p:spPr>
          <a:xfrm>
            <a:off x="4191000" y="4699000"/>
            <a:ext cx="1100667" cy="889000"/>
          </a:xfrm>
          <a:prstGeom prst="rect">
            <a:avLst/>
          </a:prstGeom>
          <a:pattFill prst="diagBrick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9AC9317D-A52D-8D58-E9E0-BE1D10C2474C}"/>
              </a:ext>
            </a:extLst>
          </p:cNvPr>
          <p:cNvSpPr/>
          <p:nvPr/>
        </p:nvSpPr>
        <p:spPr>
          <a:xfrm>
            <a:off x="5545667" y="4699000"/>
            <a:ext cx="1100666" cy="889000"/>
          </a:xfrm>
          <a:prstGeom prst="rect">
            <a:avLst/>
          </a:prstGeom>
          <a:pattFill prst="openDmnd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B887BDB9-AAA9-D612-578B-55719E2123D4}"/>
              </a:ext>
            </a:extLst>
          </p:cNvPr>
          <p:cNvSpPr/>
          <p:nvPr/>
        </p:nvSpPr>
        <p:spPr>
          <a:xfrm>
            <a:off x="6900333" y="4699000"/>
            <a:ext cx="1100667" cy="889000"/>
          </a:xfrm>
          <a:prstGeom prst="rect">
            <a:avLst/>
          </a:prstGeom>
          <a:pattFill prst="plaid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A4DF1531-0EF2-0B11-A686-2CEFDAA4AA43}"/>
              </a:ext>
            </a:extLst>
          </p:cNvPr>
          <p:cNvSpPr/>
          <p:nvPr/>
        </p:nvSpPr>
        <p:spPr>
          <a:xfrm>
            <a:off x="8255000" y="4699000"/>
            <a:ext cx="1100667" cy="889000"/>
          </a:xfrm>
          <a:prstGeom prst="rect">
            <a:avLst/>
          </a:prstGeom>
          <a:pattFill prst="sphere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5" name="Rechteck 44">
            <a:extLst>
              <a:ext uri="{FF2B5EF4-FFF2-40B4-BE49-F238E27FC236}">
                <a16:creationId xmlns:a16="http://schemas.microsoft.com/office/drawing/2014/main" id="{69994C33-760F-5FF1-B592-A220F0A4D7F1}"/>
              </a:ext>
            </a:extLst>
          </p:cNvPr>
          <p:cNvSpPr/>
          <p:nvPr/>
        </p:nvSpPr>
        <p:spPr>
          <a:xfrm>
            <a:off x="9609666" y="4699000"/>
            <a:ext cx="1100667" cy="889000"/>
          </a:xfrm>
          <a:prstGeom prst="rect">
            <a:avLst/>
          </a:prstGeom>
          <a:pattFill prst="weave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763ED991-7DA7-68EF-0A51-CDCDE48A45F5}"/>
              </a:ext>
            </a:extLst>
          </p:cNvPr>
          <p:cNvSpPr/>
          <p:nvPr/>
        </p:nvSpPr>
        <p:spPr>
          <a:xfrm>
            <a:off x="10964333" y="4699000"/>
            <a:ext cx="1100667" cy="889000"/>
          </a:xfrm>
          <a:prstGeom prst="rect">
            <a:avLst/>
          </a:prstGeom>
          <a:pattFill prst="dotGrid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D1D466E0-BB34-6B5B-80AA-E6A7ABB15361}"/>
              </a:ext>
            </a:extLst>
          </p:cNvPr>
          <p:cNvSpPr/>
          <p:nvPr/>
        </p:nvSpPr>
        <p:spPr>
          <a:xfrm>
            <a:off x="127000" y="5842000"/>
            <a:ext cx="1100667" cy="889000"/>
          </a:xfrm>
          <a:prstGeom prst="rect">
            <a:avLst/>
          </a:prstGeom>
          <a:pattFill prst="divot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A0FAE3EA-905D-D47A-4C07-73A2B08A0758}"/>
              </a:ext>
            </a:extLst>
          </p:cNvPr>
          <p:cNvSpPr/>
          <p:nvPr/>
        </p:nvSpPr>
        <p:spPr>
          <a:xfrm>
            <a:off x="1481667" y="5842000"/>
            <a:ext cx="1100666" cy="889000"/>
          </a:xfrm>
          <a:prstGeom prst="rect">
            <a:avLst/>
          </a:prstGeom>
          <a:pattFill prst="shingle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9" name="Rechteck 48">
            <a:extLst>
              <a:ext uri="{FF2B5EF4-FFF2-40B4-BE49-F238E27FC236}">
                <a16:creationId xmlns:a16="http://schemas.microsoft.com/office/drawing/2014/main" id="{5FC300C1-B334-6DBE-39FA-6820892EA1ED}"/>
              </a:ext>
            </a:extLst>
          </p:cNvPr>
          <p:cNvSpPr/>
          <p:nvPr/>
        </p:nvSpPr>
        <p:spPr>
          <a:xfrm>
            <a:off x="2836333" y="5842000"/>
            <a:ext cx="1100667" cy="889000"/>
          </a:xfrm>
          <a:prstGeom prst="rect">
            <a:avLst/>
          </a:prstGeom>
          <a:pattFill prst="wave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242986D5-8A79-FFCA-EF86-1CDA98A1BB2C}"/>
              </a:ext>
            </a:extLst>
          </p:cNvPr>
          <p:cNvSpPr/>
          <p:nvPr/>
        </p:nvSpPr>
        <p:spPr>
          <a:xfrm>
            <a:off x="4191000" y="5842000"/>
            <a:ext cx="1100667" cy="889000"/>
          </a:xfrm>
          <a:prstGeom prst="rect">
            <a:avLst/>
          </a:prstGeom>
          <a:pattFill prst="horz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1" name="Rechteck 50">
            <a:extLst>
              <a:ext uri="{FF2B5EF4-FFF2-40B4-BE49-F238E27FC236}">
                <a16:creationId xmlns:a16="http://schemas.microsoft.com/office/drawing/2014/main" id="{1BE334F5-8C3C-BB73-E1ED-33905C5236CB}"/>
              </a:ext>
            </a:extLst>
          </p:cNvPr>
          <p:cNvSpPr/>
          <p:nvPr/>
        </p:nvSpPr>
        <p:spPr>
          <a:xfrm>
            <a:off x="5545667" y="5842000"/>
            <a:ext cx="1100666" cy="889000"/>
          </a:xfrm>
          <a:prstGeom prst="rect">
            <a:avLst/>
          </a:prstGeom>
          <a:pattFill prst="vert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2" name="Rechteck 51">
            <a:extLst>
              <a:ext uri="{FF2B5EF4-FFF2-40B4-BE49-F238E27FC236}">
                <a16:creationId xmlns:a16="http://schemas.microsoft.com/office/drawing/2014/main" id="{F087AD08-D255-C57D-2A5C-1A7810FBCCFA}"/>
              </a:ext>
            </a:extLst>
          </p:cNvPr>
          <p:cNvSpPr/>
          <p:nvPr/>
        </p:nvSpPr>
        <p:spPr>
          <a:xfrm>
            <a:off x="6900333" y="5842000"/>
            <a:ext cx="1100667" cy="889000"/>
          </a:xfrm>
          <a:prstGeom prst="rect">
            <a:avLst/>
          </a:prstGeom>
          <a:pattFill prst="cross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3" name="Rechteck 52">
            <a:extLst>
              <a:ext uri="{FF2B5EF4-FFF2-40B4-BE49-F238E27FC236}">
                <a16:creationId xmlns:a16="http://schemas.microsoft.com/office/drawing/2014/main" id="{D87F67D5-D2FD-364E-C345-F7CE4187FE2B}"/>
              </a:ext>
            </a:extLst>
          </p:cNvPr>
          <p:cNvSpPr/>
          <p:nvPr/>
        </p:nvSpPr>
        <p:spPr>
          <a:xfrm>
            <a:off x="8255000" y="5842000"/>
            <a:ext cx="1100667" cy="889000"/>
          </a:xfrm>
          <a:prstGeom prst="rect">
            <a:avLst/>
          </a:prstGeom>
          <a:pattFill prst="dnDiag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4" name="Rechteck 53">
            <a:extLst>
              <a:ext uri="{FF2B5EF4-FFF2-40B4-BE49-F238E27FC236}">
                <a16:creationId xmlns:a16="http://schemas.microsoft.com/office/drawing/2014/main" id="{27894CB5-FF25-0300-8487-171C69A4EA04}"/>
              </a:ext>
            </a:extLst>
          </p:cNvPr>
          <p:cNvSpPr/>
          <p:nvPr/>
        </p:nvSpPr>
        <p:spPr>
          <a:xfrm>
            <a:off x="9609666" y="5842000"/>
            <a:ext cx="1100667" cy="889000"/>
          </a:xfrm>
          <a:prstGeom prst="rect">
            <a:avLst/>
          </a:prstGeom>
          <a:pattFill prst="upDiag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5" name="Rechteck 54">
            <a:extLst>
              <a:ext uri="{FF2B5EF4-FFF2-40B4-BE49-F238E27FC236}">
                <a16:creationId xmlns:a16="http://schemas.microsoft.com/office/drawing/2014/main" id="{E1739684-D6C4-27F1-B61C-7B5AD93BF65D}"/>
              </a:ext>
            </a:extLst>
          </p:cNvPr>
          <p:cNvSpPr/>
          <p:nvPr/>
        </p:nvSpPr>
        <p:spPr>
          <a:xfrm>
            <a:off x="10964333" y="5842000"/>
            <a:ext cx="1100667" cy="889000"/>
          </a:xfrm>
          <a:prstGeom prst="rect">
            <a:avLst/>
          </a:prstGeom>
          <a:pattFill prst="diagCross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468391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Benutzerdefiniert</PresentationFormat>
  <Paragraphs>0</Paragraphs>
  <Slides>4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Fidelity generator</dc:creator>
  <cp:lastModifiedBy>Fidelity generator</cp:lastModifiedBy>
  <cp:revision>1</cp:revision>
  <dcterms:created xsi:type="dcterms:W3CDTF">2026-10-08T09:08:03Z</dcterms:created>
  <dcterms:modified xsi:type="dcterms:W3CDTF">2026-10-08T09:08:03Z</dcterms:modified>
</cp:coreProperties>
</file>