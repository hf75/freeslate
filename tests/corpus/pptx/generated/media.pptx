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" d="100"/>
          <a:sy n="14" d="100"/>
        </p:scale>
        <p:origin x="42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A0A13E-6C14-248F-2DEE-99A96E8E6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4B1D216-8E88-1C24-5516-092CDB4EA8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BB72E7-901D-FF50-6A6A-5FD7B7A71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E150F-A8AC-4020-ADF0-BB0128331B8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8E3887-1B51-EECB-F62D-DCDB2E95D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4A5ED2-6990-29CD-F37F-5405C1532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DB11-9C08-49E7-8964-D3B579887E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7907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AAC66B-45BB-2527-627F-542120E31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2D5363-EF16-A105-AFC4-055B04752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C694C2-8123-87F3-ADDD-54D13044C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E150F-A8AC-4020-ADF0-BB0128331B8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E3D683-6357-CB1D-71ED-E490C9734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25FA15-7D80-30A6-DB26-2BEB7F313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DB11-9C08-49E7-8964-D3B579887E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0163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CC3AAB-6A69-F6E4-99B5-F6A9A068C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53F3474-9879-A3F8-7104-65B8665D6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983BCA-A503-5812-8600-DA44678BC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E150F-A8AC-4020-ADF0-BB0128331B8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B68E13-FA3E-AFD7-9193-C0220E684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F05A5F-271B-3467-C611-4F29D38CC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DB11-9C08-49E7-8964-D3B579887E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855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D74983-1FED-7DA9-4532-813863ED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2C6255-013C-5D86-0223-9B5F109A46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7C86898-7D31-3F9B-7F0E-DB36BA319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DC0FEEC-A5FA-A496-E414-853293A97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E150F-A8AC-4020-ADF0-BB0128331B8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7552ECF-54D7-114A-959E-A4FBB28B2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808567B-CFF7-01AA-27EE-FB36C88A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DB11-9C08-49E7-8964-D3B579887E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6357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0B2578-3AAC-24C6-5A13-B0C13374A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724F075-3A4D-F38E-3BB9-17FBAB244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F822EB-C7EE-CBBA-0F47-8FBF81010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0F5FAAF-337C-2D1A-94C5-1C7B8FCAD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9EB13B9-ABAF-57EA-1C40-6DEA3B01CA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1E1D373-44C4-88A8-6A09-F64166DEB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E150F-A8AC-4020-ADF0-BB0128331B8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11006A7-AB36-0796-C4ED-A01DDEAD0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858139A-3729-B056-E645-FFEEADC5D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DB11-9C08-49E7-8964-D3B579887E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6543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8F1B46-6FD6-B9A4-F7A6-12AB78938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A9AD8AF-B265-B429-6C76-D3D880B2B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E150F-A8AC-4020-ADF0-BB0128331B8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0890517-E4A7-A8E3-C19A-D6217DF57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107F5E6-13B7-2A12-79E0-632D1ED2E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DB11-9C08-49E7-8964-D3B579887E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3151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E95B8DC-A85C-1C54-573F-61F7EF98C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E150F-A8AC-4020-ADF0-BB0128331B8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A0AB8C2-FBE7-60CD-B17D-53DD06B05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67DCF63-87A5-DDF3-D202-89FCEFFC6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DB11-9C08-49E7-8964-D3B579887E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2580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7990A2-5CA5-514A-E0AB-127E70EBA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4575C1-F07C-7A45-48B8-B76F68F4A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7610714-41CD-70B7-1C40-DD72174326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AF36D98-599C-FDC5-E66E-9F51DF56B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E150F-A8AC-4020-ADF0-BB0128331B8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8D902E3-B28D-F6FB-1918-102014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BC910AD-9608-64D4-7968-26EBDE43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DB11-9C08-49E7-8964-D3B579887E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3673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C4E16B-2DE0-B4FD-EB7B-BDF6BFA52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77BC7E3-B739-85F6-A5F2-F773704A4F6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6660CD7-D39E-27B2-B4E5-22D7668DF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C08A4FF-465C-24D7-215F-8511D6F92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E150F-A8AC-4020-ADF0-BB0128331B8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74E6BB7-A786-1E44-07AD-EBCA0A989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6BFB61C-3878-B215-B821-FFB59A5D6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DB11-9C08-49E7-8964-D3B579887E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9873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83E3E1-B9BB-06ED-440F-792DFC81F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53B4A7E-9A07-EED8-3221-288CDE212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2FE5EE-1704-82E9-045D-276C27A40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E150F-A8AC-4020-ADF0-BB0128331B8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8E39BF-2AF5-FDFF-87B9-6B801FDFA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C9E9E9-CB82-6C0F-5DB9-BE2696B24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DB11-9C08-49E7-8964-D3B579887E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515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26366D6-FBA3-62FA-3839-C4237726E6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2428B28-5AF8-08E1-59F3-07285A25EA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5532CE-0D0F-0B56-9387-5E2BE4995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E150F-A8AC-4020-ADF0-BB0128331B8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1ECCED-C5D3-A139-8A48-06FE8C5F7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33A987-15A9-CF6F-CB1F-6F3405402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BDB11-9C08-49E7-8964-D3B579887E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9334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42F7560-807F-0229-E1AD-F4B3FFEF5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ACB52F-48D7-9CD5-E4FD-3C6D9694F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9F43F0-40F5-2838-EA28-0E07FDEBFD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8E150F-A8AC-4020-ADF0-BB0128331B8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FC0F01-3A3C-1AE7-D268-FDE9900751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864BD6-C5C2-DA45-CF0C-7AEA2C518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CBDB11-9C08-49E7-8964-D3B579887E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0680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370112-50D6-9734-9DDC-35D0E5FDB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Video</a:t>
            </a:r>
          </a:p>
        </p:txBody>
      </p:sp>
      <p:pic>
        <p:nvPicPr>
          <p:cNvPr id="3" name="pattern">
            <a:hlinkClick r:id="" action="ppaction://media"/>
            <a:extLst>
              <a:ext uri="{FF2B5EF4-FFF2-40B4-BE49-F238E27FC236}">
                <a16:creationId xmlns:a16="http://schemas.microsoft.com/office/drawing/2014/main" id="{5DC2F605-F0CC-E6E3-CE0F-003D6C35931E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500" end="500"/>
                  <p14:fade in="3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32000" y="1651000"/>
            <a:ext cx="812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211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3FFB7F-E9AC-10DA-0AC2-111072153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Audio</a:t>
            </a:r>
          </a:p>
        </p:txBody>
      </p:sp>
      <p:pic>
        <p:nvPicPr>
          <p:cNvPr id="3" name="tone">
            <a:hlinkClick r:id="" action="ppaction://media"/>
            <a:extLst>
              <a:ext uri="{FF2B5EF4-FFF2-40B4-BE49-F238E27FC236}">
                <a16:creationId xmlns:a16="http://schemas.microsoft.com/office/drawing/2014/main" id="{51E83A3E-7C3C-F9EA-5D87-ADFA12B2C16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334000" y="27940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806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Benutzerdefiniert</PresentationFormat>
  <Paragraphs>2</Paragraphs>
  <Slides>2</Slides>
  <Notes>0</Notes>
  <HiddenSlides>0</HiddenSlides>
  <MMClips>2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Video</vt:lpstr>
      <vt:lpstr>Audio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2026-10-08T12:53:14Z</dcterms:created>
  <dcterms:modified xsi:type="dcterms:W3CDTF">2026-10-08T12:53:14Z</dcterms:modified>
</cp:coreProperties>
</file>