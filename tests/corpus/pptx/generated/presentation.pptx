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custShowLst>
    <p:custShow name="Short version" id="0">
      <p:sldLst>
        <p:sld r:id="rId2"/>
        <p:sld r:id="rId4"/>
      </p:sldLst>
    </p:custShow>
  </p:custShow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7A42E4-F4BD-41C2-A487-8EC07F5C9390}">
          <p14:sldIdLst>
            <p14:sldId id="256"/>
            <p14:sldId id="257"/>
          </p14:sldIdLst>
        </p14:section>
        <p14:section name="Details" id="{F2D22E27-F977-4A88-8C81-0CDD608FC20C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0AE5-7062-4CF4-A8C0-6C4A255BBFBF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6C583-DB9A-4168-AF03-2D90C51B4B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38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notes: mention the hidden slide.</a:t>
            </a:r>
          </a:p>
          <a:p>
            <a:r>
              <a:rPr lang="en-US"/>
              <a:t>Second paragraph.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6C583-DB9A-4168-AF03-2D90C51B4B9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3589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63882-E463-66CE-9DF5-86F6165A6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2ABCA5-8E93-E8CF-8ECE-8DC325E7B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50A2D9-FE39-2F0F-C419-329E5A6B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DA73C9-3974-9152-18D4-FC629978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3CC864-2583-4707-8D35-EF913331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56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C2A61D-E7AE-FB9F-DF47-E7644BC4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3E18E8-73B2-A215-3501-A34BF551D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D009DB-C2FB-1DEA-8302-EE3C2F45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9767AC-CA79-DDDD-32E0-84BAC898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518E1-CD25-3B02-C5B5-BBE22235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42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20ED8-6C04-275E-60DE-643F055F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52907C-36C2-EA29-E9FC-6DF342467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36A429-620A-A686-0946-E145C4FE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E9DDBB-1822-7B7E-0A90-7D34469D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12023D-C3FA-2AE1-6937-364D70B8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948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EA7EF-7701-B3E3-0BEB-9E22FCC5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87216C-421B-CEE6-91F9-18909EA58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CBA34B-1C82-585D-C799-0D33A1DC1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A2F98D-0BB9-89EC-3FE7-4200DB717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462D47-9A93-6475-4F08-AB2DD080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25EB4-5330-7C20-598D-548E5C6C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755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B89FF-F3E9-73B5-1E83-0179FD40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D33180-3C23-1A03-6AF0-63EA19ECB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16DB28-B8E4-2E20-4030-55D5DF3BD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AC4D92-501B-1767-EFE2-7977D9DA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FC56C9-F7F5-A0AD-18ED-C3F9D1C1F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E91086-7F55-3021-C5B4-5228303F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4F10143-5192-EF53-1819-A9E0ACEA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22E9BD-1B4B-B12A-8B73-12AE07AC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19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A8B60-4AAA-1D7F-6148-A5541EBD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151623-E3F9-7484-E7D7-1BFC313F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B961C5-362B-8665-9A4F-EF871D0C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57FC98-E58D-AA64-4C2B-60561238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22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3D31C3-F655-AA31-6D2B-E4985BBA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5979AE-27B2-63B3-9546-C7B20DAD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9E1E91-81C4-75B9-A047-69B4E60A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62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10A8A-DE5E-55A3-4500-90488727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C3F50-ABF0-C431-F20B-65662D864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E6445D-1F3E-D773-47B9-41991BB66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F7A72E-3586-EFB2-33F6-5AAA0295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86EE1A-275B-AABB-7D46-8B38E0EE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B76514-E477-17BA-6396-2DF456B0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43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4AF19-922B-E75D-2EE2-3B228A6B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C577DE-3D38-27C1-3E20-B9ED6F1F855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923F6F-26BD-EF9A-65D7-701C95C0F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614B01-7376-60ED-5B3E-542C4712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5085BE-8CF0-0E01-041D-00A8F1B9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A298B1-0F0E-7687-36D9-B509D30B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23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CE2D92-92DE-8C0B-79E9-42989A9A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54F52D-22B6-8791-B244-52DE3029C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C959C4-309A-A25F-7034-635B5147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061C69-A77D-B64F-CBF9-BA011CAF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C7C10-479A-9F78-1DB3-F663BA061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6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D4763B-A0AA-38F7-45FA-B853763FE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FDB522-2C5C-795E-C219-8F0EE19D8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A5F867-7F30-F388-B9F6-0206B9B0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987A74-DDC9-8F53-D8B7-8BA2B818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CEE84C-CBD8-FEF7-E3AD-40F58681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706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13A50-51A1-8B27-0D47-5381B65C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178BD3-5977-03BF-428E-3F4F4F8F2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D439BB-97CB-09AF-A627-C3290B04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57009F-D7C6-2634-6B68-BE3E948A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B3B812-529F-C781-B32E-49710890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010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8C5BA6-853E-5E79-F35C-1CA0717E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4E6B9B-CE79-57A7-2FB8-C1FAAD4C5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911A0-3330-941A-D22C-E84431F99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6200-04AF-497F-BE9E-AA9028BAEB6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E41BC8-DC36-3808-CB05-AF8F6CA10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72043C-8971-5ECB-613B-B0A241022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69F4A-6BA9-4F06-B1B3-B499E553D6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83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D8AA7-8135-0282-F92D-5629F5D98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Presentation features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44B681-E318-4F1F-B41B-22D9C7DFF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Footer, sections, notes and accessibility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0DF6A8-7D07-05FD-2FAF-B1FF6A57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FreeSlate fidelity test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C786AD-FFFD-0A66-5062-DC5483E3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1</a:t>
            </a:fld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BDE874F-90F2-8E7B-C969-89503078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01.01.2026</a:t>
            </a:r>
          </a:p>
        </p:txBody>
      </p:sp>
    </p:spTree>
    <p:extLst>
      <p:ext uri="{BB962C8B-B14F-4D97-AF65-F5344CB8AC3E}">
        <p14:creationId xmlns:p14="http://schemas.microsoft.com/office/powerpoint/2010/main" val="118436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F7F86-5B7B-13F0-88DD-E6E11964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Hidden slide with notes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CB5E83-6804-FD36-EAF7-B596E9450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skipped in the slide show.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A99B9F-DACF-C957-E6FA-52C42518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FreeSlate fidelity test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AD222B-473E-EA31-784A-2DB7A8AF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2</a:t>
            </a:fld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3981D7E-8B90-502E-1EB4-2CD1A162A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01.01.2026</a:t>
            </a:r>
          </a:p>
        </p:txBody>
      </p:sp>
    </p:spTree>
    <p:extLst>
      <p:ext uri="{BB962C8B-B14F-4D97-AF65-F5344CB8AC3E}">
        <p14:creationId xmlns:p14="http://schemas.microsoft.com/office/powerpoint/2010/main" val="305235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345721-993E-8794-7DCA-0EA4216C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 text, hidden and decorative shapes</a:t>
            </a:r>
            <a:endParaRPr lang="de-DE"/>
          </a:p>
        </p:txBody>
      </p:sp>
      <p:sp>
        <p:nvSpPr>
          <p:cNvPr id="3" name="Rechteck 2" descr="A blue rectangle" title="Box">
            <a:extLst>
              <a:ext uri="{FF2B5EF4-FFF2-40B4-BE49-F238E27FC236}">
                <a16:creationId xmlns:a16="http://schemas.microsoft.com/office/drawing/2014/main" id="{A1410FF8-91BC-4B19-63E6-227404E5F4A6}"/>
              </a:ext>
            </a:extLst>
          </p:cNvPr>
          <p:cNvSpPr/>
          <p:nvPr/>
        </p:nvSpPr>
        <p:spPr>
          <a:xfrm>
            <a:off x="1016000" y="2032000"/>
            <a:ext cx="3048000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 hidden="1">
            <a:extLst>
              <a:ext uri="{FF2B5EF4-FFF2-40B4-BE49-F238E27FC236}">
                <a16:creationId xmlns:a16="http://schemas.microsoft.com/office/drawing/2014/main" id="{082665D7-A3A8-2AF6-A26F-ABC73D69EC95}"/>
              </a:ext>
            </a:extLst>
          </p:cNvPr>
          <p:cNvSpPr/>
          <p:nvPr/>
        </p:nvSpPr>
        <p:spPr>
          <a:xfrm>
            <a:off x="4572000" y="2032000"/>
            <a:ext cx="3048000" cy="203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301AC43-8276-39D5-F799-47B510CF5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0" y="2032000"/>
            <a:ext cx="3048000" cy="203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472293-CF72-7A81-9D73-F502960C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FreeSlate fidelity test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2BE5A3-B35F-56BD-ABE0-0C64FDCF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9F4A-6BA9-4F06-B1B3-B499E553D6D8}" type="slidenum">
              <a:rPr lang="de-DE" smtClean="0"/>
              <a:t>3</a:t>
            </a:fld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40B9902-9F94-CC6B-4D19-43EC0E9B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01.01.2026</a:t>
            </a:r>
          </a:p>
        </p:txBody>
      </p:sp>
    </p:spTree>
    <p:extLst>
      <p:ext uri="{BB962C8B-B14F-4D97-AF65-F5344CB8AC3E}">
        <p14:creationId xmlns:p14="http://schemas.microsoft.com/office/powerpoint/2010/main" val="1436097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Benutzerdefiniert</PresentationFormat>
  <Paragraphs>17</Paragraphs>
  <Slides>3</Slides>
  <Notes>1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  <vt:variant>
        <vt:lpstr>Zielgruppenorientierte Präsentationen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Presentation features</vt:lpstr>
      <vt:lpstr>Hidden slide with notes</vt:lpstr>
      <vt:lpstr>Alt text, hidden and decorative shapes</vt:lpstr>
      <vt:lpstr>Short 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features</dc:title>
  <dc:subject>Generated test deck</dc:subject>
  <dc:creator>Fidelity generator</dc:creator>
  <cp:lastModifiedBy>Fidelity generator</cp:lastModifiedBy>
  <cp:revision>1</cp:revision>
  <dcterms:created xsi:type="dcterms:W3CDTF">2026-10-08T10:23:04Z</dcterms:created>
  <dcterms:modified xsi:type="dcterms:W3CDTF">2026-10-08T10:23:04Z</dcterms:modified>
</cp:coreProperties>
</file>