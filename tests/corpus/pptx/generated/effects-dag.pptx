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58BAF1-BCEA-702D-FB98-12A716BB65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3D9EBD4-36FB-BA10-31FD-8CB8960553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B90FD78-3F0C-7EB3-E4C4-3547A9228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8FBCD-16EF-4DD9-9104-2C008AFFEE6E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50F109-22AF-13DA-650E-5C9D08AD3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1AA51A-A725-9562-DE96-E97B5BED4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FB4A1-8C37-47FB-BCC4-751A2C5F10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0624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5AA43D-3A16-5F18-7AFF-00AB17D77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603A0E8-E7A8-520E-AB58-CFE129BBA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E3F1AAE-FE15-AD89-B586-72B7F7936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8FBCD-16EF-4DD9-9104-2C008AFFEE6E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2E852B3-24A3-8B0E-249C-F558E030A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C51D822-048E-801B-FBDE-959D866B6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FB4A1-8C37-47FB-BCC4-751A2C5F10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8196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5E2D78-99A0-8F8B-2E85-0EBBF1E55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EB0E6DD-7BBD-FEF1-73A6-3081EAE721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1FBC851-8F87-8CA0-5EAB-0622EF88D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8FBCD-16EF-4DD9-9104-2C008AFFEE6E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57D722D-88B8-04A7-FD96-CE9FC258B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E950F5E-68BD-545C-3A07-8E7F943DC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FB4A1-8C37-47FB-BCC4-751A2C5F10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560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EC2EE7-592E-2925-8EE0-D6040BE8A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60B29C6-3791-8B23-9B0F-8A9F76F53A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0445771-F53C-DE88-5A63-A72B1D714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0E98364-8F43-4716-D355-931373127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8FBCD-16EF-4DD9-9104-2C008AFFEE6E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3D1AC24-66C0-AC6D-F499-F8F1667FE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7845094-285C-3E13-1339-FEA603AB8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FB4A1-8C37-47FB-BCC4-751A2C5F10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1984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724B78-93D9-CA77-A03A-40FCD5DB5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FDB2E08-3918-AE6B-5DBD-5E51B439D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50010DA-918E-6C7E-8680-0154B46604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7B09653-E1E7-2EB0-1C15-EEBFD3863A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7585E47-0595-2810-45C6-7FC4B67EBE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3DB125D-E7EE-0051-ACE3-CC459D799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8FBCD-16EF-4DD9-9104-2C008AFFEE6E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B63C92E-3A2B-0DDD-F62D-838ECB816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1942416-E30D-5377-5266-CE2D5F3E6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FB4A1-8C37-47FB-BCC4-751A2C5F10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353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1A9F4E-3F58-7BDD-C9CC-31151FF96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CBFC511-E486-4278-F18B-00A42C19E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8FBCD-16EF-4DD9-9104-2C008AFFEE6E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6AEAC01-5CF6-9042-1706-1DB4D8CA9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7E0C284-A3A5-3D03-9C51-BCCE08FCC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FB4A1-8C37-47FB-BCC4-751A2C5F10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5582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A246B8A-6B13-509B-3BBA-3B5ED0063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8FBCD-16EF-4DD9-9104-2C008AFFEE6E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BE2C0F4-AC06-E776-B714-C5D88A459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510DDC6-4612-82F8-3716-97B22A386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FB4A1-8C37-47FB-BCC4-751A2C5F10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0747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4C1B3B-1CA7-A751-4CF7-0E95CE5E8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BEB5A19-E37F-9530-DD4F-101D02156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3793585-71E4-8ACA-9304-859DA15E1C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1CB95EB-FAD2-D4F3-E8A6-269AAA27F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8FBCD-16EF-4DD9-9104-2C008AFFEE6E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E38474C-41A4-99D8-E047-876F8B639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1722825-2A66-ECD2-E8CB-855880DD4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FB4A1-8C37-47FB-BCC4-751A2C5F10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1957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E93967-A371-A255-BC82-C0A98D403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02C42A6-DFF5-3254-1338-2D5118DBE31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12B69AD-3813-B3D1-4EAB-7DAD98F79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0EEAE38-61F0-9629-8135-C750F82EC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8FBCD-16EF-4DD9-9104-2C008AFFEE6E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9F84F20-7A25-3C80-68DC-4543A3624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C089984-CCF9-FCDD-939E-43BA594B0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FB4A1-8C37-47FB-BCC4-751A2C5F10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4718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837FD5-715E-48AD-DCD9-47F8A5995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B9D16CA-4006-76A2-FF2B-2887189586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64DA9D-0FBA-A336-6DDE-3DED8921D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8FBCD-16EF-4DD9-9104-2C008AFFEE6E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965B2D3-82C2-1317-0B8B-A19025362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E489514-B59C-0D8C-DDC5-88C0F4776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FB4A1-8C37-47FB-BCC4-751A2C5F10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9523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179C5E0-F4BC-7316-8D41-071436E71A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2710261-63E9-AADB-62AC-EA56A2E798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F6CFBBB-4CF8-58AB-B018-8FB253D89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8FBCD-16EF-4DD9-9104-2C008AFFEE6E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8101B9E-4CC5-F3F7-9894-514875AC0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A64256-C97C-C636-83F0-B30E4DF9D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FB4A1-8C37-47FB-BCC4-751A2C5F10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4671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0ABC45E-7D70-228B-8E10-CBBE4A1EC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4E92A64-F065-04E5-85F2-D694470F4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E07536D-F4C5-CF7A-76BB-2794F2F937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08FBCD-16EF-4DD9-9104-2C008AFFEE6E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32F1F7-7864-B733-4A82-1AD3E9717A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A8678E1-9D08-7D98-F028-D10EE65BF7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1FB4A1-8C37-47FB-BCC4-751A2C5F10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3760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0">
            <a:extLst>
              <a:ext uri="{FF2B5EF4-FFF2-40B4-BE49-F238E27FC236}">
                <a16:creationId xmlns:a16="http://schemas.microsoft.com/office/drawing/2014/main" id="{905196F0-7494-66D6-19FD-24313BD67A46}"/>
              </a:ext>
            </a:extLst>
          </p:cNvPr>
          <p:cNvSpPr/>
          <p:nvPr/>
        </p:nvSpPr>
        <p:spPr>
          <a:xfrm>
            <a:off x="508000" y="1016000"/>
            <a:ext cx="1778000" cy="1397000"/>
          </a:xfrm>
          <a:prstGeom prst="rect">
            <a:avLst/>
          </a:prstGeom>
          <a:solidFill>
            <a:srgbClr val="0070C0"/>
          </a:solidFill>
          <a:ln w="76200">
            <a:solidFill>
              <a:srgbClr val="C00000"/>
            </a:solidFill>
          </a:ln>
          <a:effectDag xmlns:a="http://schemas.openxmlformats.org/drawingml/2006/main">
            <a:effect ref="fillLine"/>
          </a:effectDag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/>
              <a:t>d0 text</a:t>
            </a:r>
          </a:p>
        </p:txBody>
      </p:sp>
      <p:sp>
        <p:nvSpPr>
          <p:cNvPr id="3" name="d1">
            <a:extLst>
              <a:ext uri="{FF2B5EF4-FFF2-40B4-BE49-F238E27FC236}">
                <a16:creationId xmlns:a16="http://schemas.microsoft.com/office/drawing/2014/main" id="{185A2DE5-7E58-6697-6FEB-1682DCCE7E2A}"/>
              </a:ext>
            </a:extLst>
          </p:cNvPr>
          <p:cNvSpPr/>
          <p:nvPr/>
        </p:nvSpPr>
        <p:spPr>
          <a:xfrm>
            <a:off x="2857500" y="1016000"/>
            <a:ext cx="1778000" cy="1397000"/>
          </a:xfrm>
          <a:prstGeom prst="rect">
            <a:avLst/>
          </a:prstGeom>
          <a:solidFill>
            <a:srgbClr val="0070C0"/>
          </a:solidFill>
          <a:ln w="76200">
            <a:solidFill>
              <a:srgbClr val="C00000"/>
            </a:solidFill>
          </a:ln>
          <a:effectDag xmlns:a="http://schemas.openxmlformats.org/drawingml/2006/main">
            <a:outerShdw blurRad="50800" dist="101600" dir="2700000" algn="tl" rotWithShape="0">
              <a:srgbClr val="000000">
                <a:alpha val="70000"/>
              </a:srgbClr>
            </a:outerShdw>
            <a:effect ref="fillLine"/>
          </a:effectDag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/>
              <a:t>d1 text</a:t>
            </a:r>
          </a:p>
        </p:txBody>
      </p:sp>
      <p:sp>
        <p:nvSpPr>
          <p:cNvPr id="4" name="d2">
            <a:extLst>
              <a:ext uri="{FF2B5EF4-FFF2-40B4-BE49-F238E27FC236}">
                <a16:creationId xmlns:a16="http://schemas.microsoft.com/office/drawing/2014/main" id="{33D754F5-FCE0-1C4C-DD06-277ABF1934C2}"/>
              </a:ext>
            </a:extLst>
          </p:cNvPr>
          <p:cNvSpPr/>
          <p:nvPr/>
        </p:nvSpPr>
        <p:spPr>
          <a:xfrm>
            <a:off x="5207000" y="1016000"/>
            <a:ext cx="1778000" cy="1397000"/>
          </a:xfrm>
          <a:prstGeom prst="rect">
            <a:avLst/>
          </a:prstGeom>
          <a:solidFill>
            <a:srgbClr val="0070C0"/>
          </a:solidFill>
          <a:ln w="76200">
            <a:solidFill>
              <a:srgbClr val="C00000"/>
            </a:solidFill>
          </a:ln>
          <a:effectDag xmlns:a="http://schemas.openxmlformats.org/drawingml/2006/main">
            <a:effect ref="fill"/>
          </a:effectDag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/>
              <a:t>d2 text</a:t>
            </a:r>
          </a:p>
        </p:txBody>
      </p:sp>
      <p:sp>
        <p:nvSpPr>
          <p:cNvPr id="5" name="d3">
            <a:extLst>
              <a:ext uri="{FF2B5EF4-FFF2-40B4-BE49-F238E27FC236}">
                <a16:creationId xmlns:a16="http://schemas.microsoft.com/office/drawing/2014/main" id="{FA50B14A-6092-8587-7424-6F78775873E2}"/>
              </a:ext>
            </a:extLst>
          </p:cNvPr>
          <p:cNvSpPr/>
          <p:nvPr/>
        </p:nvSpPr>
        <p:spPr>
          <a:xfrm>
            <a:off x="7556500" y="1016000"/>
            <a:ext cx="1778000" cy="1397000"/>
          </a:xfrm>
          <a:prstGeom prst="rect">
            <a:avLst/>
          </a:prstGeom>
          <a:solidFill>
            <a:srgbClr val="0070C0"/>
          </a:solidFill>
          <a:ln w="76200">
            <a:solidFill>
              <a:srgbClr val="C00000"/>
            </a:solidFill>
          </a:ln>
          <a:effectDag xmlns:a="http://schemas.openxmlformats.org/drawingml/2006/main">
            <a:effect ref="line"/>
          </a:effectDag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/>
              <a:t>d3 text</a:t>
            </a:r>
          </a:p>
        </p:txBody>
      </p:sp>
      <p:sp>
        <p:nvSpPr>
          <p:cNvPr id="6" name="d4">
            <a:extLst>
              <a:ext uri="{FF2B5EF4-FFF2-40B4-BE49-F238E27FC236}">
                <a16:creationId xmlns:a16="http://schemas.microsoft.com/office/drawing/2014/main" id="{36245B8C-EADE-E6E9-6845-C77AB6BA9BFC}"/>
              </a:ext>
            </a:extLst>
          </p:cNvPr>
          <p:cNvSpPr/>
          <p:nvPr/>
        </p:nvSpPr>
        <p:spPr>
          <a:xfrm>
            <a:off x="9906000" y="1016000"/>
            <a:ext cx="1778000" cy="1397000"/>
          </a:xfrm>
          <a:prstGeom prst="rect">
            <a:avLst/>
          </a:prstGeom>
          <a:solidFill>
            <a:srgbClr val="0070C0"/>
          </a:solidFill>
          <a:ln w="76200">
            <a:solidFill>
              <a:srgbClr val="C00000"/>
            </a:solidFill>
          </a:ln>
          <a:effectDag xmlns:a="http://schemas.openxmlformats.org/drawingml/2006/main">
            <a:cont type="tree">
              <a:effect ref="fillLine"/>
              <a:blur rad="63500"/>
            </a:cont>
          </a:effectDag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/>
              <a:t>d4 text</a:t>
            </a:r>
          </a:p>
        </p:txBody>
      </p:sp>
      <p:sp>
        <p:nvSpPr>
          <p:cNvPr id="7" name="d5">
            <a:extLst>
              <a:ext uri="{FF2B5EF4-FFF2-40B4-BE49-F238E27FC236}">
                <a16:creationId xmlns:a16="http://schemas.microsoft.com/office/drawing/2014/main" id="{55DD63A1-3517-4A89-4EBF-66B2BC1F02CD}"/>
              </a:ext>
            </a:extLst>
          </p:cNvPr>
          <p:cNvSpPr/>
          <p:nvPr/>
        </p:nvSpPr>
        <p:spPr>
          <a:xfrm>
            <a:off x="508000" y="3937000"/>
            <a:ext cx="1778000" cy="1397000"/>
          </a:xfrm>
          <a:prstGeom prst="rect">
            <a:avLst/>
          </a:prstGeom>
          <a:solidFill>
            <a:srgbClr val="0070C0"/>
          </a:solidFill>
          <a:ln w="76200">
            <a:solidFill>
              <a:srgbClr val="C00000"/>
            </a:solidFill>
          </a:ln>
          <a:effectDag xmlns:a="http://schemas.openxmlformats.org/drawingml/2006/main">
            <a:cont type="tree">
              <a:effect ref="fillLine"/>
              <a:relOff tx="20000" ty="30000"/>
            </a:cont>
          </a:effectDag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/>
              <a:t>d5 text</a:t>
            </a:r>
          </a:p>
        </p:txBody>
      </p:sp>
      <p:sp>
        <p:nvSpPr>
          <p:cNvPr id="8" name="d6">
            <a:extLst>
              <a:ext uri="{FF2B5EF4-FFF2-40B4-BE49-F238E27FC236}">
                <a16:creationId xmlns:a16="http://schemas.microsoft.com/office/drawing/2014/main" id="{9CE7B921-E77E-8853-52C0-ABF370151971}"/>
              </a:ext>
            </a:extLst>
          </p:cNvPr>
          <p:cNvSpPr/>
          <p:nvPr/>
        </p:nvSpPr>
        <p:spPr>
          <a:xfrm>
            <a:off x="2857500" y="3937000"/>
            <a:ext cx="1778000" cy="1397000"/>
          </a:xfrm>
          <a:prstGeom prst="rect">
            <a:avLst/>
          </a:prstGeom>
          <a:solidFill>
            <a:srgbClr val="0070C0"/>
          </a:solidFill>
          <a:ln w="76200">
            <a:solidFill>
              <a:srgbClr val="C00000"/>
            </a:solidFill>
          </a:ln>
          <a:effectDag xmlns:a="http://schemas.openxmlformats.org/drawingml/2006/main">
            <a:cont type="tree">
              <a:effect ref="fillLine"/>
              <a:grayscl/>
            </a:cont>
          </a:effectDag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/>
              <a:t>d6 text</a:t>
            </a:r>
          </a:p>
        </p:txBody>
      </p:sp>
      <p:sp>
        <p:nvSpPr>
          <p:cNvPr id="9" name="d7">
            <a:extLst>
              <a:ext uri="{FF2B5EF4-FFF2-40B4-BE49-F238E27FC236}">
                <a16:creationId xmlns:a16="http://schemas.microsoft.com/office/drawing/2014/main" id="{98D1E7ED-6E6D-C788-9446-AC92A7FC9960}"/>
              </a:ext>
            </a:extLst>
          </p:cNvPr>
          <p:cNvSpPr/>
          <p:nvPr/>
        </p:nvSpPr>
        <p:spPr>
          <a:xfrm>
            <a:off x="5207000" y="3937000"/>
            <a:ext cx="1778000" cy="1397000"/>
          </a:xfrm>
          <a:prstGeom prst="rect">
            <a:avLst/>
          </a:prstGeom>
          <a:solidFill>
            <a:srgbClr val="0070C0"/>
          </a:solidFill>
          <a:ln w="76200">
            <a:solidFill>
              <a:srgbClr val="C00000"/>
            </a:solidFill>
          </a:ln>
          <a:effectDag xmlns:a="http://schemas.openxmlformats.org/drawingml/2006/main">
            <a:cont/>
          </a:effectDag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/>
              <a:t>d7 text</a:t>
            </a:r>
          </a:p>
        </p:txBody>
      </p:sp>
      <p:sp>
        <p:nvSpPr>
          <p:cNvPr id="10" name="d8">
            <a:extLst>
              <a:ext uri="{FF2B5EF4-FFF2-40B4-BE49-F238E27FC236}">
                <a16:creationId xmlns:a16="http://schemas.microsoft.com/office/drawing/2014/main" id="{60CBB584-925E-98AC-F0E3-174CBD375995}"/>
              </a:ext>
            </a:extLst>
          </p:cNvPr>
          <p:cNvSpPr/>
          <p:nvPr/>
        </p:nvSpPr>
        <p:spPr>
          <a:xfrm>
            <a:off x="7556500" y="3937000"/>
            <a:ext cx="1778000" cy="1397000"/>
          </a:xfrm>
          <a:prstGeom prst="rect">
            <a:avLst/>
          </a:prstGeom>
          <a:solidFill>
            <a:srgbClr val="0070C0"/>
          </a:solidFill>
          <a:ln w="76200">
            <a:solidFill>
              <a:srgbClr val="C00000"/>
            </a:solidFill>
          </a:ln>
          <a:effectDag xmlns:a="http://schemas.openxmlformats.org/drawingml/2006/main">
            <a:cont type="tree">
              <a:effect ref="fillLine"/>
              <a:alphaModFix amt="40000"/>
            </a:cont>
          </a:effectDag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/>
              <a:t>d8 text</a:t>
            </a:r>
          </a:p>
        </p:txBody>
      </p:sp>
      <p:sp>
        <p:nvSpPr>
          <p:cNvPr id="11" name="d9">
            <a:extLst>
              <a:ext uri="{FF2B5EF4-FFF2-40B4-BE49-F238E27FC236}">
                <a16:creationId xmlns:a16="http://schemas.microsoft.com/office/drawing/2014/main" id="{BD32CD4F-CE59-E903-B8E3-2450AFA6300E}"/>
              </a:ext>
            </a:extLst>
          </p:cNvPr>
          <p:cNvSpPr/>
          <p:nvPr/>
        </p:nvSpPr>
        <p:spPr>
          <a:xfrm>
            <a:off x="9906000" y="3937000"/>
            <a:ext cx="1778000" cy="1397000"/>
          </a:xfrm>
          <a:prstGeom prst="rect">
            <a:avLst/>
          </a:prstGeom>
          <a:solidFill>
            <a:srgbClr val="0070C0"/>
          </a:solidFill>
          <a:ln w="76200">
            <a:solidFill>
              <a:srgbClr val="C00000"/>
            </a:solidFill>
          </a:ln>
          <a:effectDag xmlns:a="http://schemas.openxmlformats.org/drawingml/2006/main">
            <a:effect ref="fillLine"/>
            <a:blend blend="mult">
              <a:cont>
                <a:fill>
                  <a:solidFill>
                    <a:srgbClr val="FF0000"/>
                  </a:solidFill>
                </a:fill>
              </a:cont>
            </a:blend>
          </a:effectDag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/>
              <a:t>d9 text</a:t>
            </a:r>
          </a:p>
        </p:txBody>
      </p:sp>
    </p:spTree>
    <p:extLst>
      <p:ext uri="{BB962C8B-B14F-4D97-AF65-F5344CB8AC3E}">
        <p14:creationId xmlns:p14="http://schemas.microsoft.com/office/powerpoint/2010/main" val="2906884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0">
            <a:extLst>
              <a:ext uri="{FF2B5EF4-FFF2-40B4-BE49-F238E27FC236}">
                <a16:creationId xmlns:a16="http://schemas.microsoft.com/office/drawing/2014/main" id="{429D1CEC-7167-B2AC-0AC5-7563DA424EF5}"/>
              </a:ext>
            </a:extLst>
          </p:cNvPr>
          <p:cNvSpPr/>
          <p:nvPr/>
        </p:nvSpPr>
        <p:spPr>
          <a:xfrm>
            <a:off x="508000" y="1016000"/>
            <a:ext cx="1778000" cy="1397000"/>
          </a:xfrm>
          <a:prstGeom prst="rect">
            <a:avLst/>
          </a:prstGeom>
          <a:solidFill>
            <a:srgbClr val="0070C0"/>
          </a:solidFill>
          <a:ln w="76200">
            <a:solidFill>
              <a:srgbClr val="C00000"/>
            </a:solidFill>
          </a:ln>
          <a:effectDag xmlns:a="http://schemas.openxmlformats.org/drawingml/2006/main">
            <a:outerShdw blurRad="50800" dist="101600" dir="2700000" algn="tl" rotWithShape="0">
              <a:srgbClr val="000000">
                <a:alpha val="70000"/>
              </a:srgbClr>
            </a:outerShdw>
          </a:effectDag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/>
              <a:t>e0 text</a:t>
            </a:r>
          </a:p>
        </p:txBody>
      </p:sp>
      <p:sp>
        <p:nvSpPr>
          <p:cNvPr id="3" name="e1">
            <a:extLst>
              <a:ext uri="{FF2B5EF4-FFF2-40B4-BE49-F238E27FC236}">
                <a16:creationId xmlns:a16="http://schemas.microsoft.com/office/drawing/2014/main" id="{B4381F46-0AF1-9C0B-8625-642AB82EB38A}"/>
              </a:ext>
            </a:extLst>
          </p:cNvPr>
          <p:cNvSpPr/>
          <p:nvPr/>
        </p:nvSpPr>
        <p:spPr>
          <a:xfrm>
            <a:off x="2857500" y="1016000"/>
            <a:ext cx="1778000" cy="1397000"/>
          </a:xfrm>
          <a:prstGeom prst="rect">
            <a:avLst/>
          </a:prstGeom>
          <a:solidFill>
            <a:srgbClr val="0070C0"/>
          </a:solidFill>
          <a:ln w="76200">
            <a:solidFill>
              <a:srgbClr val="C00000"/>
            </a:solidFill>
          </a:ln>
          <a:effectDag xmlns:a="http://schemas.openxmlformats.org/drawingml/2006/main">
            <a:cont type="sib">
              <a:glow rad="101600">
                <a:srgbClr val="FF0000">
                  <a:alpha val="60000"/>
                </a:srgbClr>
              </a:glow>
              <a:reflection blurRad="6350" stA="50000" endA="300" endPos="55000" dir="5400000" sy="-100000" algn="bl" rotWithShape="0"/>
            </a:cont>
          </a:effectDag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/>
              <a:t>e1 text</a:t>
            </a:r>
          </a:p>
        </p:txBody>
      </p:sp>
      <p:sp>
        <p:nvSpPr>
          <p:cNvPr id="4" name="e2">
            <a:extLst>
              <a:ext uri="{FF2B5EF4-FFF2-40B4-BE49-F238E27FC236}">
                <a16:creationId xmlns:a16="http://schemas.microsoft.com/office/drawing/2014/main" id="{705CF12B-7DB3-0536-64EA-F618BAEF25CA}"/>
              </a:ext>
            </a:extLst>
          </p:cNvPr>
          <p:cNvSpPr/>
          <p:nvPr/>
        </p:nvSpPr>
        <p:spPr>
          <a:xfrm>
            <a:off x="5207000" y="1016000"/>
            <a:ext cx="1778000" cy="1397000"/>
          </a:xfrm>
          <a:prstGeom prst="rect">
            <a:avLst/>
          </a:prstGeom>
          <a:solidFill>
            <a:srgbClr val="0070C0"/>
          </a:solidFill>
          <a:ln w="76200">
            <a:solidFill>
              <a:srgbClr val="C00000"/>
            </a:solidFill>
          </a:ln>
          <a:effectDag xmlns:a="http://schemas.openxmlformats.org/drawingml/2006/main">
            <a:cont type="tree">
              <a:cont type="sib">
                <a:alphaOutset rad="38100"/>
                <a:fill>
                  <a:solidFill>
                    <a:srgbClr val="00B050"/>
                  </a:solidFill>
                </a:fill>
              </a:cont>
              <a:relOff tx="40000" ty="40000"/>
            </a:cont>
            <a:cont type="sib"/>
          </a:effectDag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/>
              <a:t>e2 text</a:t>
            </a:r>
          </a:p>
        </p:txBody>
      </p:sp>
      <p:sp>
        <p:nvSpPr>
          <p:cNvPr id="5" name="e3">
            <a:extLst>
              <a:ext uri="{FF2B5EF4-FFF2-40B4-BE49-F238E27FC236}">
                <a16:creationId xmlns:a16="http://schemas.microsoft.com/office/drawing/2014/main" id="{EC117101-27A1-33F8-5704-A3EEECF3CBA5}"/>
              </a:ext>
            </a:extLst>
          </p:cNvPr>
          <p:cNvSpPr/>
          <p:nvPr/>
        </p:nvSpPr>
        <p:spPr>
          <a:xfrm>
            <a:off x="7556500" y="1016000"/>
            <a:ext cx="1778000" cy="1397000"/>
          </a:xfrm>
          <a:prstGeom prst="rect">
            <a:avLst/>
          </a:prstGeom>
          <a:solidFill>
            <a:srgbClr val="0070C0"/>
          </a:solidFill>
          <a:ln w="76200">
            <a:solidFill>
              <a:srgbClr val="C00000"/>
            </a:solidFill>
          </a:ln>
          <a:effectDag xmlns:a="http://schemas.openxmlformats.org/drawingml/2006/main">
            <a:blend blend="over">
              <a:cont type="sib">
                <a:fill>
                  <a:solidFill>
                    <a:srgbClr val="FFC000"/>
                  </a:solidFill>
                </a:fill>
                <a:relOff tx="60000" ty="0"/>
              </a:cont>
            </a:blend>
          </a:effectDag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/>
              <a:t>e3 text</a:t>
            </a:r>
          </a:p>
        </p:txBody>
      </p:sp>
      <p:sp>
        <p:nvSpPr>
          <p:cNvPr id="6" name="e4">
            <a:extLst>
              <a:ext uri="{FF2B5EF4-FFF2-40B4-BE49-F238E27FC236}">
                <a16:creationId xmlns:a16="http://schemas.microsoft.com/office/drawing/2014/main" id="{3C65A7AA-F9DF-4078-1A40-0BCB4B72C640}"/>
              </a:ext>
            </a:extLst>
          </p:cNvPr>
          <p:cNvSpPr/>
          <p:nvPr/>
        </p:nvSpPr>
        <p:spPr>
          <a:xfrm>
            <a:off x="9906000" y="1016000"/>
            <a:ext cx="1778000" cy="1397000"/>
          </a:xfrm>
          <a:prstGeom prst="rect">
            <a:avLst/>
          </a:prstGeom>
          <a:solidFill>
            <a:srgbClr val="0070C0"/>
          </a:solidFill>
          <a:ln w="76200">
            <a:solidFill>
              <a:srgbClr val="C00000"/>
            </a:solidFill>
          </a:ln>
          <a:effectDag xmlns:a="http://schemas.openxmlformats.org/drawingml/2006/main">
            <a:glow rad="101600">
              <a:srgbClr val="FF0000">
                <a:alpha val="60000"/>
              </a:srgbClr>
            </a:glow>
            <a:effect ref="fillLine"/>
          </a:effectDag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/>
              <a:t>e4 text</a:t>
            </a:r>
          </a:p>
        </p:txBody>
      </p:sp>
      <p:sp>
        <p:nvSpPr>
          <p:cNvPr id="7" name="e5">
            <a:extLst>
              <a:ext uri="{FF2B5EF4-FFF2-40B4-BE49-F238E27FC236}">
                <a16:creationId xmlns:a16="http://schemas.microsoft.com/office/drawing/2014/main" id="{20592E8D-83FC-2404-85E2-2E3D083A4060}"/>
              </a:ext>
            </a:extLst>
          </p:cNvPr>
          <p:cNvSpPr/>
          <p:nvPr/>
        </p:nvSpPr>
        <p:spPr>
          <a:xfrm>
            <a:off x="508000" y="3937000"/>
            <a:ext cx="1778000" cy="1397000"/>
          </a:xfrm>
          <a:prstGeom prst="rect">
            <a:avLst/>
          </a:prstGeom>
          <a:solidFill>
            <a:srgbClr val="0070C0"/>
          </a:solidFill>
          <a:ln w="76200">
            <a:solidFill>
              <a:srgbClr val="C00000"/>
            </a:solidFill>
          </a:ln>
          <a:effectDag xmlns:a="http://schemas.openxmlformats.org/drawingml/2006/main">
            <a:cont type="tree">
              <a:effect ref="fillLine"/>
              <a:softEdge rad="127000"/>
            </a:cont>
          </a:effectDag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/>
              <a:t>e5 text</a:t>
            </a:r>
          </a:p>
        </p:txBody>
      </p:sp>
      <p:sp>
        <p:nvSpPr>
          <p:cNvPr id="8" name="e6">
            <a:extLst>
              <a:ext uri="{FF2B5EF4-FFF2-40B4-BE49-F238E27FC236}">
                <a16:creationId xmlns:a16="http://schemas.microsoft.com/office/drawing/2014/main" id="{4130F811-6AA0-DB50-FB01-76DAF687AE65}"/>
              </a:ext>
            </a:extLst>
          </p:cNvPr>
          <p:cNvSpPr/>
          <p:nvPr/>
        </p:nvSpPr>
        <p:spPr>
          <a:xfrm>
            <a:off x="2857500" y="3937000"/>
            <a:ext cx="1778000" cy="1397000"/>
          </a:xfrm>
          <a:prstGeom prst="rect">
            <a:avLst/>
          </a:prstGeom>
          <a:solidFill>
            <a:srgbClr val="0070C0"/>
          </a:solidFill>
          <a:ln w="76200">
            <a:solidFill>
              <a:srgbClr val="C00000"/>
            </a:solidFill>
          </a:ln>
          <a:effectDag xmlns:a="http://schemas.openxmlformats.org/drawingml/2006/main">
            <a:effect ref="fillLine"/>
            <a:innerShdw blurRad="63500" dist="50800" dir="13500000">
              <a:srgbClr val="000000">
                <a:alpha val="80000"/>
              </a:srgbClr>
            </a:innerShdw>
          </a:effectDag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/>
              <a:t>e6 text</a:t>
            </a:r>
          </a:p>
        </p:txBody>
      </p:sp>
      <p:sp>
        <p:nvSpPr>
          <p:cNvPr id="9" name="e7">
            <a:extLst>
              <a:ext uri="{FF2B5EF4-FFF2-40B4-BE49-F238E27FC236}">
                <a16:creationId xmlns:a16="http://schemas.microsoft.com/office/drawing/2014/main" id="{3F3BF047-9E49-B52A-EE3C-F2C218A8EBC1}"/>
              </a:ext>
            </a:extLst>
          </p:cNvPr>
          <p:cNvSpPr/>
          <p:nvPr/>
        </p:nvSpPr>
        <p:spPr>
          <a:xfrm>
            <a:off x="5207000" y="3937000"/>
            <a:ext cx="1778000" cy="1397000"/>
          </a:xfrm>
          <a:prstGeom prst="rect">
            <a:avLst/>
          </a:prstGeom>
          <a:solidFill>
            <a:srgbClr val="0070C0"/>
          </a:solidFill>
          <a:ln w="76200">
            <a:solidFill>
              <a:srgbClr val="C00000"/>
            </a:solidFill>
          </a:ln>
          <a:effectDag xmlns:a="http://schemas.openxmlformats.org/drawingml/2006/main">
            <a:cont name="gray" type="tree">
              <a:effect ref="fillLine"/>
              <a:grayscl/>
            </a:cont>
            <a:cont type="tree">
              <a:effect ref="gray"/>
              <a:relOff tx="0" ty="60000"/>
            </a:cont>
          </a:effectDag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/>
              <a:t>e7 text</a:t>
            </a:r>
          </a:p>
        </p:txBody>
      </p:sp>
      <p:sp>
        <p:nvSpPr>
          <p:cNvPr id="10" name="e8">
            <a:extLst>
              <a:ext uri="{FF2B5EF4-FFF2-40B4-BE49-F238E27FC236}">
                <a16:creationId xmlns:a16="http://schemas.microsoft.com/office/drawing/2014/main" id="{C0043FE5-708D-5A4F-45AE-2FA1EF038DDF}"/>
              </a:ext>
            </a:extLst>
          </p:cNvPr>
          <p:cNvSpPr/>
          <p:nvPr/>
        </p:nvSpPr>
        <p:spPr>
          <a:xfrm>
            <a:off x="7556500" y="3937000"/>
            <a:ext cx="1778000" cy="1397000"/>
          </a:xfrm>
          <a:prstGeom prst="rect">
            <a:avLst/>
          </a:prstGeom>
          <a:solidFill>
            <a:srgbClr val="0070C0"/>
          </a:solidFill>
          <a:ln w="76200">
            <a:solidFill>
              <a:srgbClr val="C00000"/>
            </a:solidFill>
          </a:ln>
          <a:effectDag xmlns:a="http://schemas.openxmlformats.org/drawingml/2006/main">
            <a:cont type="tree">
              <a:effect ref="fillLine"/>
              <a:fill>
                <a:gradFill>
                  <a:gsLst>
                    <a:gs pos="0">
                      <a:srgbClr val="FFC000"/>
                    </a:gs>
                    <a:gs pos="100000">
                      <a:srgbClr val="7030A0"/>
                    </a:gs>
                  </a:gsLst>
                  <a:lin ang="0" scaled="0"/>
                </a:gradFill>
              </a:fill>
            </a:cont>
          </a:effectDag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/>
              <a:t>e8 text</a:t>
            </a:r>
          </a:p>
        </p:txBody>
      </p:sp>
      <p:sp>
        <p:nvSpPr>
          <p:cNvPr id="11" name="e9">
            <a:extLst>
              <a:ext uri="{FF2B5EF4-FFF2-40B4-BE49-F238E27FC236}">
                <a16:creationId xmlns:a16="http://schemas.microsoft.com/office/drawing/2014/main" id="{28BC4DEC-1AAF-BD67-DB61-95AAA244E568}"/>
              </a:ext>
            </a:extLst>
          </p:cNvPr>
          <p:cNvSpPr/>
          <p:nvPr/>
        </p:nvSpPr>
        <p:spPr>
          <a:xfrm>
            <a:off x="9906000" y="3937000"/>
            <a:ext cx="1778000" cy="1397000"/>
          </a:xfrm>
          <a:prstGeom prst="rect">
            <a:avLst/>
          </a:prstGeom>
          <a:solidFill>
            <a:srgbClr val="0070C0"/>
          </a:solidFill>
          <a:ln w="76200">
            <a:solidFill>
              <a:srgbClr val="C00000"/>
            </a:solidFill>
          </a:ln>
          <a:effectDag xmlns:a="http://schemas.openxmlformats.org/drawingml/2006/main">
            <a:effect ref="fillLine"/>
            <a:fillOverlay blend="mult">
              <a:solidFill>
                <a:srgbClr val="FFFF00"/>
              </a:solidFill>
            </a:fillOverlay>
          </a:effectDag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/>
              <a:t>e9 text</a:t>
            </a:r>
          </a:p>
        </p:txBody>
      </p:sp>
    </p:spTree>
    <p:extLst>
      <p:ext uri="{BB962C8B-B14F-4D97-AF65-F5344CB8AC3E}">
        <p14:creationId xmlns:p14="http://schemas.microsoft.com/office/powerpoint/2010/main" val="2633888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</Words>
  <Application>Microsoft Office PowerPoint</Application>
  <PresentationFormat>Benutzerdefiniert</PresentationFormat>
  <Paragraphs>20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Fidelity generator</dc:creator>
  <cp:lastModifiedBy>Fidelity generator</cp:lastModifiedBy>
  <cp:revision>1</cp:revision>
  <dcterms:created xsi:type="dcterms:W3CDTF">2026-10-08T21:12:04Z</dcterms:created>
  <dcterms:modified xsi:type="dcterms:W3CDTF">2026-10-08T21:12:04Z</dcterms:modified>
</cp:coreProperties>
</file>