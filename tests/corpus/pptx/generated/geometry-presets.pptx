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A88000-EE4A-18BF-8DAB-30A6609BA5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B87C7570-F7B4-5426-B2F8-7027FD2072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7A8B75-F540-B60A-942A-B70DBED80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F466D-0CBC-4E3B-8B04-063A178DA052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1F9686B-E8FA-B1B6-3F6E-AE014DD61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CF6A71F-D2DF-5087-D43F-467CFC1E1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00F45D-680B-4BE6-9105-0A5FC8F8FA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248469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BB29420-FE23-72CC-6F96-C051A9041E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63006AF-2FA1-7841-DE94-B707968D49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16BF34F-9C75-7C26-8AE0-660A64771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F466D-0CBC-4E3B-8B04-063A178DA052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0928B2E-F53E-1353-117E-73E421B49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DD37E8C-CA3F-9CC6-C358-1190FC06D1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00F45D-680B-4BE6-9105-0A5FC8F8FA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123273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BB75AB-595B-C3F7-1567-7E531AE720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C147261-9225-57CD-60FE-C2812B899A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B02EA2E-7383-D8D6-B534-2C0C1FB9C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F466D-0CBC-4E3B-8B04-063A178DA052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F204866-5DFB-B6C0-C021-85A20D2233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77BA66B-733D-A10F-EB4C-E0B7F4A19B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00F45D-680B-4BE6-9105-0A5FC8F8FA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513823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32C709-C455-E00C-809F-B4B755B567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045C5BC-1B8A-EDD0-65C6-5AF89C2AB7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54B79C2C-5A52-7A84-A427-B2BD3A4D80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56F74F77-67E6-FC5D-BBBF-855A01D64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F466D-0CBC-4E3B-8B04-063A178DA052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A53F0E9-C433-56F1-E8AD-8904DE408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E45FEEFF-2F5F-0FED-CDE5-6CDD783817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00F45D-680B-4BE6-9105-0A5FC8F8FA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9284410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10D47B-8E8C-F109-618A-3CBBAEB148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10068881-CF71-5946-06B3-03B9E42B6F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57B4BCD-428E-7CDC-B42F-2CBC9092B0B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2695AAD6-DF1A-DA0A-03FA-482CDF52A51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6E3FB55A-F7BB-81C8-97AC-BD2BFB884F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34368FE-E958-2DDD-454E-ADA43E5F4F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F466D-0CBC-4E3B-8B04-063A178DA052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C5EA7B27-4B2B-9D04-D6FE-A9C804241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A5275B8-59FC-BC73-5183-ABC854E023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00F45D-680B-4BE6-9105-0A5FC8F8FA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865041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53EA2E-77EB-DA04-40EC-45C5B362D5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42E923E2-538C-7BE5-E20E-286C3EABEE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F466D-0CBC-4E3B-8B04-063A178DA052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FF56655-1E54-8D4A-9BE0-F86D45356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E9E9FBE-483D-3BF3-9C10-01B4563D05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00F45D-680B-4BE6-9105-0A5FC8F8FA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221289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8CA1326F-B53D-6AC0-1E8D-4C0E699D1A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F466D-0CBC-4E3B-8B04-063A178DA052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836822DA-4C2C-177D-389B-A8FD536F6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94596691-6DAD-F8AF-9E48-74B4F7EBF4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00F45D-680B-4BE6-9105-0A5FC8F8FA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405520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ECBCD6-5F80-5B40-EB11-3E863B07DE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7313EA6-2F04-8F5A-9160-55CFDA42E8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317878FA-6FC8-5300-D722-EB4E2040F4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E9AE0E2-8E52-AB79-AE04-90EEE54B7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F466D-0CBC-4E3B-8B04-063A178DA052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39D783F-45B5-48A3-569B-13E6A9B0AF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6477420-111A-2F24-A92F-C93F7EDED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00F45D-680B-4BE6-9105-0A5FC8F8FA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64524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50F7FD1-2965-AB3F-90F8-1B021CD6A3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C8F33682-5FA2-F844-C900-399BEAB774F2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98F9E45-3056-1BB1-2D6D-31F32373D1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723A0CBC-2B63-0715-075D-4B7B56191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F466D-0CBC-4E3B-8B04-063A178DA052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2A2B1D4-5C31-C289-2D27-86FA98CAE0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F03463CC-D22B-9B7C-62F7-CF72FF2CC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00F45D-680B-4BE6-9105-0A5FC8F8FA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707690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076BCE-D910-9FD0-177B-9A20D5556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A2FBBEA-22E3-39FE-CBDC-11EDFF913C6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0A33FD5-9359-5FE1-4F03-AC9FA11008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F466D-0CBC-4E3B-8B04-063A178DA052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DE80884-4EBA-86BC-0F83-30B2E3B7C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C70EDC5-C3BD-E007-2234-D11609F68A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00F45D-680B-4BE6-9105-0A5FC8F8FA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383680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CBB90D0A-2BDD-D403-8FD5-F23962C384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C4950B5A-F59A-AB6D-657A-A8FFB3DCCA5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9FDC375-ADDC-F532-284D-D3BB318D35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2F466D-0CBC-4E3B-8B04-063A178DA052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E845069-BA4D-593C-3589-9B492B3D0C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E0D3A35-C0D1-AD6D-23DE-7C619D462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00F45D-680B-4BE6-9105-0A5FC8F8FA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489547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3E1BE9E2-E796-16C4-A7FF-FAC1D923D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16B4DC3-54D1-54A7-396F-601BDE7604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6C16C56-F627-0E20-3C59-99B2D2C2D3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2F466D-0CBC-4E3B-8B04-063A178DA052}" type="datetimeFigureOut">
              <a:rPr lang="de-DE" smtClean="0"/>
              <a:t>08.10.2026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67694C4-23A5-60E8-92C2-87D673D0B49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95A05EE-ECE5-2B99-3136-0AAC6DB195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00F45D-680B-4BE6-9105-0A5FC8F8FA2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949007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1">
            <a:extLst>
              <a:ext uri="{FF2B5EF4-FFF2-40B4-BE49-F238E27FC236}">
                <a16:creationId xmlns:a16="http://schemas.microsoft.com/office/drawing/2014/main" id="{3A137CE8-B2E9-FF51-8567-16EE8001EE07}"/>
              </a:ext>
            </a:extLst>
          </p:cNvPr>
          <p:cNvSpPr/>
          <p:nvPr/>
        </p:nvSpPr>
        <p:spPr>
          <a:xfrm>
            <a:off x="381000" y="254000"/>
            <a:ext cx="1270000" cy="12065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AutoShape 2">
            <a:extLst>
              <a:ext uri="{FF2B5EF4-FFF2-40B4-BE49-F238E27FC236}">
                <a16:creationId xmlns:a16="http://schemas.microsoft.com/office/drawing/2014/main" id="{0E7E7412-4B36-20DC-9F88-331052FEB65B}"/>
              </a:ext>
            </a:extLst>
          </p:cNvPr>
          <p:cNvSpPr/>
          <p:nvPr/>
        </p:nvSpPr>
        <p:spPr>
          <a:xfrm>
            <a:off x="2413000" y="254000"/>
            <a:ext cx="1270000" cy="1206500"/>
          </a:xfrm>
          <a:prstGeom prst="parallelogram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AutoShape 3">
            <a:extLst>
              <a:ext uri="{FF2B5EF4-FFF2-40B4-BE49-F238E27FC236}">
                <a16:creationId xmlns:a16="http://schemas.microsoft.com/office/drawing/2014/main" id="{BD5B8599-F469-A276-031D-DD34DEC65DEB}"/>
              </a:ext>
            </a:extLst>
          </p:cNvPr>
          <p:cNvSpPr/>
          <p:nvPr/>
        </p:nvSpPr>
        <p:spPr>
          <a:xfrm>
            <a:off x="4445000" y="254000"/>
            <a:ext cx="1270000" cy="1206500"/>
          </a:xfrm>
          <a:prstGeom prst="trapezoi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utoShape 4">
            <a:extLst>
              <a:ext uri="{FF2B5EF4-FFF2-40B4-BE49-F238E27FC236}">
                <a16:creationId xmlns:a16="http://schemas.microsoft.com/office/drawing/2014/main" id="{CD2E11C4-E156-59BB-7420-FAC51B825A4D}"/>
              </a:ext>
            </a:extLst>
          </p:cNvPr>
          <p:cNvSpPr/>
          <p:nvPr/>
        </p:nvSpPr>
        <p:spPr>
          <a:xfrm>
            <a:off x="6477000" y="254000"/>
            <a:ext cx="1270000" cy="1206500"/>
          </a:xfrm>
          <a:prstGeom prst="diamon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utoShape 5">
            <a:extLst>
              <a:ext uri="{FF2B5EF4-FFF2-40B4-BE49-F238E27FC236}">
                <a16:creationId xmlns:a16="http://schemas.microsoft.com/office/drawing/2014/main" id="{BBFC002A-4B52-76EA-C529-FFA284F20CC1}"/>
              </a:ext>
            </a:extLst>
          </p:cNvPr>
          <p:cNvSpPr/>
          <p:nvPr/>
        </p:nvSpPr>
        <p:spPr>
          <a:xfrm>
            <a:off x="8509000" y="254000"/>
            <a:ext cx="1270000" cy="12065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AutoShape 6">
            <a:extLst>
              <a:ext uri="{FF2B5EF4-FFF2-40B4-BE49-F238E27FC236}">
                <a16:creationId xmlns:a16="http://schemas.microsoft.com/office/drawing/2014/main" id="{9D286DF4-66F5-1328-2C0A-F8903FDA87C9}"/>
              </a:ext>
            </a:extLst>
          </p:cNvPr>
          <p:cNvSpPr/>
          <p:nvPr/>
        </p:nvSpPr>
        <p:spPr>
          <a:xfrm>
            <a:off x="10541000" y="254000"/>
            <a:ext cx="1270000" cy="1206500"/>
          </a:xfrm>
          <a:prstGeom prst="oct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utoShape 7">
            <a:extLst>
              <a:ext uri="{FF2B5EF4-FFF2-40B4-BE49-F238E27FC236}">
                <a16:creationId xmlns:a16="http://schemas.microsoft.com/office/drawing/2014/main" id="{C9FC56E4-852D-5A02-2BC6-4E72B5B59B9B}"/>
              </a:ext>
            </a:extLst>
          </p:cNvPr>
          <p:cNvSpPr/>
          <p:nvPr/>
        </p:nvSpPr>
        <p:spPr>
          <a:xfrm>
            <a:off x="381000" y="1968500"/>
            <a:ext cx="1270000" cy="1206500"/>
          </a:xfrm>
          <a:prstGeom prst="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utoShape 8">
            <a:extLst>
              <a:ext uri="{FF2B5EF4-FFF2-40B4-BE49-F238E27FC236}">
                <a16:creationId xmlns:a16="http://schemas.microsoft.com/office/drawing/2014/main" id="{B030FF22-E717-115B-AD37-BAB00D2B2C8C}"/>
              </a:ext>
            </a:extLst>
          </p:cNvPr>
          <p:cNvSpPr/>
          <p:nvPr/>
        </p:nvSpPr>
        <p:spPr>
          <a:xfrm>
            <a:off x="2413000" y="1968500"/>
            <a:ext cx="1270000" cy="1206500"/>
          </a:xfrm>
          <a:prstGeom prst="rtTriangl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utoShape 9">
            <a:extLst>
              <a:ext uri="{FF2B5EF4-FFF2-40B4-BE49-F238E27FC236}">
                <a16:creationId xmlns:a16="http://schemas.microsoft.com/office/drawing/2014/main" id="{E62DA990-98CD-CA26-6DDA-3BDBC13C2B6C}"/>
              </a:ext>
            </a:extLst>
          </p:cNvPr>
          <p:cNvSpPr/>
          <p:nvPr/>
        </p:nvSpPr>
        <p:spPr>
          <a:xfrm>
            <a:off x="4445000" y="1968500"/>
            <a:ext cx="1270000" cy="12065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10">
            <a:extLst>
              <a:ext uri="{FF2B5EF4-FFF2-40B4-BE49-F238E27FC236}">
                <a16:creationId xmlns:a16="http://schemas.microsoft.com/office/drawing/2014/main" id="{E7B4F9B2-C359-9ECA-B1B6-CAADF60E64F6}"/>
              </a:ext>
            </a:extLst>
          </p:cNvPr>
          <p:cNvSpPr/>
          <p:nvPr/>
        </p:nvSpPr>
        <p:spPr>
          <a:xfrm>
            <a:off x="6477000" y="1968500"/>
            <a:ext cx="1270000" cy="1206500"/>
          </a:xfrm>
          <a:prstGeom prst="hex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AutoShape 11">
            <a:extLst>
              <a:ext uri="{FF2B5EF4-FFF2-40B4-BE49-F238E27FC236}">
                <a16:creationId xmlns:a16="http://schemas.microsoft.com/office/drawing/2014/main" id="{1F1623DF-051A-B4FF-4C09-ED911F832C5D}"/>
              </a:ext>
            </a:extLst>
          </p:cNvPr>
          <p:cNvSpPr/>
          <p:nvPr/>
        </p:nvSpPr>
        <p:spPr>
          <a:xfrm>
            <a:off x="8509000" y="1968500"/>
            <a:ext cx="1270000" cy="1206500"/>
          </a:xfrm>
          <a:prstGeom prst="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utoShape 12">
            <a:extLst>
              <a:ext uri="{FF2B5EF4-FFF2-40B4-BE49-F238E27FC236}">
                <a16:creationId xmlns:a16="http://schemas.microsoft.com/office/drawing/2014/main" id="{ECA53F64-A4FC-D064-91F8-A429450CB50C}"/>
              </a:ext>
            </a:extLst>
          </p:cNvPr>
          <p:cNvSpPr/>
          <p:nvPr/>
        </p:nvSpPr>
        <p:spPr>
          <a:xfrm>
            <a:off x="10541000" y="1968500"/>
            <a:ext cx="1270000" cy="1206500"/>
          </a:xfrm>
          <a:prstGeom prst="pent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AutoShape 13">
            <a:extLst>
              <a:ext uri="{FF2B5EF4-FFF2-40B4-BE49-F238E27FC236}">
                <a16:creationId xmlns:a16="http://schemas.microsoft.com/office/drawing/2014/main" id="{8D04840A-BE3B-E182-ABDE-D9F03312D948}"/>
              </a:ext>
            </a:extLst>
          </p:cNvPr>
          <p:cNvSpPr/>
          <p:nvPr/>
        </p:nvSpPr>
        <p:spPr>
          <a:xfrm>
            <a:off x="381000" y="3683000"/>
            <a:ext cx="1270000" cy="1206500"/>
          </a:xfrm>
          <a:prstGeom prst="ca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utoShape 14">
            <a:extLst>
              <a:ext uri="{FF2B5EF4-FFF2-40B4-BE49-F238E27FC236}">
                <a16:creationId xmlns:a16="http://schemas.microsoft.com/office/drawing/2014/main" id="{2D9A598B-8800-225A-CA4E-6097CF7FA854}"/>
              </a:ext>
            </a:extLst>
          </p:cNvPr>
          <p:cNvSpPr/>
          <p:nvPr/>
        </p:nvSpPr>
        <p:spPr>
          <a:xfrm>
            <a:off x="2413000" y="3683000"/>
            <a:ext cx="1270000" cy="1206500"/>
          </a:xfrm>
          <a:prstGeom prst="cub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AutoShape 15">
            <a:extLst>
              <a:ext uri="{FF2B5EF4-FFF2-40B4-BE49-F238E27FC236}">
                <a16:creationId xmlns:a16="http://schemas.microsoft.com/office/drawing/2014/main" id="{38E47949-783B-7E25-3982-FD950B2E5186}"/>
              </a:ext>
            </a:extLst>
          </p:cNvPr>
          <p:cNvSpPr/>
          <p:nvPr/>
        </p:nvSpPr>
        <p:spPr>
          <a:xfrm>
            <a:off x="4445000" y="3683000"/>
            <a:ext cx="1270000" cy="1206500"/>
          </a:xfrm>
          <a:prstGeom prst="beve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utoShape 16">
            <a:extLst>
              <a:ext uri="{FF2B5EF4-FFF2-40B4-BE49-F238E27FC236}">
                <a16:creationId xmlns:a16="http://schemas.microsoft.com/office/drawing/2014/main" id="{8F532036-9687-D0B5-16EA-5F849EC01182}"/>
              </a:ext>
            </a:extLst>
          </p:cNvPr>
          <p:cNvSpPr/>
          <p:nvPr/>
        </p:nvSpPr>
        <p:spPr>
          <a:xfrm>
            <a:off x="6477000" y="3683000"/>
            <a:ext cx="1270000" cy="1206500"/>
          </a:xfrm>
          <a:prstGeom prst="foldedCorne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AutoShape 17">
            <a:extLst>
              <a:ext uri="{FF2B5EF4-FFF2-40B4-BE49-F238E27FC236}">
                <a16:creationId xmlns:a16="http://schemas.microsoft.com/office/drawing/2014/main" id="{970BB6D9-541D-F88D-4B2D-227FCD0B241E}"/>
              </a:ext>
            </a:extLst>
          </p:cNvPr>
          <p:cNvSpPr/>
          <p:nvPr/>
        </p:nvSpPr>
        <p:spPr>
          <a:xfrm>
            <a:off x="8509000" y="3683000"/>
            <a:ext cx="1270000" cy="1206500"/>
          </a:xfrm>
          <a:prstGeom prst="smileyFac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AutoShape 18">
            <a:extLst>
              <a:ext uri="{FF2B5EF4-FFF2-40B4-BE49-F238E27FC236}">
                <a16:creationId xmlns:a16="http://schemas.microsoft.com/office/drawing/2014/main" id="{67EB9F44-4B8B-9521-7E17-581C11219ED5}"/>
              </a:ext>
            </a:extLst>
          </p:cNvPr>
          <p:cNvSpPr/>
          <p:nvPr/>
        </p:nvSpPr>
        <p:spPr>
          <a:xfrm>
            <a:off x="10541000" y="3683000"/>
            <a:ext cx="1270000" cy="1206500"/>
          </a:xfrm>
          <a:prstGeom prst="don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0" name="AutoShape 19">
            <a:extLst>
              <a:ext uri="{FF2B5EF4-FFF2-40B4-BE49-F238E27FC236}">
                <a16:creationId xmlns:a16="http://schemas.microsoft.com/office/drawing/2014/main" id="{02EC5340-D6EA-2E3E-B849-4F8142B4D4DB}"/>
              </a:ext>
            </a:extLst>
          </p:cNvPr>
          <p:cNvSpPr/>
          <p:nvPr/>
        </p:nvSpPr>
        <p:spPr>
          <a:xfrm>
            <a:off x="381000" y="5397500"/>
            <a:ext cx="1270000" cy="1206500"/>
          </a:xfrm>
          <a:prstGeom prst="noSmok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1" name="AutoShape 20">
            <a:extLst>
              <a:ext uri="{FF2B5EF4-FFF2-40B4-BE49-F238E27FC236}">
                <a16:creationId xmlns:a16="http://schemas.microsoft.com/office/drawing/2014/main" id="{29A9C3AA-87C2-D2DD-E259-3321926A5539}"/>
              </a:ext>
            </a:extLst>
          </p:cNvPr>
          <p:cNvSpPr/>
          <p:nvPr/>
        </p:nvSpPr>
        <p:spPr>
          <a:xfrm>
            <a:off x="2413000" y="5397500"/>
            <a:ext cx="1270000" cy="1206500"/>
          </a:xfrm>
          <a:prstGeom prst="blockArc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2" name="AutoShape 21">
            <a:extLst>
              <a:ext uri="{FF2B5EF4-FFF2-40B4-BE49-F238E27FC236}">
                <a16:creationId xmlns:a16="http://schemas.microsoft.com/office/drawing/2014/main" id="{7D1E513D-4A7D-4C03-8F54-B268C085A4D2}"/>
              </a:ext>
            </a:extLst>
          </p:cNvPr>
          <p:cNvSpPr/>
          <p:nvPr/>
        </p:nvSpPr>
        <p:spPr>
          <a:xfrm>
            <a:off x="4445000" y="5397500"/>
            <a:ext cx="1270000" cy="1206500"/>
          </a:xfrm>
          <a:prstGeom prst="hea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AutoShape 22">
            <a:extLst>
              <a:ext uri="{FF2B5EF4-FFF2-40B4-BE49-F238E27FC236}">
                <a16:creationId xmlns:a16="http://schemas.microsoft.com/office/drawing/2014/main" id="{21A21314-10E3-C6BD-2643-199FB2E599DE}"/>
              </a:ext>
            </a:extLst>
          </p:cNvPr>
          <p:cNvSpPr/>
          <p:nvPr/>
        </p:nvSpPr>
        <p:spPr>
          <a:xfrm>
            <a:off x="6477000" y="5397500"/>
            <a:ext cx="1270000" cy="1206500"/>
          </a:xfrm>
          <a:prstGeom prst="lightningBol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AutoShape 23">
            <a:extLst>
              <a:ext uri="{FF2B5EF4-FFF2-40B4-BE49-F238E27FC236}">
                <a16:creationId xmlns:a16="http://schemas.microsoft.com/office/drawing/2014/main" id="{A4587D23-964E-162F-CBCC-0BF78415A538}"/>
              </a:ext>
            </a:extLst>
          </p:cNvPr>
          <p:cNvSpPr/>
          <p:nvPr/>
        </p:nvSpPr>
        <p:spPr>
          <a:xfrm>
            <a:off x="8509000" y="5397500"/>
            <a:ext cx="1270000" cy="1206500"/>
          </a:xfrm>
          <a:prstGeom prst="su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AutoShape 24">
            <a:extLst>
              <a:ext uri="{FF2B5EF4-FFF2-40B4-BE49-F238E27FC236}">
                <a16:creationId xmlns:a16="http://schemas.microsoft.com/office/drawing/2014/main" id="{2762BB1C-7684-C1C1-AE6E-4697B1A93B9B}"/>
              </a:ext>
            </a:extLst>
          </p:cNvPr>
          <p:cNvSpPr/>
          <p:nvPr/>
        </p:nvSpPr>
        <p:spPr>
          <a:xfrm>
            <a:off x="10541000" y="5397500"/>
            <a:ext cx="1270000" cy="1206500"/>
          </a:xfrm>
          <a:prstGeom prst="mo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9193670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5">
            <a:extLst>
              <a:ext uri="{FF2B5EF4-FFF2-40B4-BE49-F238E27FC236}">
                <a16:creationId xmlns:a16="http://schemas.microsoft.com/office/drawing/2014/main" id="{91E52100-CCAE-CF0B-7559-E3CE293B0E05}"/>
              </a:ext>
            </a:extLst>
          </p:cNvPr>
          <p:cNvSpPr/>
          <p:nvPr/>
        </p:nvSpPr>
        <p:spPr>
          <a:xfrm>
            <a:off x="-889000" y="254000"/>
            <a:ext cx="2540000" cy="2413000"/>
          </a:xfrm>
          <a:prstGeom prst="arc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AutoShape 26">
            <a:extLst>
              <a:ext uri="{FF2B5EF4-FFF2-40B4-BE49-F238E27FC236}">
                <a16:creationId xmlns:a16="http://schemas.microsoft.com/office/drawing/2014/main" id="{030AB5FD-B1A9-7C2B-A950-65A9D06A773D}"/>
              </a:ext>
            </a:extLst>
          </p:cNvPr>
          <p:cNvSpPr/>
          <p:nvPr/>
        </p:nvSpPr>
        <p:spPr>
          <a:xfrm>
            <a:off x="2413000" y="254000"/>
            <a:ext cx="1270000" cy="1206500"/>
          </a:xfrm>
          <a:prstGeom prst="bracketPair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AutoShape 27">
            <a:extLst>
              <a:ext uri="{FF2B5EF4-FFF2-40B4-BE49-F238E27FC236}">
                <a16:creationId xmlns:a16="http://schemas.microsoft.com/office/drawing/2014/main" id="{A85A039A-757D-2B17-3783-390D3F30D2A8}"/>
              </a:ext>
            </a:extLst>
          </p:cNvPr>
          <p:cNvSpPr/>
          <p:nvPr/>
        </p:nvSpPr>
        <p:spPr>
          <a:xfrm>
            <a:off x="4445000" y="254000"/>
            <a:ext cx="1270000" cy="1206500"/>
          </a:xfrm>
          <a:prstGeom prst="bracePair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utoShape 28">
            <a:extLst>
              <a:ext uri="{FF2B5EF4-FFF2-40B4-BE49-F238E27FC236}">
                <a16:creationId xmlns:a16="http://schemas.microsoft.com/office/drawing/2014/main" id="{EF4EB68C-D205-8C8C-AFDF-7B10FECA9112}"/>
              </a:ext>
            </a:extLst>
          </p:cNvPr>
          <p:cNvSpPr/>
          <p:nvPr/>
        </p:nvSpPr>
        <p:spPr>
          <a:xfrm>
            <a:off x="6477000" y="254000"/>
            <a:ext cx="1270000" cy="1206500"/>
          </a:xfrm>
          <a:prstGeom prst="plaqu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utoShape 29">
            <a:extLst>
              <a:ext uri="{FF2B5EF4-FFF2-40B4-BE49-F238E27FC236}">
                <a16:creationId xmlns:a16="http://schemas.microsoft.com/office/drawing/2014/main" id="{F15C0FC5-5886-C63F-5A00-B17106305495}"/>
              </a:ext>
            </a:extLst>
          </p:cNvPr>
          <p:cNvSpPr/>
          <p:nvPr/>
        </p:nvSpPr>
        <p:spPr>
          <a:xfrm>
            <a:off x="8509000" y="254000"/>
            <a:ext cx="1270000" cy="1206500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AutoShape 30">
            <a:extLst>
              <a:ext uri="{FF2B5EF4-FFF2-40B4-BE49-F238E27FC236}">
                <a16:creationId xmlns:a16="http://schemas.microsoft.com/office/drawing/2014/main" id="{2BE5CFC4-9E31-09C9-AD0C-E2B37E868A32}"/>
              </a:ext>
            </a:extLst>
          </p:cNvPr>
          <p:cNvSpPr/>
          <p:nvPr/>
        </p:nvSpPr>
        <p:spPr>
          <a:xfrm>
            <a:off x="10541000" y="254000"/>
            <a:ext cx="1270000" cy="1206500"/>
          </a:xfrm>
          <a:prstGeom prst="righ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utoShape 31">
            <a:extLst>
              <a:ext uri="{FF2B5EF4-FFF2-40B4-BE49-F238E27FC236}">
                <a16:creationId xmlns:a16="http://schemas.microsoft.com/office/drawing/2014/main" id="{40BFD30B-7E43-2FBE-9B83-CB47BBBA75E6}"/>
              </a:ext>
            </a:extLst>
          </p:cNvPr>
          <p:cNvSpPr/>
          <p:nvPr/>
        </p:nvSpPr>
        <p:spPr>
          <a:xfrm>
            <a:off x="381000" y="1968500"/>
            <a:ext cx="1270000" cy="1206500"/>
          </a:xfrm>
          <a:prstGeom prst="lef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utoShape 32">
            <a:extLst>
              <a:ext uri="{FF2B5EF4-FFF2-40B4-BE49-F238E27FC236}">
                <a16:creationId xmlns:a16="http://schemas.microsoft.com/office/drawing/2014/main" id="{A68A7A94-E7FC-1D63-97E7-B8372B5B8779}"/>
              </a:ext>
            </a:extLst>
          </p:cNvPr>
          <p:cNvSpPr/>
          <p:nvPr/>
        </p:nvSpPr>
        <p:spPr>
          <a:xfrm>
            <a:off x="2413000" y="1968500"/>
            <a:ext cx="1270000" cy="120650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utoShape 33">
            <a:extLst>
              <a:ext uri="{FF2B5EF4-FFF2-40B4-BE49-F238E27FC236}">
                <a16:creationId xmlns:a16="http://schemas.microsoft.com/office/drawing/2014/main" id="{85BFD655-F076-11BA-581F-DCC1BC8A5568}"/>
              </a:ext>
            </a:extLst>
          </p:cNvPr>
          <p:cNvSpPr/>
          <p:nvPr/>
        </p:nvSpPr>
        <p:spPr>
          <a:xfrm>
            <a:off x="4445000" y="1968500"/>
            <a:ext cx="1270000" cy="120650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34">
            <a:extLst>
              <a:ext uri="{FF2B5EF4-FFF2-40B4-BE49-F238E27FC236}">
                <a16:creationId xmlns:a16="http://schemas.microsoft.com/office/drawing/2014/main" id="{3B296182-E8B7-B1C3-BBD9-6D3D79811981}"/>
              </a:ext>
            </a:extLst>
          </p:cNvPr>
          <p:cNvSpPr/>
          <p:nvPr/>
        </p:nvSpPr>
        <p:spPr>
          <a:xfrm>
            <a:off x="6477000" y="1968500"/>
            <a:ext cx="1270000" cy="1206500"/>
          </a:xfrm>
          <a:prstGeom prst="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AutoShape 35">
            <a:extLst>
              <a:ext uri="{FF2B5EF4-FFF2-40B4-BE49-F238E27FC236}">
                <a16:creationId xmlns:a16="http://schemas.microsoft.com/office/drawing/2014/main" id="{00138495-ACB5-9310-AAAE-534539F15D1C}"/>
              </a:ext>
            </a:extLst>
          </p:cNvPr>
          <p:cNvSpPr/>
          <p:nvPr/>
        </p:nvSpPr>
        <p:spPr>
          <a:xfrm>
            <a:off x="8509000" y="1968500"/>
            <a:ext cx="1270000" cy="1206500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utoShape 36">
            <a:extLst>
              <a:ext uri="{FF2B5EF4-FFF2-40B4-BE49-F238E27FC236}">
                <a16:creationId xmlns:a16="http://schemas.microsoft.com/office/drawing/2014/main" id="{C415BA45-9A9D-BAFA-FD26-60EC28D9FD99}"/>
              </a:ext>
            </a:extLst>
          </p:cNvPr>
          <p:cNvSpPr/>
          <p:nvPr/>
        </p:nvSpPr>
        <p:spPr>
          <a:xfrm>
            <a:off x="10541000" y="1968500"/>
            <a:ext cx="1270000" cy="12065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AutoShape 37">
            <a:extLst>
              <a:ext uri="{FF2B5EF4-FFF2-40B4-BE49-F238E27FC236}">
                <a16:creationId xmlns:a16="http://schemas.microsoft.com/office/drawing/2014/main" id="{5C3C35C8-F0DB-B914-268A-CBB6E68E24A2}"/>
              </a:ext>
            </a:extLst>
          </p:cNvPr>
          <p:cNvSpPr/>
          <p:nvPr/>
        </p:nvSpPr>
        <p:spPr>
          <a:xfrm>
            <a:off x="381000" y="3683000"/>
            <a:ext cx="1270000" cy="120650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utoShape 38">
            <a:extLst>
              <a:ext uri="{FF2B5EF4-FFF2-40B4-BE49-F238E27FC236}">
                <a16:creationId xmlns:a16="http://schemas.microsoft.com/office/drawing/2014/main" id="{9947646D-BC90-653B-4EFE-9D677CA922D7}"/>
              </a:ext>
            </a:extLst>
          </p:cNvPr>
          <p:cNvSpPr/>
          <p:nvPr/>
        </p:nvSpPr>
        <p:spPr>
          <a:xfrm>
            <a:off x="2413000" y="3683000"/>
            <a:ext cx="1270000" cy="1206500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AutoShape 39">
            <a:extLst>
              <a:ext uri="{FF2B5EF4-FFF2-40B4-BE49-F238E27FC236}">
                <a16:creationId xmlns:a16="http://schemas.microsoft.com/office/drawing/2014/main" id="{D277065A-AAFE-6727-C175-3936FD0388C5}"/>
              </a:ext>
            </a:extLst>
          </p:cNvPr>
          <p:cNvSpPr/>
          <p:nvPr/>
        </p:nvSpPr>
        <p:spPr>
          <a:xfrm>
            <a:off x="4445000" y="3683000"/>
            <a:ext cx="1270000" cy="1206500"/>
          </a:xfrm>
          <a:prstGeom prst="quad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utoShape 40">
            <a:extLst>
              <a:ext uri="{FF2B5EF4-FFF2-40B4-BE49-F238E27FC236}">
                <a16:creationId xmlns:a16="http://schemas.microsoft.com/office/drawing/2014/main" id="{82FCFEF6-C64C-17C4-D04F-18318B374E9A}"/>
              </a:ext>
            </a:extLst>
          </p:cNvPr>
          <p:cNvSpPr/>
          <p:nvPr/>
        </p:nvSpPr>
        <p:spPr>
          <a:xfrm>
            <a:off x="6477000" y="3683000"/>
            <a:ext cx="1270000" cy="1206500"/>
          </a:xfrm>
          <a:prstGeom prst="leftRigh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AutoShape 41">
            <a:extLst>
              <a:ext uri="{FF2B5EF4-FFF2-40B4-BE49-F238E27FC236}">
                <a16:creationId xmlns:a16="http://schemas.microsoft.com/office/drawing/2014/main" id="{1A41C42E-0789-F675-CD4D-FAA737C957D5}"/>
              </a:ext>
            </a:extLst>
          </p:cNvPr>
          <p:cNvSpPr/>
          <p:nvPr/>
        </p:nvSpPr>
        <p:spPr>
          <a:xfrm>
            <a:off x="8509000" y="3683000"/>
            <a:ext cx="1270000" cy="1206500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9" name="AutoShape 42">
            <a:extLst>
              <a:ext uri="{FF2B5EF4-FFF2-40B4-BE49-F238E27FC236}">
                <a16:creationId xmlns:a16="http://schemas.microsoft.com/office/drawing/2014/main" id="{892DFD9C-A263-5D9A-D662-6CCA7CD9B4AE}"/>
              </a:ext>
            </a:extLst>
          </p:cNvPr>
          <p:cNvSpPr/>
          <p:nvPr/>
        </p:nvSpPr>
        <p:spPr>
          <a:xfrm>
            <a:off x="10541000" y="3683000"/>
            <a:ext cx="1270000" cy="1206500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0" name="AutoShape 43">
            <a:extLst>
              <a:ext uri="{FF2B5EF4-FFF2-40B4-BE49-F238E27FC236}">
                <a16:creationId xmlns:a16="http://schemas.microsoft.com/office/drawing/2014/main" id="{4985B58F-8F41-4EF9-C360-D7486DC0D072}"/>
              </a:ext>
            </a:extLst>
          </p:cNvPr>
          <p:cNvSpPr/>
          <p:nvPr/>
        </p:nvSpPr>
        <p:spPr>
          <a:xfrm>
            <a:off x="381000" y="5397500"/>
            <a:ext cx="1270000" cy="1206500"/>
          </a:xfrm>
          <a:prstGeom prst="lef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AutoShape 44">
            <a:extLst>
              <a:ext uri="{FF2B5EF4-FFF2-40B4-BE49-F238E27FC236}">
                <a16:creationId xmlns:a16="http://schemas.microsoft.com/office/drawing/2014/main" id="{BC7215D2-2EFD-4E5C-7BE9-822B875CCB69}"/>
              </a:ext>
            </a:extLst>
          </p:cNvPr>
          <p:cNvSpPr/>
          <p:nvPr/>
        </p:nvSpPr>
        <p:spPr>
          <a:xfrm>
            <a:off x="2413000" y="5397500"/>
            <a:ext cx="1270000" cy="1206500"/>
          </a:xfrm>
          <a:prstGeom prst="bent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AutoShape 45">
            <a:extLst>
              <a:ext uri="{FF2B5EF4-FFF2-40B4-BE49-F238E27FC236}">
                <a16:creationId xmlns:a16="http://schemas.microsoft.com/office/drawing/2014/main" id="{1B5C9E9C-5147-D03F-D8BF-E8A66999E9E9}"/>
              </a:ext>
            </a:extLst>
          </p:cNvPr>
          <p:cNvSpPr/>
          <p:nvPr/>
        </p:nvSpPr>
        <p:spPr>
          <a:xfrm>
            <a:off x="4445000" y="5397500"/>
            <a:ext cx="1270000" cy="1206500"/>
          </a:xfrm>
          <a:prstGeom prst="curv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3" name="AutoShape 46">
            <a:extLst>
              <a:ext uri="{FF2B5EF4-FFF2-40B4-BE49-F238E27FC236}">
                <a16:creationId xmlns:a16="http://schemas.microsoft.com/office/drawing/2014/main" id="{D5E7B715-DCEA-F712-47B6-E86773ECD8C9}"/>
              </a:ext>
            </a:extLst>
          </p:cNvPr>
          <p:cNvSpPr/>
          <p:nvPr/>
        </p:nvSpPr>
        <p:spPr>
          <a:xfrm>
            <a:off x="6477000" y="5397500"/>
            <a:ext cx="1270000" cy="1206500"/>
          </a:xfrm>
          <a:prstGeom prst="curvedLef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4" name="AutoShape 47">
            <a:extLst>
              <a:ext uri="{FF2B5EF4-FFF2-40B4-BE49-F238E27FC236}">
                <a16:creationId xmlns:a16="http://schemas.microsoft.com/office/drawing/2014/main" id="{8F29380C-0E2D-B065-BC17-943FB727EF3F}"/>
              </a:ext>
            </a:extLst>
          </p:cNvPr>
          <p:cNvSpPr/>
          <p:nvPr/>
        </p:nvSpPr>
        <p:spPr>
          <a:xfrm>
            <a:off x="8509000" y="5397500"/>
            <a:ext cx="1270000" cy="1206500"/>
          </a:xfrm>
          <a:prstGeom prst="curved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5" name="AutoShape 48">
            <a:extLst>
              <a:ext uri="{FF2B5EF4-FFF2-40B4-BE49-F238E27FC236}">
                <a16:creationId xmlns:a16="http://schemas.microsoft.com/office/drawing/2014/main" id="{8883C123-4745-31A5-E206-A9B59472FA9D}"/>
              </a:ext>
            </a:extLst>
          </p:cNvPr>
          <p:cNvSpPr/>
          <p:nvPr/>
        </p:nvSpPr>
        <p:spPr>
          <a:xfrm>
            <a:off x="10541000" y="5397500"/>
            <a:ext cx="1270000" cy="1206500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5508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49">
            <a:extLst>
              <a:ext uri="{FF2B5EF4-FFF2-40B4-BE49-F238E27FC236}">
                <a16:creationId xmlns:a16="http://schemas.microsoft.com/office/drawing/2014/main" id="{BFF07EC1-112F-5FA6-96B7-77CA1615C2AE}"/>
              </a:ext>
            </a:extLst>
          </p:cNvPr>
          <p:cNvSpPr/>
          <p:nvPr/>
        </p:nvSpPr>
        <p:spPr>
          <a:xfrm>
            <a:off x="381000" y="254000"/>
            <a:ext cx="1270000" cy="1206500"/>
          </a:xfrm>
          <a:prstGeom prst="strip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AutoShape 50">
            <a:extLst>
              <a:ext uri="{FF2B5EF4-FFF2-40B4-BE49-F238E27FC236}">
                <a16:creationId xmlns:a16="http://schemas.microsoft.com/office/drawing/2014/main" id="{C7C6236E-CA26-2346-D6F3-104865A3419E}"/>
              </a:ext>
            </a:extLst>
          </p:cNvPr>
          <p:cNvSpPr/>
          <p:nvPr/>
        </p:nvSpPr>
        <p:spPr>
          <a:xfrm>
            <a:off x="2413000" y="254000"/>
            <a:ext cx="1270000" cy="1206500"/>
          </a:xfrm>
          <a:prstGeom prst="notched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AutoShape 51">
            <a:extLst>
              <a:ext uri="{FF2B5EF4-FFF2-40B4-BE49-F238E27FC236}">
                <a16:creationId xmlns:a16="http://schemas.microsoft.com/office/drawing/2014/main" id="{1C449E6B-C9C1-A6AB-C0D7-4AF2507A7A47}"/>
              </a:ext>
            </a:extLst>
          </p:cNvPr>
          <p:cNvSpPr/>
          <p:nvPr/>
        </p:nvSpPr>
        <p:spPr>
          <a:xfrm>
            <a:off x="4445000" y="254000"/>
            <a:ext cx="1270000" cy="1206500"/>
          </a:xfrm>
          <a:prstGeom prst="homeP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utoShape 52">
            <a:extLst>
              <a:ext uri="{FF2B5EF4-FFF2-40B4-BE49-F238E27FC236}">
                <a16:creationId xmlns:a16="http://schemas.microsoft.com/office/drawing/2014/main" id="{FCB03F04-334F-A9C1-CD4B-DBA1FD176994}"/>
              </a:ext>
            </a:extLst>
          </p:cNvPr>
          <p:cNvSpPr/>
          <p:nvPr/>
        </p:nvSpPr>
        <p:spPr>
          <a:xfrm>
            <a:off x="6477000" y="254000"/>
            <a:ext cx="1270000" cy="1206500"/>
          </a:xfrm>
          <a:prstGeom prst="chevr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6" name="AutoShape 53">
            <a:extLst>
              <a:ext uri="{FF2B5EF4-FFF2-40B4-BE49-F238E27FC236}">
                <a16:creationId xmlns:a16="http://schemas.microsoft.com/office/drawing/2014/main" id="{E074EEA1-3329-21D6-67F0-C0D6C1520D30}"/>
              </a:ext>
            </a:extLst>
          </p:cNvPr>
          <p:cNvSpPr/>
          <p:nvPr/>
        </p:nvSpPr>
        <p:spPr>
          <a:xfrm>
            <a:off x="8509000" y="254000"/>
            <a:ext cx="1270000" cy="1206500"/>
          </a:xfrm>
          <a:prstGeom prst="right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AutoShape 54">
            <a:extLst>
              <a:ext uri="{FF2B5EF4-FFF2-40B4-BE49-F238E27FC236}">
                <a16:creationId xmlns:a16="http://schemas.microsoft.com/office/drawing/2014/main" id="{99CF0780-1711-98B0-71B3-8A660273FE91}"/>
              </a:ext>
            </a:extLst>
          </p:cNvPr>
          <p:cNvSpPr/>
          <p:nvPr/>
        </p:nvSpPr>
        <p:spPr>
          <a:xfrm>
            <a:off x="10541000" y="254000"/>
            <a:ext cx="1270000" cy="1206500"/>
          </a:xfrm>
          <a:prstGeom prst="left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utoShape 55">
            <a:extLst>
              <a:ext uri="{FF2B5EF4-FFF2-40B4-BE49-F238E27FC236}">
                <a16:creationId xmlns:a16="http://schemas.microsoft.com/office/drawing/2014/main" id="{6502E583-B34A-7EF6-9B7B-BACC2230B612}"/>
              </a:ext>
            </a:extLst>
          </p:cNvPr>
          <p:cNvSpPr/>
          <p:nvPr/>
        </p:nvSpPr>
        <p:spPr>
          <a:xfrm>
            <a:off x="381000" y="1968500"/>
            <a:ext cx="1270000" cy="1206500"/>
          </a:xfrm>
          <a:prstGeom prst="up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utoShape 56">
            <a:extLst>
              <a:ext uri="{FF2B5EF4-FFF2-40B4-BE49-F238E27FC236}">
                <a16:creationId xmlns:a16="http://schemas.microsoft.com/office/drawing/2014/main" id="{26C273A5-C118-D872-0807-50B0057CA75E}"/>
              </a:ext>
            </a:extLst>
          </p:cNvPr>
          <p:cNvSpPr/>
          <p:nvPr/>
        </p:nvSpPr>
        <p:spPr>
          <a:xfrm>
            <a:off x="2413000" y="1968500"/>
            <a:ext cx="1270000" cy="1206500"/>
          </a:xfrm>
          <a:prstGeom prst="down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utoShape 57">
            <a:extLst>
              <a:ext uri="{FF2B5EF4-FFF2-40B4-BE49-F238E27FC236}">
                <a16:creationId xmlns:a16="http://schemas.microsoft.com/office/drawing/2014/main" id="{0FEC72F0-2BA0-4FF7-9B7F-2AD160DEA3A3}"/>
              </a:ext>
            </a:extLst>
          </p:cNvPr>
          <p:cNvSpPr/>
          <p:nvPr/>
        </p:nvSpPr>
        <p:spPr>
          <a:xfrm>
            <a:off x="4445000" y="1968500"/>
            <a:ext cx="1270000" cy="1206500"/>
          </a:xfrm>
          <a:prstGeom prst="leftRight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58">
            <a:extLst>
              <a:ext uri="{FF2B5EF4-FFF2-40B4-BE49-F238E27FC236}">
                <a16:creationId xmlns:a16="http://schemas.microsoft.com/office/drawing/2014/main" id="{F5F3387C-3435-6DCB-2028-0F5CE4AB9D07}"/>
              </a:ext>
            </a:extLst>
          </p:cNvPr>
          <p:cNvSpPr/>
          <p:nvPr/>
        </p:nvSpPr>
        <p:spPr>
          <a:xfrm>
            <a:off x="6477000" y="1968500"/>
            <a:ext cx="1270000" cy="1206500"/>
          </a:xfrm>
          <a:prstGeom prst="upDown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AutoShape 59">
            <a:extLst>
              <a:ext uri="{FF2B5EF4-FFF2-40B4-BE49-F238E27FC236}">
                <a16:creationId xmlns:a16="http://schemas.microsoft.com/office/drawing/2014/main" id="{8BD21B2A-C1E1-D059-2C00-D30415B5C109}"/>
              </a:ext>
            </a:extLst>
          </p:cNvPr>
          <p:cNvSpPr/>
          <p:nvPr/>
        </p:nvSpPr>
        <p:spPr>
          <a:xfrm>
            <a:off x="8509000" y="1968500"/>
            <a:ext cx="1270000" cy="1206500"/>
          </a:xfrm>
          <a:prstGeom prst="quadArrow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utoShape 60">
            <a:extLst>
              <a:ext uri="{FF2B5EF4-FFF2-40B4-BE49-F238E27FC236}">
                <a16:creationId xmlns:a16="http://schemas.microsoft.com/office/drawing/2014/main" id="{FB17A62D-F2EB-1DD7-A9D5-1C4A09E21741}"/>
              </a:ext>
            </a:extLst>
          </p:cNvPr>
          <p:cNvSpPr/>
          <p:nvPr/>
        </p:nvSpPr>
        <p:spPr>
          <a:xfrm>
            <a:off x="10541000" y="1968500"/>
            <a:ext cx="1270000" cy="1206500"/>
          </a:xfrm>
          <a:prstGeom prst="circular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4" name="AutoShape 61">
            <a:extLst>
              <a:ext uri="{FF2B5EF4-FFF2-40B4-BE49-F238E27FC236}">
                <a16:creationId xmlns:a16="http://schemas.microsoft.com/office/drawing/2014/main" id="{3D8D1E5D-5419-35BE-3862-FE60B4337B97}"/>
              </a:ext>
            </a:extLst>
          </p:cNvPr>
          <p:cNvSpPr/>
          <p:nvPr/>
        </p:nvSpPr>
        <p:spPr>
          <a:xfrm>
            <a:off x="381000" y="3683000"/>
            <a:ext cx="1270000" cy="1206500"/>
          </a:xfrm>
          <a:prstGeom prst="flowChart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utoShape 62">
            <a:extLst>
              <a:ext uri="{FF2B5EF4-FFF2-40B4-BE49-F238E27FC236}">
                <a16:creationId xmlns:a16="http://schemas.microsoft.com/office/drawing/2014/main" id="{020F06AA-496F-5AE0-9AE0-5B66337B2308}"/>
              </a:ext>
            </a:extLst>
          </p:cNvPr>
          <p:cNvSpPr/>
          <p:nvPr/>
        </p:nvSpPr>
        <p:spPr>
          <a:xfrm>
            <a:off x="2413000" y="3683000"/>
            <a:ext cx="1270000" cy="1206500"/>
          </a:xfrm>
          <a:prstGeom prst="flowChartAlternate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AutoShape 63">
            <a:extLst>
              <a:ext uri="{FF2B5EF4-FFF2-40B4-BE49-F238E27FC236}">
                <a16:creationId xmlns:a16="http://schemas.microsoft.com/office/drawing/2014/main" id="{8D3047B6-7119-AE1D-0A71-39C69919F3F8}"/>
              </a:ext>
            </a:extLst>
          </p:cNvPr>
          <p:cNvSpPr/>
          <p:nvPr/>
        </p:nvSpPr>
        <p:spPr>
          <a:xfrm>
            <a:off x="4445000" y="3683000"/>
            <a:ext cx="1270000" cy="1206500"/>
          </a:xfrm>
          <a:prstGeom prst="flowChartDecis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utoShape 64">
            <a:extLst>
              <a:ext uri="{FF2B5EF4-FFF2-40B4-BE49-F238E27FC236}">
                <a16:creationId xmlns:a16="http://schemas.microsoft.com/office/drawing/2014/main" id="{EA2611B2-88C4-979D-6239-BC1C50E2BD17}"/>
              </a:ext>
            </a:extLst>
          </p:cNvPr>
          <p:cNvSpPr/>
          <p:nvPr/>
        </p:nvSpPr>
        <p:spPr>
          <a:xfrm>
            <a:off x="6477000" y="3683000"/>
            <a:ext cx="1270000" cy="1206500"/>
          </a:xfrm>
          <a:prstGeom prst="flowChartInputOut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AutoShape 65">
            <a:extLst>
              <a:ext uri="{FF2B5EF4-FFF2-40B4-BE49-F238E27FC236}">
                <a16:creationId xmlns:a16="http://schemas.microsoft.com/office/drawing/2014/main" id="{C91FA8A5-4AE1-4DBA-2572-5EBDF09A4318}"/>
              </a:ext>
            </a:extLst>
          </p:cNvPr>
          <p:cNvSpPr/>
          <p:nvPr/>
        </p:nvSpPr>
        <p:spPr>
          <a:xfrm>
            <a:off x="8509000" y="3683000"/>
            <a:ext cx="1270000" cy="1206500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AutoShape 66">
            <a:extLst>
              <a:ext uri="{FF2B5EF4-FFF2-40B4-BE49-F238E27FC236}">
                <a16:creationId xmlns:a16="http://schemas.microsoft.com/office/drawing/2014/main" id="{78616C29-88EC-2F80-5463-8115223B2EC4}"/>
              </a:ext>
            </a:extLst>
          </p:cNvPr>
          <p:cNvSpPr/>
          <p:nvPr/>
        </p:nvSpPr>
        <p:spPr>
          <a:xfrm>
            <a:off x="10541000" y="3683000"/>
            <a:ext cx="1270000" cy="1206500"/>
          </a:xfrm>
          <a:prstGeom prst="flowChartInternalStora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AutoShape 67">
            <a:extLst>
              <a:ext uri="{FF2B5EF4-FFF2-40B4-BE49-F238E27FC236}">
                <a16:creationId xmlns:a16="http://schemas.microsoft.com/office/drawing/2014/main" id="{175B848F-79C8-E711-F31F-A2DA4B58C704}"/>
              </a:ext>
            </a:extLst>
          </p:cNvPr>
          <p:cNvSpPr/>
          <p:nvPr/>
        </p:nvSpPr>
        <p:spPr>
          <a:xfrm>
            <a:off x="381000" y="5397500"/>
            <a:ext cx="1270000" cy="1206500"/>
          </a:xfrm>
          <a:prstGeom prst="flowChartDocumen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AutoShape 68">
            <a:extLst>
              <a:ext uri="{FF2B5EF4-FFF2-40B4-BE49-F238E27FC236}">
                <a16:creationId xmlns:a16="http://schemas.microsoft.com/office/drawing/2014/main" id="{900A5CC5-D46B-3CBC-EEEB-2E4565C87203}"/>
              </a:ext>
            </a:extLst>
          </p:cNvPr>
          <p:cNvSpPr/>
          <p:nvPr/>
        </p:nvSpPr>
        <p:spPr>
          <a:xfrm>
            <a:off x="2413000" y="5397500"/>
            <a:ext cx="1270000" cy="1206500"/>
          </a:xfrm>
          <a:prstGeom prst="flowChartMultidocumen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AutoShape 69">
            <a:extLst>
              <a:ext uri="{FF2B5EF4-FFF2-40B4-BE49-F238E27FC236}">
                <a16:creationId xmlns:a16="http://schemas.microsoft.com/office/drawing/2014/main" id="{40195214-1436-49F4-5B5B-AD1E5116931D}"/>
              </a:ext>
            </a:extLst>
          </p:cNvPr>
          <p:cNvSpPr/>
          <p:nvPr/>
        </p:nvSpPr>
        <p:spPr>
          <a:xfrm>
            <a:off x="4445000" y="5397500"/>
            <a:ext cx="1270000" cy="1206500"/>
          </a:xfrm>
          <a:prstGeom prst="flowChartTermina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AutoShape 70">
            <a:extLst>
              <a:ext uri="{FF2B5EF4-FFF2-40B4-BE49-F238E27FC236}">
                <a16:creationId xmlns:a16="http://schemas.microsoft.com/office/drawing/2014/main" id="{14184F85-032D-B0B7-119B-8E4911BEEE8F}"/>
              </a:ext>
            </a:extLst>
          </p:cNvPr>
          <p:cNvSpPr/>
          <p:nvPr/>
        </p:nvSpPr>
        <p:spPr>
          <a:xfrm>
            <a:off x="6477000" y="5397500"/>
            <a:ext cx="1270000" cy="1206500"/>
          </a:xfrm>
          <a:prstGeom prst="flowChartPrepa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AutoShape 71">
            <a:extLst>
              <a:ext uri="{FF2B5EF4-FFF2-40B4-BE49-F238E27FC236}">
                <a16:creationId xmlns:a16="http://schemas.microsoft.com/office/drawing/2014/main" id="{8647FB78-9DC9-4E80-3BE2-E09BC2700DD6}"/>
              </a:ext>
            </a:extLst>
          </p:cNvPr>
          <p:cNvSpPr/>
          <p:nvPr/>
        </p:nvSpPr>
        <p:spPr>
          <a:xfrm>
            <a:off x="8509000" y="5397500"/>
            <a:ext cx="1270000" cy="1206500"/>
          </a:xfrm>
          <a:prstGeom prst="flowChartManualInp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AutoShape 72">
            <a:extLst>
              <a:ext uri="{FF2B5EF4-FFF2-40B4-BE49-F238E27FC236}">
                <a16:creationId xmlns:a16="http://schemas.microsoft.com/office/drawing/2014/main" id="{72956866-058C-22A5-12F5-0B4A935DB7AB}"/>
              </a:ext>
            </a:extLst>
          </p:cNvPr>
          <p:cNvSpPr/>
          <p:nvPr/>
        </p:nvSpPr>
        <p:spPr>
          <a:xfrm>
            <a:off x="10541000" y="5397500"/>
            <a:ext cx="1270000" cy="1206500"/>
          </a:xfrm>
          <a:prstGeom prst="flowChartManualOper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24160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73">
            <a:extLst>
              <a:ext uri="{FF2B5EF4-FFF2-40B4-BE49-F238E27FC236}">
                <a16:creationId xmlns:a16="http://schemas.microsoft.com/office/drawing/2014/main" id="{4C40420F-BAE1-7306-8103-4B45A4C1FDDD}"/>
              </a:ext>
            </a:extLst>
          </p:cNvPr>
          <p:cNvSpPr/>
          <p:nvPr/>
        </p:nvSpPr>
        <p:spPr>
          <a:xfrm>
            <a:off x="381000" y="254000"/>
            <a:ext cx="1270000" cy="1206500"/>
          </a:xfrm>
          <a:prstGeom prst="flowChart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AutoShape 74">
            <a:extLst>
              <a:ext uri="{FF2B5EF4-FFF2-40B4-BE49-F238E27FC236}">
                <a16:creationId xmlns:a16="http://schemas.microsoft.com/office/drawing/2014/main" id="{9FCC73FC-C8F1-B91F-B1AC-3F866690F182}"/>
              </a:ext>
            </a:extLst>
          </p:cNvPr>
          <p:cNvSpPr/>
          <p:nvPr/>
        </p:nvSpPr>
        <p:spPr>
          <a:xfrm>
            <a:off x="2413000" y="254000"/>
            <a:ext cx="1270000" cy="1206500"/>
          </a:xfrm>
          <a:prstGeom prst="flowChartOffpageConnec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AutoShape 75">
            <a:extLst>
              <a:ext uri="{FF2B5EF4-FFF2-40B4-BE49-F238E27FC236}">
                <a16:creationId xmlns:a16="http://schemas.microsoft.com/office/drawing/2014/main" id="{45D9C1B1-C9BD-5646-DF90-89AD220CA99C}"/>
              </a:ext>
            </a:extLst>
          </p:cNvPr>
          <p:cNvSpPr/>
          <p:nvPr/>
        </p:nvSpPr>
        <p:spPr>
          <a:xfrm>
            <a:off x="4445000" y="254000"/>
            <a:ext cx="1270000" cy="1206500"/>
          </a:xfrm>
          <a:prstGeom prst="flowChartPunchedCar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utoShape 76">
            <a:extLst>
              <a:ext uri="{FF2B5EF4-FFF2-40B4-BE49-F238E27FC236}">
                <a16:creationId xmlns:a16="http://schemas.microsoft.com/office/drawing/2014/main" id="{849CB8C2-884B-1CD6-FB60-47F5BE4A4074}"/>
              </a:ext>
            </a:extLst>
          </p:cNvPr>
          <p:cNvSpPr/>
          <p:nvPr/>
        </p:nvSpPr>
        <p:spPr>
          <a:xfrm>
            <a:off x="6477000" y="254000"/>
            <a:ext cx="1270000" cy="1206500"/>
          </a:xfrm>
          <a:prstGeom prst="flowChartPunchedTap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utoShape 77">
            <a:extLst>
              <a:ext uri="{FF2B5EF4-FFF2-40B4-BE49-F238E27FC236}">
                <a16:creationId xmlns:a16="http://schemas.microsoft.com/office/drawing/2014/main" id="{EA3F2043-BD30-FE1D-15BB-F005BCB65D93}"/>
              </a:ext>
            </a:extLst>
          </p:cNvPr>
          <p:cNvSpPr/>
          <p:nvPr/>
        </p:nvSpPr>
        <p:spPr>
          <a:xfrm>
            <a:off x="8509000" y="254000"/>
            <a:ext cx="1270000" cy="1206500"/>
          </a:xfrm>
          <a:prstGeom prst="flowChartSummingJunc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AutoShape 78">
            <a:extLst>
              <a:ext uri="{FF2B5EF4-FFF2-40B4-BE49-F238E27FC236}">
                <a16:creationId xmlns:a16="http://schemas.microsoft.com/office/drawing/2014/main" id="{333AAF0D-1C38-DD44-45CD-9EAE79003FEB}"/>
              </a:ext>
            </a:extLst>
          </p:cNvPr>
          <p:cNvSpPr/>
          <p:nvPr/>
        </p:nvSpPr>
        <p:spPr>
          <a:xfrm>
            <a:off x="10541000" y="254000"/>
            <a:ext cx="1270000" cy="1206500"/>
          </a:xfrm>
          <a:prstGeom prst="flowChartO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utoShape 79">
            <a:extLst>
              <a:ext uri="{FF2B5EF4-FFF2-40B4-BE49-F238E27FC236}">
                <a16:creationId xmlns:a16="http://schemas.microsoft.com/office/drawing/2014/main" id="{6D727BB3-AC0C-B369-8A0D-F4B0B0846CEF}"/>
              </a:ext>
            </a:extLst>
          </p:cNvPr>
          <p:cNvSpPr/>
          <p:nvPr/>
        </p:nvSpPr>
        <p:spPr>
          <a:xfrm>
            <a:off x="381000" y="1968500"/>
            <a:ext cx="1270000" cy="1206500"/>
          </a:xfrm>
          <a:prstGeom prst="flowChartCollat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9" name="AutoShape 80">
            <a:extLst>
              <a:ext uri="{FF2B5EF4-FFF2-40B4-BE49-F238E27FC236}">
                <a16:creationId xmlns:a16="http://schemas.microsoft.com/office/drawing/2014/main" id="{472E8ED8-0170-B41D-B1FF-AC4CE2113BBF}"/>
              </a:ext>
            </a:extLst>
          </p:cNvPr>
          <p:cNvSpPr/>
          <p:nvPr/>
        </p:nvSpPr>
        <p:spPr>
          <a:xfrm>
            <a:off x="2413000" y="1968500"/>
            <a:ext cx="1270000" cy="1206500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utoShape 81">
            <a:extLst>
              <a:ext uri="{FF2B5EF4-FFF2-40B4-BE49-F238E27FC236}">
                <a16:creationId xmlns:a16="http://schemas.microsoft.com/office/drawing/2014/main" id="{7F29DD1E-0EFE-1774-2BAC-15DC5A2B7B80}"/>
              </a:ext>
            </a:extLst>
          </p:cNvPr>
          <p:cNvSpPr/>
          <p:nvPr/>
        </p:nvSpPr>
        <p:spPr>
          <a:xfrm>
            <a:off x="4445000" y="1968500"/>
            <a:ext cx="1270000" cy="1206500"/>
          </a:xfrm>
          <a:prstGeom prst="flowChartExtra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82">
            <a:extLst>
              <a:ext uri="{FF2B5EF4-FFF2-40B4-BE49-F238E27FC236}">
                <a16:creationId xmlns:a16="http://schemas.microsoft.com/office/drawing/2014/main" id="{2E7C21F1-9F43-8804-3E7F-ADD5FB1A2236}"/>
              </a:ext>
            </a:extLst>
          </p:cNvPr>
          <p:cNvSpPr/>
          <p:nvPr/>
        </p:nvSpPr>
        <p:spPr>
          <a:xfrm>
            <a:off x="6477000" y="1968500"/>
            <a:ext cx="1270000" cy="1206500"/>
          </a:xfrm>
          <a:prstGeom prst="flowChartMer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AutoShape 83">
            <a:extLst>
              <a:ext uri="{FF2B5EF4-FFF2-40B4-BE49-F238E27FC236}">
                <a16:creationId xmlns:a16="http://schemas.microsoft.com/office/drawing/2014/main" id="{E6BE09F9-F5D2-F03C-089F-401377969115}"/>
              </a:ext>
            </a:extLst>
          </p:cNvPr>
          <p:cNvSpPr/>
          <p:nvPr/>
        </p:nvSpPr>
        <p:spPr>
          <a:xfrm>
            <a:off x="8509000" y="1968500"/>
            <a:ext cx="1270000" cy="1206500"/>
          </a:xfrm>
          <a:prstGeom prst="flowChartOnlineStora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utoShape 84">
            <a:extLst>
              <a:ext uri="{FF2B5EF4-FFF2-40B4-BE49-F238E27FC236}">
                <a16:creationId xmlns:a16="http://schemas.microsoft.com/office/drawing/2014/main" id="{C4C4CEBD-E004-137B-E625-D759004EC69A}"/>
              </a:ext>
            </a:extLst>
          </p:cNvPr>
          <p:cNvSpPr/>
          <p:nvPr/>
        </p:nvSpPr>
        <p:spPr>
          <a:xfrm>
            <a:off x="10541000" y="1968500"/>
            <a:ext cx="1270000" cy="1206500"/>
          </a:xfrm>
          <a:prstGeom prst="flowChartDelay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AutoShape 85">
            <a:extLst>
              <a:ext uri="{FF2B5EF4-FFF2-40B4-BE49-F238E27FC236}">
                <a16:creationId xmlns:a16="http://schemas.microsoft.com/office/drawing/2014/main" id="{B2A022C8-1A41-925B-D37D-E691BA433296}"/>
              </a:ext>
            </a:extLst>
          </p:cNvPr>
          <p:cNvSpPr/>
          <p:nvPr/>
        </p:nvSpPr>
        <p:spPr>
          <a:xfrm>
            <a:off x="381000" y="3683000"/>
            <a:ext cx="1270000" cy="1206500"/>
          </a:xfrm>
          <a:prstGeom prst="flowChartMagneticTap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utoShape 86">
            <a:extLst>
              <a:ext uri="{FF2B5EF4-FFF2-40B4-BE49-F238E27FC236}">
                <a16:creationId xmlns:a16="http://schemas.microsoft.com/office/drawing/2014/main" id="{35839931-DBFC-669B-058B-AC237EF80917}"/>
              </a:ext>
            </a:extLst>
          </p:cNvPr>
          <p:cNvSpPr/>
          <p:nvPr/>
        </p:nvSpPr>
        <p:spPr>
          <a:xfrm>
            <a:off x="2413000" y="3683000"/>
            <a:ext cx="1270000" cy="1206500"/>
          </a:xfrm>
          <a:prstGeom prst="flowChartMagneticDis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AutoShape 87">
            <a:extLst>
              <a:ext uri="{FF2B5EF4-FFF2-40B4-BE49-F238E27FC236}">
                <a16:creationId xmlns:a16="http://schemas.microsoft.com/office/drawing/2014/main" id="{FBE943D0-7E3E-B8B9-5019-8C03294C8A52}"/>
              </a:ext>
            </a:extLst>
          </p:cNvPr>
          <p:cNvSpPr/>
          <p:nvPr/>
        </p:nvSpPr>
        <p:spPr>
          <a:xfrm>
            <a:off x="4445000" y="3683000"/>
            <a:ext cx="1270000" cy="1206500"/>
          </a:xfrm>
          <a:prstGeom prst="flowChartMagneticDrum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utoShape 88">
            <a:extLst>
              <a:ext uri="{FF2B5EF4-FFF2-40B4-BE49-F238E27FC236}">
                <a16:creationId xmlns:a16="http://schemas.microsoft.com/office/drawing/2014/main" id="{97A449B0-7722-7C6E-8E63-CD75026407C8}"/>
              </a:ext>
            </a:extLst>
          </p:cNvPr>
          <p:cNvSpPr/>
          <p:nvPr/>
        </p:nvSpPr>
        <p:spPr>
          <a:xfrm>
            <a:off x="6477000" y="3683000"/>
            <a:ext cx="1270000" cy="1206500"/>
          </a:xfrm>
          <a:prstGeom prst="flowChartDisplay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AutoShape 89">
            <a:extLst>
              <a:ext uri="{FF2B5EF4-FFF2-40B4-BE49-F238E27FC236}">
                <a16:creationId xmlns:a16="http://schemas.microsoft.com/office/drawing/2014/main" id="{0DB940A3-76D2-FE1B-B327-A52612351622}"/>
              </a:ext>
            </a:extLst>
          </p:cNvPr>
          <p:cNvSpPr/>
          <p:nvPr/>
        </p:nvSpPr>
        <p:spPr>
          <a:xfrm>
            <a:off x="8509000" y="3683000"/>
            <a:ext cx="1270000" cy="1206500"/>
          </a:xfrm>
          <a:prstGeom prst="irregularSeal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AutoShape 90">
            <a:extLst>
              <a:ext uri="{FF2B5EF4-FFF2-40B4-BE49-F238E27FC236}">
                <a16:creationId xmlns:a16="http://schemas.microsoft.com/office/drawing/2014/main" id="{6442CC52-CEBF-AB5B-37A6-BFAFC3771886}"/>
              </a:ext>
            </a:extLst>
          </p:cNvPr>
          <p:cNvSpPr/>
          <p:nvPr/>
        </p:nvSpPr>
        <p:spPr>
          <a:xfrm>
            <a:off x="10541000" y="3683000"/>
            <a:ext cx="1270000" cy="1206500"/>
          </a:xfrm>
          <a:prstGeom prst="irregularSeal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AutoShape 91">
            <a:extLst>
              <a:ext uri="{FF2B5EF4-FFF2-40B4-BE49-F238E27FC236}">
                <a16:creationId xmlns:a16="http://schemas.microsoft.com/office/drawing/2014/main" id="{3739AB1C-A684-578F-15CD-D0ABB5845873}"/>
              </a:ext>
            </a:extLst>
          </p:cNvPr>
          <p:cNvSpPr/>
          <p:nvPr/>
        </p:nvSpPr>
        <p:spPr>
          <a:xfrm>
            <a:off x="381000" y="5397500"/>
            <a:ext cx="1270000" cy="1206500"/>
          </a:xfrm>
          <a:prstGeom prst="star4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AutoShape 92">
            <a:extLst>
              <a:ext uri="{FF2B5EF4-FFF2-40B4-BE49-F238E27FC236}">
                <a16:creationId xmlns:a16="http://schemas.microsoft.com/office/drawing/2014/main" id="{2317161B-CD74-A30C-0BFE-8CF556208C0E}"/>
              </a:ext>
            </a:extLst>
          </p:cNvPr>
          <p:cNvSpPr/>
          <p:nvPr/>
        </p:nvSpPr>
        <p:spPr>
          <a:xfrm>
            <a:off x="2413000" y="5397500"/>
            <a:ext cx="1270000" cy="1206500"/>
          </a:xfrm>
          <a:prstGeom prst="star5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AutoShape 93">
            <a:extLst>
              <a:ext uri="{FF2B5EF4-FFF2-40B4-BE49-F238E27FC236}">
                <a16:creationId xmlns:a16="http://schemas.microsoft.com/office/drawing/2014/main" id="{47F6CE3B-1662-0BAA-0C4F-BCA5BA3EB4DC}"/>
              </a:ext>
            </a:extLst>
          </p:cNvPr>
          <p:cNvSpPr/>
          <p:nvPr/>
        </p:nvSpPr>
        <p:spPr>
          <a:xfrm>
            <a:off x="4445000" y="5397500"/>
            <a:ext cx="1270000" cy="1206500"/>
          </a:xfrm>
          <a:prstGeom prst="star8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AutoShape 94">
            <a:extLst>
              <a:ext uri="{FF2B5EF4-FFF2-40B4-BE49-F238E27FC236}">
                <a16:creationId xmlns:a16="http://schemas.microsoft.com/office/drawing/2014/main" id="{16FD9A8C-170E-E05D-15FE-74102732B7E4}"/>
              </a:ext>
            </a:extLst>
          </p:cNvPr>
          <p:cNvSpPr/>
          <p:nvPr/>
        </p:nvSpPr>
        <p:spPr>
          <a:xfrm>
            <a:off x="6477000" y="5397500"/>
            <a:ext cx="1270000" cy="1206500"/>
          </a:xfrm>
          <a:prstGeom prst="star16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AutoShape 95">
            <a:extLst>
              <a:ext uri="{FF2B5EF4-FFF2-40B4-BE49-F238E27FC236}">
                <a16:creationId xmlns:a16="http://schemas.microsoft.com/office/drawing/2014/main" id="{C1F94B40-B2FC-1C62-38AD-4BD458CEC4F1}"/>
              </a:ext>
            </a:extLst>
          </p:cNvPr>
          <p:cNvSpPr/>
          <p:nvPr/>
        </p:nvSpPr>
        <p:spPr>
          <a:xfrm>
            <a:off x="8509000" y="5397500"/>
            <a:ext cx="1270000" cy="1206500"/>
          </a:xfrm>
          <a:prstGeom prst="star24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AutoShape 96">
            <a:extLst>
              <a:ext uri="{FF2B5EF4-FFF2-40B4-BE49-F238E27FC236}">
                <a16:creationId xmlns:a16="http://schemas.microsoft.com/office/drawing/2014/main" id="{7C36C943-0298-7CCC-6383-117026765FB7}"/>
              </a:ext>
            </a:extLst>
          </p:cNvPr>
          <p:cNvSpPr/>
          <p:nvPr/>
        </p:nvSpPr>
        <p:spPr>
          <a:xfrm>
            <a:off x="10541000" y="5397500"/>
            <a:ext cx="1270000" cy="1206500"/>
          </a:xfrm>
          <a:prstGeom prst="star3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77197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97">
            <a:extLst>
              <a:ext uri="{FF2B5EF4-FFF2-40B4-BE49-F238E27FC236}">
                <a16:creationId xmlns:a16="http://schemas.microsoft.com/office/drawing/2014/main" id="{F7BBF12D-0BD5-EC9B-0BE8-DC5E4C7B6019}"/>
              </a:ext>
            </a:extLst>
          </p:cNvPr>
          <p:cNvSpPr/>
          <p:nvPr/>
        </p:nvSpPr>
        <p:spPr>
          <a:xfrm>
            <a:off x="381000" y="254000"/>
            <a:ext cx="1270000" cy="1206500"/>
          </a:xfrm>
          <a:prstGeom prst="ribbon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AutoShape 98">
            <a:extLst>
              <a:ext uri="{FF2B5EF4-FFF2-40B4-BE49-F238E27FC236}">
                <a16:creationId xmlns:a16="http://schemas.microsoft.com/office/drawing/2014/main" id="{8D965F9D-A85C-915B-5B41-419B108DB970}"/>
              </a:ext>
            </a:extLst>
          </p:cNvPr>
          <p:cNvSpPr/>
          <p:nvPr/>
        </p:nvSpPr>
        <p:spPr>
          <a:xfrm>
            <a:off x="2413000" y="254000"/>
            <a:ext cx="1270000" cy="1206500"/>
          </a:xfrm>
          <a:prstGeom prst="ribb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AutoShape 99">
            <a:extLst>
              <a:ext uri="{FF2B5EF4-FFF2-40B4-BE49-F238E27FC236}">
                <a16:creationId xmlns:a16="http://schemas.microsoft.com/office/drawing/2014/main" id="{3608030B-141D-E9C1-BA2A-ECFDD9CE1040}"/>
              </a:ext>
            </a:extLst>
          </p:cNvPr>
          <p:cNvSpPr/>
          <p:nvPr/>
        </p:nvSpPr>
        <p:spPr>
          <a:xfrm>
            <a:off x="4445000" y="254000"/>
            <a:ext cx="1270000" cy="1206500"/>
          </a:xfrm>
          <a:prstGeom prst="ellipseRibbon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utoShape 100">
            <a:extLst>
              <a:ext uri="{FF2B5EF4-FFF2-40B4-BE49-F238E27FC236}">
                <a16:creationId xmlns:a16="http://schemas.microsoft.com/office/drawing/2014/main" id="{5022C0DA-084B-E555-DCA4-E65ED65A41A6}"/>
              </a:ext>
            </a:extLst>
          </p:cNvPr>
          <p:cNvSpPr/>
          <p:nvPr/>
        </p:nvSpPr>
        <p:spPr>
          <a:xfrm>
            <a:off x="6477000" y="254000"/>
            <a:ext cx="1270000" cy="1206500"/>
          </a:xfrm>
          <a:prstGeom prst="ellipseRibb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utoShape 101">
            <a:extLst>
              <a:ext uri="{FF2B5EF4-FFF2-40B4-BE49-F238E27FC236}">
                <a16:creationId xmlns:a16="http://schemas.microsoft.com/office/drawing/2014/main" id="{5810EE97-189A-401D-9607-4FDCA46A8F07}"/>
              </a:ext>
            </a:extLst>
          </p:cNvPr>
          <p:cNvSpPr/>
          <p:nvPr/>
        </p:nvSpPr>
        <p:spPr>
          <a:xfrm>
            <a:off x="8509000" y="254000"/>
            <a:ext cx="1270000" cy="1206500"/>
          </a:xfrm>
          <a:prstGeom prst="vertic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AutoShape 102">
            <a:extLst>
              <a:ext uri="{FF2B5EF4-FFF2-40B4-BE49-F238E27FC236}">
                <a16:creationId xmlns:a16="http://schemas.microsoft.com/office/drawing/2014/main" id="{722C74CE-A21A-6256-076D-873EC204531D}"/>
              </a:ext>
            </a:extLst>
          </p:cNvPr>
          <p:cNvSpPr/>
          <p:nvPr/>
        </p:nvSpPr>
        <p:spPr>
          <a:xfrm>
            <a:off x="10541000" y="254000"/>
            <a:ext cx="1270000" cy="1206500"/>
          </a:xfrm>
          <a:prstGeom prst="horizontalScrol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utoShape 103">
            <a:extLst>
              <a:ext uri="{FF2B5EF4-FFF2-40B4-BE49-F238E27FC236}">
                <a16:creationId xmlns:a16="http://schemas.microsoft.com/office/drawing/2014/main" id="{1CFE39E5-287E-F7FB-B8EF-7EA2631C1B7C}"/>
              </a:ext>
            </a:extLst>
          </p:cNvPr>
          <p:cNvSpPr/>
          <p:nvPr/>
        </p:nvSpPr>
        <p:spPr>
          <a:xfrm>
            <a:off x="381000" y="1968500"/>
            <a:ext cx="1270000" cy="1206500"/>
          </a:xfrm>
          <a:prstGeom prst="wav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utoShape 104">
            <a:extLst>
              <a:ext uri="{FF2B5EF4-FFF2-40B4-BE49-F238E27FC236}">
                <a16:creationId xmlns:a16="http://schemas.microsoft.com/office/drawing/2014/main" id="{461CCE03-FAE1-8A9E-BD95-5739B184CEBE}"/>
              </a:ext>
            </a:extLst>
          </p:cNvPr>
          <p:cNvSpPr/>
          <p:nvPr/>
        </p:nvSpPr>
        <p:spPr>
          <a:xfrm>
            <a:off x="2413000" y="1968500"/>
            <a:ext cx="1270000" cy="1206500"/>
          </a:xfrm>
          <a:prstGeom prst="doubleWav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utoShape 105">
            <a:extLst>
              <a:ext uri="{FF2B5EF4-FFF2-40B4-BE49-F238E27FC236}">
                <a16:creationId xmlns:a16="http://schemas.microsoft.com/office/drawing/2014/main" id="{6B6AB613-F9F6-D4F6-A78B-4D8ACD47A5E5}"/>
              </a:ext>
            </a:extLst>
          </p:cNvPr>
          <p:cNvSpPr/>
          <p:nvPr/>
        </p:nvSpPr>
        <p:spPr>
          <a:xfrm>
            <a:off x="4445000" y="1968500"/>
            <a:ext cx="1270000" cy="1206500"/>
          </a:xfrm>
          <a:prstGeom prst="wedgeRect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106">
            <a:extLst>
              <a:ext uri="{FF2B5EF4-FFF2-40B4-BE49-F238E27FC236}">
                <a16:creationId xmlns:a16="http://schemas.microsoft.com/office/drawing/2014/main" id="{95604F00-2CDD-DBB3-11F1-21B15EB9BB44}"/>
              </a:ext>
            </a:extLst>
          </p:cNvPr>
          <p:cNvSpPr/>
          <p:nvPr/>
        </p:nvSpPr>
        <p:spPr>
          <a:xfrm>
            <a:off x="6477000" y="1968500"/>
            <a:ext cx="1270000" cy="1206500"/>
          </a:xfrm>
          <a:prstGeom prst="wedgeRoundRect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AutoShape 107">
            <a:extLst>
              <a:ext uri="{FF2B5EF4-FFF2-40B4-BE49-F238E27FC236}">
                <a16:creationId xmlns:a16="http://schemas.microsoft.com/office/drawing/2014/main" id="{F2BF21F6-848F-7376-F460-F2073427216F}"/>
              </a:ext>
            </a:extLst>
          </p:cNvPr>
          <p:cNvSpPr/>
          <p:nvPr/>
        </p:nvSpPr>
        <p:spPr>
          <a:xfrm>
            <a:off x="8509000" y="1968500"/>
            <a:ext cx="1270000" cy="1206500"/>
          </a:xfrm>
          <a:prstGeom prst="wedgeEllipse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utoShape 108">
            <a:extLst>
              <a:ext uri="{FF2B5EF4-FFF2-40B4-BE49-F238E27FC236}">
                <a16:creationId xmlns:a16="http://schemas.microsoft.com/office/drawing/2014/main" id="{5FBB8E5F-CB72-9EB7-4317-811246F1AD0F}"/>
              </a:ext>
            </a:extLst>
          </p:cNvPr>
          <p:cNvSpPr/>
          <p:nvPr/>
        </p:nvSpPr>
        <p:spPr>
          <a:xfrm>
            <a:off x="10541000" y="1968500"/>
            <a:ext cx="1270000" cy="1206500"/>
          </a:xfrm>
          <a:prstGeom prst="cloud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AutoShape 109">
            <a:extLst>
              <a:ext uri="{FF2B5EF4-FFF2-40B4-BE49-F238E27FC236}">
                <a16:creationId xmlns:a16="http://schemas.microsoft.com/office/drawing/2014/main" id="{800C966B-B40F-4CCF-D547-FCCC0DF32E74}"/>
              </a:ext>
            </a:extLst>
          </p:cNvPr>
          <p:cNvSpPr/>
          <p:nvPr/>
        </p:nvSpPr>
        <p:spPr>
          <a:xfrm>
            <a:off x="381000" y="3683000"/>
            <a:ext cx="1270000" cy="1206500"/>
          </a:xfrm>
          <a:prstGeom prst="border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utoShape 110">
            <a:extLst>
              <a:ext uri="{FF2B5EF4-FFF2-40B4-BE49-F238E27FC236}">
                <a16:creationId xmlns:a16="http://schemas.microsoft.com/office/drawing/2014/main" id="{4E49794C-8791-3C74-4E97-9A8999741A28}"/>
              </a:ext>
            </a:extLst>
          </p:cNvPr>
          <p:cNvSpPr/>
          <p:nvPr/>
        </p:nvSpPr>
        <p:spPr>
          <a:xfrm>
            <a:off x="2413000" y="3683000"/>
            <a:ext cx="1270000" cy="1206500"/>
          </a:xfrm>
          <a:prstGeom prst="border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AutoShape 111">
            <a:extLst>
              <a:ext uri="{FF2B5EF4-FFF2-40B4-BE49-F238E27FC236}">
                <a16:creationId xmlns:a16="http://schemas.microsoft.com/office/drawing/2014/main" id="{6F1AED59-0D8D-95F1-B41B-218156B7C1FB}"/>
              </a:ext>
            </a:extLst>
          </p:cNvPr>
          <p:cNvSpPr/>
          <p:nvPr/>
        </p:nvSpPr>
        <p:spPr>
          <a:xfrm>
            <a:off x="4445000" y="3683000"/>
            <a:ext cx="1270000" cy="1206500"/>
          </a:xfrm>
          <a:prstGeom prst="borderCallout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utoShape 112">
            <a:extLst>
              <a:ext uri="{FF2B5EF4-FFF2-40B4-BE49-F238E27FC236}">
                <a16:creationId xmlns:a16="http://schemas.microsoft.com/office/drawing/2014/main" id="{99B92B0D-43F1-FF87-7AD9-761A26E7C152}"/>
              </a:ext>
            </a:extLst>
          </p:cNvPr>
          <p:cNvSpPr/>
          <p:nvPr/>
        </p:nvSpPr>
        <p:spPr>
          <a:xfrm>
            <a:off x="6477000" y="3683000"/>
            <a:ext cx="1270000" cy="1206500"/>
          </a:xfrm>
          <a:prstGeom prst="borderCallout3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AutoShape 113">
            <a:extLst>
              <a:ext uri="{FF2B5EF4-FFF2-40B4-BE49-F238E27FC236}">
                <a16:creationId xmlns:a16="http://schemas.microsoft.com/office/drawing/2014/main" id="{647D00E0-2A10-4B63-AECB-121BFC2B35A2}"/>
              </a:ext>
            </a:extLst>
          </p:cNvPr>
          <p:cNvSpPr/>
          <p:nvPr/>
        </p:nvSpPr>
        <p:spPr>
          <a:xfrm>
            <a:off x="8509000" y="3683000"/>
            <a:ext cx="1270000" cy="1206500"/>
          </a:xfrm>
          <a:prstGeom prst="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AutoShape 114">
            <a:extLst>
              <a:ext uri="{FF2B5EF4-FFF2-40B4-BE49-F238E27FC236}">
                <a16:creationId xmlns:a16="http://schemas.microsoft.com/office/drawing/2014/main" id="{65BBA901-FBE3-CBD4-F160-21EF636F544B}"/>
              </a:ext>
            </a:extLst>
          </p:cNvPr>
          <p:cNvSpPr/>
          <p:nvPr/>
        </p:nvSpPr>
        <p:spPr>
          <a:xfrm>
            <a:off x="10541000" y="3683000"/>
            <a:ext cx="1270000" cy="1206500"/>
          </a:xfrm>
          <a:prstGeom prst="accent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AutoShape 115">
            <a:extLst>
              <a:ext uri="{FF2B5EF4-FFF2-40B4-BE49-F238E27FC236}">
                <a16:creationId xmlns:a16="http://schemas.microsoft.com/office/drawing/2014/main" id="{E1F3E4FF-6AE9-629C-05A7-C7DA08B2D17E}"/>
              </a:ext>
            </a:extLst>
          </p:cNvPr>
          <p:cNvSpPr/>
          <p:nvPr/>
        </p:nvSpPr>
        <p:spPr>
          <a:xfrm>
            <a:off x="381000" y="5397500"/>
            <a:ext cx="1270000" cy="1206500"/>
          </a:xfrm>
          <a:prstGeom prst="accentCallout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AutoShape 116">
            <a:extLst>
              <a:ext uri="{FF2B5EF4-FFF2-40B4-BE49-F238E27FC236}">
                <a16:creationId xmlns:a16="http://schemas.microsoft.com/office/drawing/2014/main" id="{607DD16B-784C-6E85-F676-AE8A798C21BF}"/>
              </a:ext>
            </a:extLst>
          </p:cNvPr>
          <p:cNvSpPr/>
          <p:nvPr/>
        </p:nvSpPr>
        <p:spPr>
          <a:xfrm>
            <a:off x="2413000" y="5397500"/>
            <a:ext cx="1270000" cy="1206500"/>
          </a:xfrm>
          <a:prstGeom prst="accentCallout3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AutoShape 117">
            <a:extLst>
              <a:ext uri="{FF2B5EF4-FFF2-40B4-BE49-F238E27FC236}">
                <a16:creationId xmlns:a16="http://schemas.microsoft.com/office/drawing/2014/main" id="{52A8985F-6354-D8D3-48F3-CD331CBBE417}"/>
              </a:ext>
            </a:extLst>
          </p:cNvPr>
          <p:cNvSpPr/>
          <p:nvPr/>
        </p:nvSpPr>
        <p:spPr>
          <a:xfrm>
            <a:off x="4445000" y="5397500"/>
            <a:ext cx="1270000" cy="1206500"/>
          </a:xfrm>
          <a:prstGeom prst="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AutoShape 118">
            <a:extLst>
              <a:ext uri="{FF2B5EF4-FFF2-40B4-BE49-F238E27FC236}">
                <a16:creationId xmlns:a16="http://schemas.microsoft.com/office/drawing/2014/main" id="{7C987DA0-A410-AC6E-57FC-CFA3AABA43E9}"/>
              </a:ext>
            </a:extLst>
          </p:cNvPr>
          <p:cNvSpPr/>
          <p:nvPr/>
        </p:nvSpPr>
        <p:spPr>
          <a:xfrm>
            <a:off x="6477000" y="5397500"/>
            <a:ext cx="1270000" cy="1206500"/>
          </a:xfrm>
          <a:prstGeom prst="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AutoShape 119">
            <a:extLst>
              <a:ext uri="{FF2B5EF4-FFF2-40B4-BE49-F238E27FC236}">
                <a16:creationId xmlns:a16="http://schemas.microsoft.com/office/drawing/2014/main" id="{5D198119-7AFF-633E-459E-79C4BAE2274A}"/>
              </a:ext>
            </a:extLst>
          </p:cNvPr>
          <p:cNvSpPr/>
          <p:nvPr/>
        </p:nvSpPr>
        <p:spPr>
          <a:xfrm>
            <a:off x="8509000" y="5397500"/>
            <a:ext cx="1270000" cy="1206500"/>
          </a:xfrm>
          <a:prstGeom prst="callout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AutoShape 120">
            <a:extLst>
              <a:ext uri="{FF2B5EF4-FFF2-40B4-BE49-F238E27FC236}">
                <a16:creationId xmlns:a16="http://schemas.microsoft.com/office/drawing/2014/main" id="{20650B49-EEE4-D0CB-C8CE-6ABFECDFD5E1}"/>
              </a:ext>
            </a:extLst>
          </p:cNvPr>
          <p:cNvSpPr/>
          <p:nvPr/>
        </p:nvSpPr>
        <p:spPr>
          <a:xfrm>
            <a:off x="10541000" y="5397500"/>
            <a:ext cx="1270000" cy="1206500"/>
          </a:xfrm>
          <a:prstGeom prst="callout3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550670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121">
            <a:extLst>
              <a:ext uri="{FF2B5EF4-FFF2-40B4-BE49-F238E27FC236}">
                <a16:creationId xmlns:a16="http://schemas.microsoft.com/office/drawing/2014/main" id="{6D139E20-3144-7179-5EB9-6854B7ABEC46}"/>
              </a:ext>
            </a:extLst>
          </p:cNvPr>
          <p:cNvSpPr/>
          <p:nvPr/>
        </p:nvSpPr>
        <p:spPr>
          <a:xfrm>
            <a:off x="381000" y="254000"/>
            <a:ext cx="1270000" cy="1206500"/>
          </a:xfrm>
          <a:prstGeom prst="border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AutoShape 122">
            <a:extLst>
              <a:ext uri="{FF2B5EF4-FFF2-40B4-BE49-F238E27FC236}">
                <a16:creationId xmlns:a16="http://schemas.microsoft.com/office/drawing/2014/main" id="{49C6BAFA-9EB2-D3B4-4D1F-93DE6EC3BA24}"/>
              </a:ext>
            </a:extLst>
          </p:cNvPr>
          <p:cNvSpPr/>
          <p:nvPr/>
        </p:nvSpPr>
        <p:spPr>
          <a:xfrm>
            <a:off x="2413000" y="254000"/>
            <a:ext cx="1270000" cy="1206500"/>
          </a:xfrm>
          <a:prstGeom prst="accentBorderCallout1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AutoShape 123">
            <a:extLst>
              <a:ext uri="{FF2B5EF4-FFF2-40B4-BE49-F238E27FC236}">
                <a16:creationId xmlns:a16="http://schemas.microsoft.com/office/drawing/2014/main" id="{9ED4F3E1-F8DA-66E0-D51F-19EB6C88519E}"/>
              </a:ext>
            </a:extLst>
          </p:cNvPr>
          <p:cNvSpPr/>
          <p:nvPr/>
        </p:nvSpPr>
        <p:spPr>
          <a:xfrm>
            <a:off x="4445000" y="254000"/>
            <a:ext cx="1270000" cy="1206500"/>
          </a:xfrm>
          <a:prstGeom prst="accentBorderCallout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utoShape 124">
            <a:extLst>
              <a:ext uri="{FF2B5EF4-FFF2-40B4-BE49-F238E27FC236}">
                <a16:creationId xmlns:a16="http://schemas.microsoft.com/office/drawing/2014/main" id="{42217AD1-EFB1-A48A-9B8A-AEBFE085E53C}"/>
              </a:ext>
            </a:extLst>
          </p:cNvPr>
          <p:cNvSpPr/>
          <p:nvPr/>
        </p:nvSpPr>
        <p:spPr>
          <a:xfrm>
            <a:off x="6477000" y="254000"/>
            <a:ext cx="1270000" cy="1206500"/>
          </a:xfrm>
          <a:prstGeom prst="accentBorderCallout3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utoShape 125">
            <a:extLst>
              <a:ext uri="{FF2B5EF4-FFF2-40B4-BE49-F238E27FC236}">
                <a16:creationId xmlns:a16="http://schemas.microsoft.com/office/drawing/2014/main" id="{CF7E2140-6E6D-EE28-9012-264B32DB1DAE}"/>
              </a:ext>
            </a:extLst>
          </p:cNvPr>
          <p:cNvSpPr/>
          <p:nvPr/>
        </p:nvSpPr>
        <p:spPr>
          <a:xfrm>
            <a:off x="8509000" y="254000"/>
            <a:ext cx="1270000" cy="1206500"/>
          </a:xfrm>
          <a:prstGeom prst="actionButtonBlank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AutoShape 126">
            <a:extLst>
              <a:ext uri="{FF2B5EF4-FFF2-40B4-BE49-F238E27FC236}">
                <a16:creationId xmlns:a16="http://schemas.microsoft.com/office/drawing/2014/main" id="{D6F45FB9-6512-8B10-8273-76A13B2B7436}"/>
              </a:ext>
            </a:extLst>
          </p:cNvPr>
          <p:cNvSpPr/>
          <p:nvPr/>
        </p:nvSpPr>
        <p:spPr>
          <a:xfrm>
            <a:off x="10541000" y="254000"/>
            <a:ext cx="1270000" cy="1206500"/>
          </a:xfrm>
          <a:prstGeom prst="actionButtonHo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utoShape 127">
            <a:extLst>
              <a:ext uri="{FF2B5EF4-FFF2-40B4-BE49-F238E27FC236}">
                <a16:creationId xmlns:a16="http://schemas.microsoft.com/office/drawing/2014/main" id="{9CDF0EB2-F726-0FE5-961C-AB012456D8F5}"/>
              </a:ext>
            </a:extLst>
          </p:cNvPr>
          <p:cNvSpPr/>
          <p:nvPr/>
        </p:nvSpPr>
        <p:spPr>
          <a:xfrm>
            <a:off x="381000" y="1968500"/>
            <a:ext cx="1270000" cy="1206500"/>
          </a:xfrm>
          <a:prstGeom prst="actionButtonHelp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utoShape 128">
            <a:extLst>
              <a:ext uri="{FF2B5EF4-FFF2-40B4-BE49-F238E27FC236}">
                <a16:creationId xmlns:a16="http://schemas.microsoft.com/office/drawing/2014/main" id="{1E98D95C-80EB-388B-865E-D15895AB15FE}"/>
              </a:ext>
            </a:extLst>
          </p:cNvPr>
          <p:cNvSpPr/>
          <p:nvPr/>
        </p:nvSpPr>
        <p:spPr>
          <a:xfrm>
            <a:off x="2413000" y="1968500"/>
            <a:ext cx="1270000" cy="1206500"/>
          </a:xfrm>
          <a:prstGeom prst="actionButtonInformati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utoShape 129">
            <a:extLst>
              <a:ext uri="{FF2B5EF4-FFF2-40B4-BE49-F238E27FC236}">
                <a16:creationId xmlns:a16="http://schemas.microsoft.com/office/drawing/2014/main" id="{A554686B-0074-B88A-FAEE-214D4E9360A5}"/>
              </a:ext>
            </a:extLst>
          </p:cNvPr>
          <p:cNvSpPr/>
          <p:nvPr/>
        </p:nvSpPr>
        <p:spPr>
          <a:xfrm>
            <a:off x="4445000" y="1968500"/>
            <a:ext cx="1270000" cy="1206500"/>
          </a:xfrm>
          <a:prstGeom prst="actionButtonBackPrevio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130">
            <a:extLst>
              <a:ext uri="{FF2B5EF4-FFF2-40B4-BE49-F238E27FC236}">
                <a16:creationId xmlns:a16="http://schemas.microsoft.com/office/drawing/2014/main" id="{C1A19B37-D63C-04D5-4B85-E2F0E91B6068}"/>
              </a:ext>
            </a:extLst>
          </p:cNvPr>
          <p:cNvSpPr/>
          <p:nvPr/>
        </p:nvSpPr>
        <p:spPr>
          <a:xfrm>
            <a:off x="6477000" y="1968500"/>
            <a:ext cx="1270000" cy="1206500"/>
          </a:xfrm>
          <a:prstGeom prst="actionButtonForwardNex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AutoShape 131">
            <a:extLst>
              <a:ext uri="{FF2B5EF4-FFF2-40B4-BE49-F238E27FC236}">
                <a16:creationId xmlns:a16="http://schemas.microsoft.com/office/drawing/2014/main" id="{EFF2326C-ED5A-E00D-BE58-78C66EC4B56C}"/>
              </a:ext>
            </a:extLst>
          </p:cNvPr>
          <p:cNvSpPr/>
          <p:nvPr/>
        </p:nvSpPr>
        <p:spPr>
          <a:xfrm>
            <a:off x="8509000" y="1968500"/>
            <a:ext cx="1270000" cy="1206500"/>
          </a:xfrm>
          <a:prstGeom prst="actionButtonBeginning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utoShape 132">
            <a:extLst>
              <a:ext uri="{FF2B5EF4-FFF2-40B4-BE49-F238E27FC236}">
                <a16:creationId xmlns:a16="http://schemas.microsoft.com/office/drawing/2014/main" id="{BC2065DF-16C1-C7C9-D310-96AD3D9BDA9E}"/>
              </a:ext>
            </a:extLst>
          </p:cNvPr>
          <p:cNvSpPr/>
          <p:nvPr/>
        </p:nvSpPr>
        <p:spPr>
          <a:xfrm>
            <a:off x="10541000" y="1968500"/>
            <a:ext cx="1270000" cy="1206500"/>
          </a:xfrm>
          <a:prstGeom prst="actionButtonEn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AutoShape 133">
            <a:extLst>
              <a:ext uri="{FF2B5EF4-FFF2-40B4-BE49-F238E27FC236}">
                <a16:creationId xmlns:a16="http://schemas.microsoft.com/office/drawing/2014/main" id="{D09F8F4F-C403-2CB5-B563-DE5090BA3298}"/>
              </a:ext>
            </a:extLst>
          </p:cNvPr>
          <p:cNvSpPr/>
          <p:nvPr/>
        </p:nvSpPr>
        <p:spPr>
          <a:xfrm>
            <a:off x="381000" y="3683000"/>
            <a:ext cx="1270000" cy="1206500"/>
          </a:xfrm>
          <a:prstGeom prst="actionButtonRetur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utoShape 134">
            <a:extLst>
              <a:ext uri="{FF2B5EF4-FFF2-40B4-BE49-F238E27FC236}">
                <a16:creationId xmlns:a16="http://schemas.microsoft.com/office/drawing/2014/main" id="{F8D5971E-470B-9444-A65A-3BDFE0599412}"/>
              </a:ext>
            </a:extLst>
          </p:cNvPr>
          <p:cNvSpPr/>
          <p:nvPr/>
        </p:nvSpPr>
        <p:spPr>
          <a:xfrm>
            <a:off x="2413000" y="3683000"/>
            <a:ext cx="1270000" cy="1206500"/>
          </a:xfrm>
          <a:prstGeom prst="actionButtonDocumen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AutoShape 135">
            <a:extLst>
              <a:ext uri="{FF2B5EF4-FFF2-40B4-BE49-F238E27FC236}">
                <a16:creationId xmlns:a16="http://schemas.microsoft.com/office/drawing/2014/main" id="{A565A48B-E549-883A-803C-6250A7B5DDD9}"/>
              </a:ext>
            </a:extLst>
          </p:cNvPr>
          <p:cNvSpPr/>
          <p:nvPr/>
        </p:nvSpPr>
        <p:spPr>
          <a:xfrm>
            <a:off x="4445000" y="3683000"/>
            <a:ext cx="1270000" cy="1206500"/>
          </a:xfrm>
          <a:prstGeom prst="actionButtonSoun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utoShape 136">
            <a:extLst>
              <a:ext uri="{FF2B5EF4-FFF2-40B4-BE49-F238E27FC236}">
                <a16:creationId xmlns:a16="http://schemas.microsoft.com/office/drawing/2014/main" id="{86D6FA21-E8EC-2FEE-F047-FA8EE9ACAAAA}"/>
              </a:ext>
            </a:extLst>
          </p:cNvPr>
          <p:cNvSpPr/>
          <p:nvPr/>
        </p:nvSpPr>
        <p:spPr>
          <a:xfrm>
            <a:off x="6477000" y="3683000"/>
            <a:ext cx="1270000" cy="1206500"/>
          </a:xfrm>
          <a:prstGeom prst="actionButtonMovi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AutoShape 137">
            <a:extLst>
              <a:ext uri="{FF2B5EF4-FFF2-40B4-BE49-F238E27FC236}">
                <a16:creationId xmlns:a16="http://schemas.microsoft.com/office/drawing/2014/main" id="{AA43B24D-88C4-13F1-CC6A-EDA9068BFABC}"/>
              </a:ext>
            </a:extLst>
          </p:cNvPr>
          <p:cNvSpPr/>
          <p:nvPr/>
        </p:nvSpPr>
        <p:spPr>
          <a:xfrm>
            <a:off x="8509000" y="3683000"/>
            <a:ext cx="1270000" cy="1206500"/>
          </a:xfrm>
          <a:prstGeom prst="wedgeRoundRectCallou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AutoShape 139">
            <a:extLst>
              <a:ext uri="{FF2B5EF4-FFF2-40B4-BE49-F238E27FC236}">
                <a16:creationId xmlns:a16="http://schemas.microsoft.com/office/drawing/2014/main" id="{1F0E3FC6-A471-5446-9179-63AE83253A71}"/>
              </a:ext>
            </a:extLst>
          </p:cNvPr>
          <p:cNvSpPr/>
          <p:nvPr/>
        </p:nvSpPr>
        <p:spPr>
          <a:xfrm>
            <a:off x="10541000" y="3683000"/>
            <a:ext cx="1270000" cy="1206500"/>
          </a:xfrm>
          <a:prstGeom prst="flowChartOfflineStora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AutoShape 140">
            <a:extLst>
              <a:ext uri="{FF2B5EF4-FFF2-40B4-BE49-F238E27FC236}">
                <a16:creationId xmlns:a16="http://schemas.microsoft.com/office/drawing/2014/main" id="{E1196BE0-3976-D611-6A47-75372453649A}"/>
              </a:ext>
            </a:extLst>
          </p:cNvPr>
          <p:cNvSpPr/>
          <p:nvPr/>
        </p:nvSpPr>
        <p:spPr>
          <a:xfrm>
            <a:off x="381000" y="5397500"/>
            <a:ext cx="1270000" cy="1206500"/>
          </a:xfrm>
          <a:prstGeom prst="leftRightRibb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AutoShape 141">
            <a:extLst>
              <a:ext uri="{FF2B5EF4-FFF2-40B4-BE49-F238E27FC236}">
                <a16:creationId xmlns:a16="http://schemas.microsoft.com/office/drawing/2014/main" id="{6B210309-5EDF-BF7A-D713-E134A6D58CD1}"/>
              </a:ext>
            </a:extLst>
          </p:cNvPr>
          <p:cNvSpPr/>
          <p:nvPr/>
        </p:nvSpPr>
        <p:spPr>
          <a:xfrm>
            <a:off x="2413000" y="5397500"/>
            <a:ext cx="1270000" cy="1206500"/>
          </a:xfrm>
          <a:prstGeom prst="diagStrip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2" name="AutoShape 142">
            <a:extLst>
              <a:ext uri="{FF2B5EF4-FFF2-40B4-BE49-F238E27FC236}">
                <a16:creationId xmlns:a16="http://schemas.microsoft.com/office/drawing/2014/main" id="{596099F9-2011-6D4B-B063-CEB876B617CD}"/>
              </a:ext>
            </a:extLst>
          </p:cNvPr>
          <p:cNvSpPr/>
          <p:nvPr/>
        </p:nvSpPr>
        <p:spPr>
          <a:xfrm>
            <a:off x="4445000" y="5397500"/>
            <a:ext cx="1270000" cy="1206500"/>
          </a:xfrm>
          <a:prstGeom prst="pi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3" name="AutoShape 143">
            <a:extLst>
              <a:ext uri="{FF2B5EF4-FFF2-40B4-BE49-F238E27FC236}">
                <a16:creationId xmlns:a16="http://schemas.microsoft.com/office/drawing/2014/main" id="{173AD98C-815F-596B-EF56-FEE22AF2E691}"/>
              </a:ext>
            </a:extLst>
          </p:cNvPr>
          <p:cNvSpPr/>
          <p:nvPr/>
        </p:nvSpPr>
        <p:spPr>
          <a:xfrm>
            <a:off x="6477000" y="5397500"/>
            <a:ext cx="1270000" cy="1206500"/>
          </a:xfrm>
          <a:prstGeom prst="nonIsoscelesTrapezoi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" name="AutoShape 144">
            <a:extLst>
              <a:ext uri="{FF2B5EF4-FFF2-40B4-BE49-F238E27FC236}">
                <a16:creationId xmlns:a16="http://schemas.microsoft.com/office/drawing/2014/main" id="{08E17DE8-35D0-F758-C4CC-1AE0260E6ABB}"/>
              </a:ext>
            </a:extLst>
          </p:cNvPr>
          <p:cNvSpPr/>
          <p:nvPr/>
        </p:nvSpPr>
        <p:spPr>
          <a:xfrm>
            <a:off x="8509000" y="5397500"/>
            <a:ext cx="1270000" cy="1206500"/>
          </a:xfrm>
          <a:prstGeom prst="dec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" name="AutoShape 145">
            <a:extLst>
              <a:ext uri="{FF2B5EF4-FFF2-40B4-BE49-F238E27FC236}">
                <a16:creationId xmlns:a16="http://schemas.microsoft.com/office/drawing/2014/main" id="{3690FDC3-2D25-9633-F747-D7651C8EB151}"/>
              </a:ext>
            </a:extLst>
          </p:cNvPr>
          <p:cNvSpPr/>
          <p:nvPr/>
        </p:nvSpPr>
        <p:spPr>
          <a:xfrm>
            <a:off x="10541000" y="5397500"/>
            <a:ext cx="1270000" cy="1206500"/>
          </a:xfrm>
          <a:prstGeom prst="hept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53649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146">
            <a:extLst>
              <a:ext uri="{FF2B5EF4-FFF2-40B4-BE49-F238E27FC236}">
                <a16:creationId xmlns:a16="http://schemas.microsoft.com/office/drawing/2014/main" id="{82240FD7-B486-8A43-DFED-F9983A6AA038}"/>
              </a:ext>
            </a:extLst>
          </p:cNvPr>
          <p:cNvSpPr/>
          <p:nvPr/>
        </p:nvSpPr>
        <p:spPr>
          <a:xfrm>
            <a:off x="381000" y="254000"/>
            <a:ext cx="1270000" cy="1206500"/>
          </a:xfrm>
          <a:prstGeom prst="dodec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" name="AutoShape 147">
            <a:extLst>
              <a:ext uri="{FF2B5EF4-FFF2-40B4-BE49-F238E27FC236}">
                <a16:creationId xmlns:a16="http://schemas.microsoft.com/office/drawing/2014/main" id="{8CCB24C8-B838-E7BE-FE27-59713F7BF2DB}"/>
              </a:ext>
            </a:extLst>
          </p:cNvPr>
          <p:cNvSpPr/>
          <p:nvPr/>
        </p:nvSpPr>
        <p:spPr>
          <a:xfrm>
            <a:off x="2413000" y="254000"/>
            <a:ext cx="1270000" cy="1206500"/>
          </a:xfrm>
          <a:prstGeom prst="star6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4" name="AutoShape 148">
            <a:extLst>
              <a:ext uri="{FF2B5EF4-FFF2-40B4-BE49-F238E27FC236}">
                <a16:creationId xmlns:a16="http://schemas.microsoft.com/office/drawing/2014/main" id="{285DD5DA-89AA-7EFD-56EF-BC3F7CB05D72}"/>
              </a:ext>
            </a:extLst>
          </p:cNvPr>
          <p:cNvSpPr/>
          <p:nvPr/>
        </p:nvSpPr>
        <p:spPr>
          <a:xfrm>
            <a:off x="4445000" y="254000"/>
            <a:ext cx="1270000" cy="1206500"/>
          </a:xfrm>
          <a:prstGeom prst="star7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utoShape 149">
            <a:extLst>
              <a:ext uri="{FF2B5EF4-FFF2-40B4-BE49-F238E27FC236}">
                <a16:creationId xmlns:a16="http://schemas.microsoft.com/office/drawing/2014/main" id="{5941AD72-4A6A-089E-A409-A4318396650B}"/>
              </a:ext>
            </a:extLst>
          </p:cNvPr>
          <p:cNvSpPr/>
          <p:nvPr/>
        </p:nvSpPr>
        <p:spPr>
          <a:xfrm>
            <a:off x="6477000" y="254000"/>
            <a:ext cx="1270000" cy="1206500"/>
          </a:xfrm>
          <a:prstGeom prst="star10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utoShape 150">
            <a:extLst>
              <a:ext uri="{FF2B5EF4-FFF2-40B4-BE49-F238E27FC236}">
                <a16:creationId xmlns:a16="http://schemas.microsoft.com/office/drawing/2014/main" id="{C69FFAD4-22AE-0304-E26F-952B2CEF1555}"/>
              </a:ext>
            </a:extLst>
          </p:cNvPr>
          <p:cNvSpPr/>
          <p:nvPr/>
        </p:nvSpPr>
        <p:spPr>
          <a:xfrm>
            <a:off x="8509000" y="254000"/>
            <a:ext cx="1270000" cy="1206500"/>
          </a:xfrm>
          <a:prstGeom prst="star12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AutoShape 151">
            <a:extLst>
              <a:ext uri="{FF2B5EF4-FFF2-40B4-BE49-F238E27FC236}">
                <a16:creationId xmlns:a16="http://schemas.microsoft.com/office/drawing/2014/main" id="{08E2F7A9-6A1F-6047-2FCB-3A82D5DACE3B}"/>
              </a:ext>
            </a:extLst>
          </p:cNvPr>
          <p:cNvSpPr/>
          <p:nvPr/>
        </p:nvSpPr>
        <p:spPr>
          <a:xfrm>
            <a:off x="10541000" y="254000"/>
            <a:ext cx="1270000" cy="1206500"/>
          </a:xfrm>
          <a:prstGeom prst="round1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utoShape 152">
            <a:extLst>
              <a:ext uri="{FF2B5EF4-FFF2-40B4-BE49-F238E27FC236}">
                <a16:creationId xmlns:a16="http://schemas.microsoft.com/office/drawing/2014/main" id="{A579427F-30A7-023B-79EF-F6B69FA9B4B8}"/>
              </a:ext>
            </a:extLst>
          </p:cNvPr>
          <p:cNvSpPr/>
          <p:nvPr/>
        </p:nvSpPr>
        <p:spPr>
          <a:xfrm>
            <a:off x="381000" y="1968500"/>
            <a:ext cx="1270000" cy="1206500"/>
          </a:xfrm>
          <a:prstGeom prst="round2Same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9" name="AutoShape 153">
            <a:extLst>
              <a:ext uri="{FF2B5EF4-FFF2-40B4-BE49-F238E27FC236}">
                <a16:creationId xmlns:a16="http://schemas.microsoft.com/office/drawing/2014/main" id="{388F5630-234E-E6B7-B872-FC85A0AF20EC}"/>
              </a:ext>
            </a:extLst>
          </p:cNvPr>
          <p:cNvSpPr/>
          <p:nvPr/>
        </p:nvSpPr>
        <p:spPr>
          <a:xfrm>
            <a:off x="2413000" y="1968500"/>
            <a:ext cx="1270000" cy="1206500"/>
          </a:xfrm>
          <a:prstGeom prst="round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" name="AutoShape 154">
            <a:extLst>
              <a:ext uri="{FF2B5EF4-FFF2-40B4-BE49-F238E27FC236}">
                <a16:creationId xmlns:a16="http://schemas.microsoft.com/office/drawing/2014/main" id="{71F9A5A2-984B-C8DD-0A22-8170406921B3}"/>
              </a:ext>
            </a:extLst>
          </p:cNvPr>
          <p:cNvSpPr/>
          <p:nvPr/>
        </p:nvSpPr>
        <p:spPr>
          <a:xfrm>
            <a:off x="4445000" y="1968500"/>
            <a:ext cx="1270000" cy="1206500"/>
          </a:xfrm>
          <a:prstGeom prst="snip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1" name="AutoShape 155">
            <a:extLst>
              <a:ext uri="{FF2B5EF4-FFF2-40B4-BE49-F238E27FC236}">
                <a16:creationId xmlns:a16="http://schemas.microsoft.com/office/drawing/2014/main" id="{344F3551-D041-B610-E7E5-01BC4A920F65}"/>
              </a:ext>
            </a:extLst>
          </p:cNvPr>
          <p:cNvSpPr/>
          <p:nvPr/>
        </p:nvSpPr>
        <p:spPr>
          <a:xfrm>
            <a:off x="6477000" y="1968500"/>
            <a:ext cx="1270000" cy="1206500"/>
          </a:xfrm>
          <a:prstGeom prst="snip1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AutoShape 156">
            <a:extLst>
              <a:ext uri="{FF2B5EF4-FFF2-40B4-BE49-F238E27FC236}">
                <a16:creationId xmlns:a16="http://schemas.microsoft.com/office/drawing/2014/main" id="{5E54051E-81D2-BA81-082C-3B361AA595D4}"/>
              </a:ext>
            </a:extLst>
          </p:cNvPr>
          <p:cNvSpPr/>
          <p:nvPr/>
        </p:nvSpPr>
        <p:spPr>
          <a:xfrm>
            <a:off x="8509000" y="1968500"/>
            <a:ext cx="1270000" cy="1206500"/>
          </a:xfrm>
          <a:prstGeom prst="snip2Same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utoShape 157">
            <a:extLst>
              <a:ext uri="{FF2B5EF4-FFF2-40B4-BE49-F238E27FC236}">
                <a16:creationId xmlns:a16="http://schemas.microsoft.com/office/drawing/2014/main" id="{BB4D47B6-F145-DF9A-8A56-2485F57F4AF0}"/>
              </a:ext>
            </a:extLst>
          </p:cNvPr>
          <p:cNvSpPr/>
          <p:nvPr/>
        </p:nvSpPr>
        <p:spPr>
          <a:xfrm>
            <a:off x="10541000" y="1968500"/>
            <a:ext cx="1270000" cy="1206500"/>
          </a:xfrm>
          <a:prstGeom prst="snip2Diag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AutoShape 158">
            <a:extLst>
              <a:ext uri="{FF2B5EF4-FFF2-40B4-BE49-F238E27FC236}">
                <a16:creationId xmlns:a16="http://schemas.microsoft.com/office/drawing/2014/main" id="{9BEA6300-56E7-201F-D145-5E3DB2B53CE7}"/>
              </a:ext>
            </a:extLst>
          </p:cNvPr>
          <p:cNvSpPr/>
          <p:nvPr/>
        </p:nvSpPr>
        <p:spPr>
          <a:xfrm>
            <a:off x="381000" y="3683000"/>
            <a:ext cx="1270000" cy="1206500"/>
          </a:xfrm>
          <a:prstGeom prst="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5" name="AutoShape 159">
            <a:extLst>
              <a:ext uri="{FF2B5EF4-FFF2-40B4-BE49-F238E27FC236}">
                <a16:creationId xmlns:a16="http://schemas.microsoft.com/office/drawing/2014/main" id="{8E7D6C94-C480-D4C0-7BC2-2B09E9D9720F}"/>
              </a:ext>
            </a:extLst>
          </p:cNvPr>
          <p:cNvSpPr/>
          <p:nvPr/>
        </p:nvSpPr>
        <p:spPr>
          <a:xfrm>
            <a:off x="2413000" y="3683000"/>
            <a:ext cx="1270000" cy="1206500"/>
          </a:xfrm>
          <a:prstGeom prst="halfFram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6" name="AutoShape 160">
            <a:extLst>
              <a:ext uri="{FF2B5EF4-FFF2-40B4-BE49-F238E27FC236}">
                <a16:creationId xmlns:a16="http://schemas.microsoft.com/office/drawing/2014/main" id="{4EB816C5-0185-FC9C-6F75-77431F7AB18E}"/>
              </a:ext>
            </a:extLst>
          </p:cNvPr>
          <p:cNvSpPr/>
          <p:nvPr/>
        </p:nvSpPr>
        <p:spPr>
          <a:xfrm>
            <a:off x="4445000" y="3683000"/>
            <a:ext cx="1270000" cy="1206500"/>
          </a:xfrm>
          <a:prstGeom prst="teardrop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AutoShape 161">
            <a:extLst>
              <a:ext uri="{FF2B5EF4-FFF2-40B4-BE49-F238E27FC236}">
                <a16:creationId xmlns:a16="http://schemas.microsoft.com/office/drawing/2014/main" id="{74E47B09-B0C9-271D-8801-5097BC6D810B}"/>
              </a:ext>
            </a:extLst>
          </p:cNvPr>
          <p:cNvSpPr/>
          <p:nvPr/>
        </p:nvSpPr>
        <p:spPr>
          <a:xfrm>
            <a:off x="6477000" y="3683000"/>
            <a:ext cx="1270000" cy="1206500"/>
          </a:xfrm>
          <a:prstGeom prst="chor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" name="AutoShape 162">
            <a:extLst>
              <a:ext uri="{FF2B5EF4-FFF2-40B4-BE49-F238E27FC236}">
                <a16:creationId xmlns:a16="http://schemas.microsoft.com/office/drawing/2014/main" id="{4E427036-0AB6-461B-7E4E-532485D342A1}"/>
              </a:ext>
            </a:extLst>
          </p:cNvPr>
          <p:cNvSpPr/>
          <p:nvPr/>
        </p:nvSpPr>
        <p:spPr>
          <a:xfrm>
            <a:off x="8509000" y="3683000"/>
            <a:ext cx="1270000" cy="1206500"/>
          </a:xfrm>
          <a:prstGeom prst="corne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AutoShape 163">
            <a:extLst>
              <a:ext uri="{FF2B5EF4-FFF2-40B4-BE49-F238E27FC236}">
                <a16:creationId xmlns:a16="http://schemas.microsoft.com/office/drawing/2014/main" id="{20B7AF14-FE10-7127-2C1C-8007ED581844}"/>
              </a:ext>
            </a:extLst>
          </p:cNvPr>
          <p:cNvSpPr/>
          <p:nvPr/>
        </p:nvSpPr>
        <p:spPr>
          <a:xfrm>
            <a:off x="10541000" y="3683000"/>
            <a:ext cx="1270000" cy="1206500"/>
          </a:xfrm>
          <a:prstGeom prst="math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" name="AutoShape 164">
            <a:extLst>
              <a:ext uri="{FF2B5EF4-FFF2-40B4-BE49-F238E27FC236}">
                <a16:creationId xmlns:a16="http://schemas.microsoft.com/office/drawing/2014/main" id="{EF3A3270-72CD-16A8-CC3B-D43B0FFEE682}"/>
              </a:ext>
            </a:extLst>
          </p:cNvPr>
          <p:cNvSpPr/>
          <p:nvPr/>
        </p:nvSpPr>
        <p:spPr>
          <a:xfrm>
            <a:off x="381000" y="5397500"/>
            <a:ext cx="1270000" cy="1206500"/>
          </a:xfrm>
          <a:prstGeom prst="mathMin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" name="AutoShape 165">
            <a:extLst>
              <a:ext uri="{FF2B5EF4-FFF2-40B4-BE49-F238E27FC236}">
                <a16:creationId xmlns:a16="http://schemas.microsoft.com/office/drawing/2014/main" id="{C5562363-D194-EC4C-B156-E92DF0798E89}"/>
              </a:ext>
            </a:extLst>
          </p:cNvPr>
          <p:cNvSpPr/>
          <p:nvPr/>
        </p:nvSpPr>
        <p:spPr>
          <a:xfrm>
            <a:off x="2413000" y="5397500"/>
            <a:ext cx="1270000" cy="1206500"/>
          </a:xfrm>
          <a:prstGeom prst="mathMultiply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2" name="AutoShape 166">
            <a:extLst>
              <a:ext uri="{FF2B5EF4-FFF2-40B4-BE49-F238E27FC236}">
                <a16:creationId xmlns:a16="http://schemas.microsoft.com/office/drawing/2014/main" id="{D52DE1CE-F575-9C1B-FBE1-B77203FBBBFA}"/>
              </a:ext>
            </a:extLst>
          </p:cNvPr>
          <p:cNvSpPr/>
          <p:nvPr/>
        </p:nvSpPr>
        <p:spPr>
          <a:xfrm>
            <a:off x="4445000" y="5397500"/>
            <a:ext cx="1270000" cy="1206500"/>
          </a:xfrm>
          <a:prstGeom prst="mathDivid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AutoShape 167">
            <a:extLst>
              <a:ext uri="{FF2B5EF4-FFF2-40B4-BE49-F238E27FC236}">
                <a16:creationId xmlns:a16="http://schemas.microsoft.com/office/drawing/2014/main" id="{E95673E9-FA56-EB87-5E0D-9261FE228D34}"/>
              </a:ext>
            </a:extLst>
          </p:cNvPr>
          <p:cNvSpPr/>
          <p:nvPr/>
        </p:nvSpPr>
        <p:spPr>
          <a:xfrm>
            <a:off x="6477000" y="5397500"/>
            <a:ext cx="1270000" cy="1206500"/>
          </a:xfrm>
          <a:prstGeom prst="math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4" name="AutoShape 168">
            <a:extLst>
              <a:ext uri="{FF2B5EF4-FFF2-40B4-BE49-F238E27FC236}">
                <a16:creationId xmlns:a16="http://schemas.microsoft.com/office/drawing/2014/main" id="{0A6FC48F-D9D3-1BD4-C2CC-B19CD00AF9C5}"/>
              </a:ext>
            </a:extLst>
          </p:cNvPr>
          <p:cNvSpPr/>
          <p:nvPr/>
        </p:nvSpPr>
        <p:spPr>
          <a:xfrm>
            <a:off x="8509000" y="5397500"/>
            <a:ext cx="1270000" cy="1206500"/>
          </a:xfrm>
          <a:prstGeom prst="mathNotEqua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25" name="AutoShape 169">
            <a:extLst>
              <a:ext uri="{FF2B5EF4-FFF2-40B4-BE49-F238E27FC236}">
                <a16:creationId xmlns:a16="http://schemas.microsoft.com/office/drawing/2014/main" id="{ED622738-EAE3-CA2E-6D62-D8478B85F077}"/>
              </a:ext>
            </a:extLst>
          </p:cNvPr>
          <p:cNvSpPr/>
          <p:nvPr/>
        </p:nvSpPr>
        <p:spPr>
          <a:xfrm>
            <a:off x="10541000" y="5397500"/>
            <a:ext cx="1270000" cy="1206500"/>
          </a:xfrm>
          <a:prstGeom prst="cornerTab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1696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170">
            <a:extLst>
              <a:ext uri="{FF2B5EF4-FFF2-40B4-BE49-F238E27FC236}">
                <a16:creationId xmlns:a16="http://schemas.microsoft.com/office/drawing/2014/main" id="{70712C53-04EA-6512-633B-2AC93CA873F3}"/>
              </a:ext>
            </a:extLst>
          </p:cNvPr>
          <p:cNvSpPr/>
          <p:nvPr/>
        </p:nvSpPr>
        <p:spPr>
          <a:xfrm>
            <a:off x="381000" y="254000"/>
            <a:ext cx="1270000" cy="1206500"/>
          </a:xfrm>
          <a:prstGeom prst="squareTab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3" name="AutoShape 171">
            <a:extLst>
              <a:ext uri="{FF2B5EF4-FFF2-40B4-BE49-F238E27FC236}">
                <a16:creationId xmlns:a16="http://schemas.microsoft.com/office/drawing/2014/main" id="{8C13FC09-1E1F-5F1B-8DB2-2AB3DD94DDEB}"/>
              </a:ext>
            </a:extLst>
          </p:cNvPr>
          <p:cNvSpPr/>
          <p:nvPr/>
        </p:nvSpPr>
        <p:spPr>
          <a:xfrm>
            <a:off x="2413000" y="254000"/>
            <a:ext cx="1270000" cy="1206500"/>
          </a:xfrm>
          <a:prstGeom prst="plaqueTab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4" name="AutoShape 172">
            <a:extLst>
              <a:ext uri="{FF2B5EF4-FFF2-40B4-BE49-F238E27FC236}">
                <a16:creationId xmlns:a16="http://schemas.microsoft.com/office/drawing/2014/main" id="{DE98545D-2298-68E6-4189-D92C68C29074}"/>
              </a:ext>
            </a:extLst>
          </p:cNvPr>
          <p:cNvSpPr/>
          <p:nvPr/>
        </p:nvSpPr>
        <p:spPr>
          <a:xfrm>
            <a:off x="4445000" y="254000"/>
            <a:ext cx="1270000" cy="1206500"/>
          </a:xfrm>
          <a:prstGeom prst="gear6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" name="AutoShape 173">
            <a:extLst>
              <a:ext uri="{FF2B5EF4-FFF2-40B4-BE49-F238E27FC236}">
                <a16:creationId xmlns:a16="http://schemas.microsoft.com/office/drawing/2014/main" id="{F7135D31-CD3D-28BE-2910-087187844389}"/>
              </a:ext>
            </a:extLst>
          </p:cNvPr>
          <p:cNvSpPr/>
          <p:nvPr/>
        </p:nvSpPr>
        <p:spPr>
          <a:xfrm>
            <a:off x="6477000" y="254000"/>
            <a:ext cx="1270000" cy="1206500"/>
          </a:xfrm>
          <a:prstGeom prst="gear9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" name="AutoShape 174">
            <a:extLst>
              <a:ext uri="{FF2B5EF4-FFF2-40B4-BE49-F238E27FC236}">
                <a16:creationId xmlns:a16="http://schemas.microsoft.com/office/drawing/2014/main" id="{A26187DA-039A-DF06-EDE9-DB63EEF3D8D7}"/>
              </a:ext>
            </a:extLst>
          </p:cNvPr>
          <p:cNvSpPr/>
          <p:nvPr/>
        </p:nvSpPr>
        <p:spPr>
          <a:xfrm>
            <a:off x="8509000" y="254000"/>
            <a:ext cx="1270000" cy="1206500"/>
          </a:xfrm>
          <a:prstGeom prst="funnel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7" name="AutoShape 175">
            <a:extLst>
              <a:ext uri="{FF2B5EF4-FFF2-40B4-BE49-F238E27FC236}">
                <a16:creationId xmlns:a16="http://schemas.microsoft.com/office/drawing/2014/main" id="{6D70CE5D-F8C8-0125-BFD2-A86F93981553}"/>
              </a:ext>
            </a:extLst>
          </p:cNvPr>
          <p:cNvSpPr/>
          <p:nvPr/>
        </p:nvSpPr>
        <p:spPr>
          <a:xfrm>
            <a:off x="10541000" y="254000"/>
            <a:ext cx="1270000" cy="1206500"/>
          </a:xfrm>
          <a:prstGeom prst="pieWedg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8" name="AutoShape 176">
            <a:extLst>
              <a:ext uri="{FF2B5EF4-FFF2-40B4-BE49-F238E27FC236}">
                <a16:creationId xmlns:a16="http://schemas.microsoft.com/office/drawing/2014/main" id="{FB7D04D8-E615-5378-D791-1BCD45A5DEC2}"/>
              </a:ext>
            </a:extLst>
          </p:cNvPr>
          <p:cNvSpPr/>
          <p:nvPr/>
        </p:nvSpPr>
        <p:spPr>
          <a:xfrm>
            <a:off x="381000" y="1968500"/>
            <a:ext cx="1270000" cy="1206500"/>
          </a:xfrm>
          <a:prstGeom prst="leftCircular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9" name="AutoShape 177">
            <a:extLst>
              <a:ext uri="{FF2B5EF4-FFF2-40B4-BE49-F238E27FC236}">
                <a16:creationId xmlns:a16="http://schemas.microsoft.com/office/drawing/2014/main" id="{269AC92C-1562-71CD-B90B-B8E609C82959}"/>
              </a:ext>
            </a:extLst>
          </p:cNvPr>
          <p:cNvSpPr/>
          <p:nvPr/>
        </p:nvSpPr>
        <p:spPr>
          <a:xfrm>
            <a:off x="2413000" y="1968500"/>
            <a:ext cx="1270000" cy="1206500"/>
          </a:xfrm>
          <a:prstGeom prst="leftRightCircular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0" name="AutoShape 178">
            <a:extLst>
              <a:ext uri="{FF2B5EF4-FFF2-40B4-BE49-F238E27FC236}">
                <a16:creationId xmlns:a16="http://schemas.microsoft.com/office/drawing/2014/main" id="{4A7FDF69-7CC7-ACB3-D2D5-CC2DFF5463F6}"/>
              </a:ext>
            </a:extLst>
          </p:cNvPr>
          <p:cNvSpPr/>
          <p:nvPr/>
        </p:nvSpPr>
        <p:spPr>
          <a:xfrm>
            <a:off x="4445000" y="1968500"/>
            <a:ext cx="1270000" cy="1206500"/>
          </a:xfrm>
          <a:prstGeom prst="swoosh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sp>
        <p:nvSpPr>
          <p:cNvPr id="11" name="AutoShape 179">
            <a:extLst>
              <a:ext uri="{FF2B5EF4-FFF2-40B4-BE49-F238E27FC236}">
                <a16:creationId xmlns:a16="http://schemas.microsoft.com/office/drawing/2014/main" id="{F162067F-4370-C52B-5A74-B111CE32D7C2}"/>
              </a:ext>
            </a:extLst>
          </p:cNvPr>
          <p:cNvSpPr/>
          <p:nvPr/>
        </p:nvSpPr>
        <p:spPr>
          <a:xfrm>
            <a:off x="6477000" y="1968500"/>
            <a:ext cx="1270000" cy="1206500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2" name="AutoShape 180">
            <a:extLst>
              <a:ext uri="{FF2B5EF4-FFF2-40B4-BE49-F238E27FC236}">
                <a16:creationId xmlns:a16="http://schemas.microsoft.com/office/drawing/2014/main" id="{14C97163-CC97-7E30-8DAF-52F0E585CC19}"/>
              </a:ext>
            </a:extLst>
          </p:cNvPr>
          <p:cNvSpPr/>
          <p:nvPr/>
        </p:nvSpPr>
        <p:spPr>
          <a:xfrm>
            <a:off x="8509000" y="1968500"/>
            <a:ext cx="1270000" cy="1206500"/>
          </a:xfrm>
          <a:prstGeom prst="chartX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AutoShape 181">
            <a:extLst>
              <a:ext uri="{FF2B5EF4-FFF2-40B4-BE49-F238E27FC236}">
                <a16:creationId xmlns:a16="http://schemas.microsoft.com/office/drawing/2014/main" id="{ED7A9166-FF0E-EDFB-0D37-83F2473981AC}"/>
              </a:ext>
            </a:extLst>
          </p:cNvPr>
          <p:cNvSpPr/>
          <p:nvPr/>
        </p:nvSpPr>
        <p:spPr>
          <a:xfrm>
            <a:off x="10541000" y="1968500"/>
            <a:ext cx="1270000" cy="1206500"/>
          </a:xfrm>
          <a:prstGeom prst="chartStar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AutoShape 182">
            <a:extLst>
              <a:ext uri="{FF2B5EF4-FFF2-40B4-BE49-F238E27FC236}">
                <a16:creationId xmlns:a16="http://schemas.microsoft.com/office/drawing/2014/main" id="{04735546-C1BC-E929-8236-A329D20A8344}"/>
              </a:ext>
            </a:extLst>
          </p:cNvPr>
          <p:cNvSpPr/>
          <p:nvPr/>
        </p:nvSpPr>
        <p:spPr>
          <a:xfrm>
            <a:off x="381000" y="3683000"/>
            <a:ext cx="1270000" cy="1206500"/>
          </a:xfrm>
          <a:prstGeom prst="chartPlu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AutoShape 183">
            <a:extLst>
              <a:ext uri="{FF2B5EF4-FFF2-40B4-BE49-F238E27FC236}">
                <a16:creationId xmlns:a16="http://schemas.microsoft.com/office/drawing/2014/main" id="{4229F2FE-4179-10E2-43EA-E94BE0D64546}"/>
              </a:ext>
            </a:extLst>
          </p:cNvPr>
          <p:cNvSpPr/>
          <p:nvPr/>
        </p:nvSpPr>
        <p:spPr>
          <a:xfrm>
            <a:off x="2413000" y="3683000"/>
            <a:ext cx="1270000" cy="1206500"/>
          </a:xfrm>
          <a:prstGeom prst="lineInv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997557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Benutzerdefiniert</PresentationFormat>
  <Paragraphs>0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Fidelity generator</dc:creator>
  <cp:lastModifiedBy>Fidelity generator</cp:lastModifiedBy>
  <cp:revision>1</cp:revision>
  <dcterms:created xsi:type="dcterms:W3CDTF">2026-10-08T09:08:02Z</dcterms:created>
  <dcterms:modified xsi:type="dcterms:W3CDTF">2026-10-08T09:08:02Z</dcterms:modified>
</cp:coreProperties>
</file>