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CD2AF6F-72CA-BBC5-4507-182E2A984AC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430C5C92-9BED-DF2A-E2BC-8AA2648BE22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29566B3C-2AB1-90AA-BD7D-E41AEDF225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E360E9-0FB8-400D-AC15-8242C30AE4EE}" type="datetimeFigureOut">
              <a:rPr lang="de-DE" smtClean="0"/>
              <a:t>08.10.2026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A65489BD-1076-4E94-E836-85330CCCC0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376BB11C-78ED-9091-6E3D-E9296CBAF0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06C979-E34A-47C6-BB4C-39A0B120C4F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1687322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A9FE337-1543-45E9-2A30-A703F7CC1C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38BE321-A629-7971-7D85-BAEA2582D52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0BDB749A-3B60-0C86-3AFB-FF5142BEA9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E360E9-0FB8-400D-AC15-8242C30AE4EE}" type="datetimeFigureOut">
              <a:rPr lang="de-DE" smtClean="0"/>
              <a:t>08.10.2026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6B66FF72-F58D-2154-7748-6C549854E7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BB2695C9-8E00-A83E-39A6-0197C3C6BB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06C979-E34A-47C6-BB4C-39A0B120C4F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8978774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02F56B3-0993-1A79-0E75-A080D933F4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73972478-261C-3ED4-06F7-AC0047F71E1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4BC924A1-F8F6-EA85-A01E-C05E02651F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E360E9-0FB8-400D-AC15-8242C30AE4EE}" type="datetimeFigureOut">
              <a:rPr lang="de-DE" smtClean="0"/>
              <a:t>08.10.2026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2B109AA-0544-EE3E-B3DB-04B943D43B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3AEF0AF4-3B32-F38A-FF8E-52670D08F0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06C979-E34A-47C6-BB4C-39A0B120C4F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560148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B7852FA-92AC-F316-8E86-A24A40CA5D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1B0AE6A-EDFE-A42A-2E95-E34902E7BF4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CB108109-1C44-64E6-2A5C-13E6FD061D4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9A0F7D7C-6F3F-5121-FF93-C521A3B73D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E360E9-0FB8-400D-AC15-8242C30AE4EE}" type="datetimeFigureOut">
              <a:rPr lang="de-DE" smtClean="0"/>
              <a:t>08.10.2026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C86A9923-47CF-EEF9-C267-83CB18EF7C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A8759221-29A0-C01E-7F67-46AB2C3CD3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06C979-E34A-47C6-BB4C-39A0B120C4F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6858412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9D1E7EB-5432-3FAE-2174-904FB89ADF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C2F06E25-261F-E36E-E1C6-E1314163BF3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B5DFB099-B244-B99D-4A5F-AF9DC9845D0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94002002-EFC7-4653-3B80-C2AEF62D192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83164BEC-5582-52D3-A8FE-912DCE14E51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F1A3BED8-81F8-3B65-375C-A589C9D566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E360E9-0FB8-400D-AC15-8242C30AE4EE}" type="datetimeFigureOut">
              <a:rPr lang="de-DE" smtClean="0"/>
              <a:t>08.10.2026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30243EFA-D728-9CB8-6C91-896C4F834E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701B8414-BF67-7648-C58E-866DE8C7C3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06C979-E34A-47C6-BB4C-39A0B120C4F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98979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1AD5E8F-00EC-B0E4-65D4-A8C8D30E46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3EA5B620-0DE3-E680-3537-49C1633F66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E360E9-0FB8-400D-AC15-8242C30AE4EE}" type="datetimeFigureOut">
              <a:rPr lang="de-DE" smtClean="0"/>
              <a:t>08.10.2026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75501F5D-9BE4-B7F5-8995-9A04EB37F9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B87165B3-FE6B-6FC2-96B5-F28337A70C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06C979-E34A-47C6-BB4C-39A0B120C4F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3667991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70D9B5FD-F07A-AD09-A534-FCACBAC27E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E360E9-0FB8-400D-AC15-8242C30AE4EE}" type="datetimeFigureOut">
              <a:rPr lang="de-DE" smtClean="0"/>
              <a:t>08.10.2026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71F983E8-DB43-71D7-F8CC-BC9A00DB71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EFDBC0B-04A1-2771-4FDE-729A07FEE9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06C979-E34A-47C6-BB4C-39A0B120C4F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2867054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AAAFF21-B16C-BCD4-BB16-673A1E5EEA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5582968-38B0-DF5D-FCF8-20B70A8107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DB811100-324B-C4BE-1E01-1421BE2640C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255EBF4C-AFF8-2429-F5C6-0A4E7CB2A3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E360E9-0FB8-400D-AC15-8242C30AE4EE}" type="datetimeFigureOut">
              <a:rPr lang="de-DE" smtClean="0"/>
              <a:t>08.10.2026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2B81A7F2-B65B-A487-78B9-5A63BD5AAF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F837510E-8E18-E7A6-745E-14B48F2D9A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06C979-E34A-47C6-BB4C-39A0B120C4F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4217675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5EB82A6-BE17-B296-D17D-B66A065209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2F591E62-24A6-963E-6804-A111028C17C0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C5A19A89-5A59-3217-E551-E55D7637D86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32ED56A2-5D7B-15EE-118C-C2892FDC7A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E360E9-0FB8-400D-AC15-8242C30AE4EE}" type="datetimeFigureOut">
              <a:rPr lang="de-DE" smtClean="0"/>
              <a:t>08.10.2026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B488970A-6270-6982-1DC2-F2F340FC49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14CB5EA9-51F8-C560-3DC7-CC46458530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06C979-E34A-47C6-BB4C-39A0B120C4F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7591727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9998FD2-5004-366F-C708-C11E235BBF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5E688A67-6748-7145-190C-6188096B7AE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B8ADAB25-4ED9-25A5-B653-5B96415E44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E360E9-0FB8-400D-AC15-8242C30AE4EE}" type="datetimeFigureOut">
              <a:rPr lang="de-DE" smtClean="0"/>
              <a:t>08.10.2026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67B2FECC-8BF0-B402-E3AE-A7672760A0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D800A22C-3277-2B03-D9E8-DC97A0A997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06C979-E34A-47C6-BB4C-39A0B120C4F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7935344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635D9D09-2305-8F61-123A-820548D7D30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99B0EAC9-B242-16A5-EC43-B0E3F9F9DE5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F1BAD412-3958-6FF3-BF8A-7FD9158ED0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E360E9-0FB8-400D-AC15-8242C30AE4EE}" type="datetimeFigureOut">
              <a:rPr lang="de-DE" smtClean="0"/>
              <a:t>08.10.2026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7DCE3D6C-9574-5173-96DD-D49D28B99B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EAF5EED2-7614-AF53-E582-6FE07339F6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06C979-E34A-47C6-BB4C-39A0B120C4F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0560375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565DE672-ECC3-7705-8D96-3989A22A9C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B93A9834-6DA0-42CC-99CC-6F63BBC3BF8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EF473A6-13F8-3A12-B979-0D88F0BAB13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CE360E9-0FB8-400D-AC15-8242C30AE4EE}" type="datetimeFigureOut">
              <a:rPr lang="de-DE" smtClean="0"/>
              <a:t>08.10.2026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F2BD7CE-FF2C-0ABA-AAB6-427B0A32A61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8A9DCD82-E145-FF98-E567-B3A525833D3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D06C979-E34A-47C6-BB4C-39A0B120C4F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213123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1">
            <a:extLst>
              <a:ext uri="{FF2B5EF4-FFF2-40B4-BE49-F238E27FC236}">
                <a16:creationId xmlns:a16="http://schemas.microsoft.com/office/drawing/2014/main" id="{64F2E390-9FD5-A23C-4A16-F8CC5FF88E5A}"/>
              </a:ext>
            </a:extLst>
          </p:cNvPr>
          <p:cNvSpPr/>
          <p:nvPr/>
        </p:nvSpPr>
        <p:spPr>
          <a:xfrm>
            <a:off x="381000" y="254000"/>
            <a:ext cx="1270000" cy="12065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" name="AutoShape 2">
            <a:extLst>
              <a:ext uri="{FF2B5EF4-FFF2-40B4-BE49-F238E27FC236}">
                <a16:creationId xmlns:a16="http://schemas.microsoft.com/office/drawing/2014/main" id="{56F3FAFE-5ACC-3161-24C3-E9E8A618979D}"/>
              </a:ext>
            </a:extLst>
          </p:cNvPr>
          <p:cNvSpPr/>
          <p:nvPr/>
        </p:nvSpPr>
        <p:spPr>
          <a:xfrm>
            <a:off x="2413000" y="254000"/>
            <a:ext cx="1270000" cy="1206500"/>
          </a:xfrm>
          <a:prstGeom prst="parallelogram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AutoShape 3">
            <a:extLst>
              <a:ext uri="{FF2B5EF4-FFF2-40B4-BE49-F238E27FC236}">
                <a16:creationId xmlns:a16="http://schemas.microsoft.com/office/drawing/2014/main" id="{9FE8384B-ED33-24A6-3077-42A762AD1A3C}"/>
              </a:ext>
            </a:extLst>
          </p:cNvPr>
          <p:cNvSpPr/>
          <p:nvPr/>
        </p:nvSpPr>
        <p:spPr>
          <a:xfrm>
            <a:off x="4445000" y="254000"/>
            <a:ext cx="1270000" cy="1206500"/>
          </a:xfrm>
          <a:prstGeom prst="trapezoid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AutoShape 4">
            <a:extLst>
              <a:ext uri="{FF2B5EF4-FFF2-40B4-BE49-F238E27FC236}">
                <a16:creationId xmlns:a16="http://schemas.microsoft.com/office/drawing/2014/main" id="{84E0BF67-B93F-90A6-85BF-A2A818563BB6}"/>
              </a:ext>
            </a:extLst>
          </p:cNvPr>
          <p:cNvSpPr/>
          <p:nvPr/>
        </p:nvSpPr>
        <p:spPr>
          <a:xfrm>
            <a:off x="6477000" y="254000"/>
            <a:ext cx="1270000" cy="1206500"/>
          </a:xfrm>
          <a:prstGeom prst="diamond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AutoShape 5">
            <a:extLst>
              <a:ext uri="{FF2B5EF4-FFF2-40B4-BE49-F238E27FC236}">
                <a16:creationId xmlns:a16="http://schemas.microsoft.com/office/drawing/2014/main" id="{26B8CA52-6179-D7D6-E73A-22A05465A39B}"/>
              </a:ext>
            </a:extLst>
          </p:cNvPr>
          <p:cNvSpPr/>
          <p:nvPr/>
        </p:nvSpPr>
        <p:spPr>
          <a:xfrm>
            <a:off x="8509000" y="254000"/>
            <a:ext cx="1270000" cy="12065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" name="AutoShape 6">
            <a:extLst>
              <a:ext uri="{FF2B5EF4-FFF2-40B4-BE49-F238E27FC236}">
                <a16:creationId xmlns:a16="http://schemas.microsoft.com/office/drawing/2014/main" id="{15BB5CCC-5E52-C9C8-63CF-79258A478CFB}"/>
              </a:ext>
            </a:extLst>
          </p:cNvPr>
          <p:cNvSpPr/>
          <p:nvPr/>
        </p:nvSpPr>
        <p:spPr>
          <a:xfrm>
            <a:off x="10541000" y="254000"/>
            <a:ext cx="1270000" cy="1206500"/>
          </a:xfrm>
          <a:prstGeom prst="octago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AutoShape 7">
            <a:extLst>
              <a:ext uri="{FF2B5EF4-FFF2-40B4-BE49-F238E27FC236}">
                <a16:creationId xmlns:a16="http://schemas.microsoft.com/office/drawing/2014/main" id="{C4AB30C2-7D7B-9073-3D01-7B3D5F5BF65F}"/>
              </a:ext>
            </a:extLst>
          </p:cNvPr>
          <p:cNvSpPr/>
          <p:nvPr/>
        </p:nvSpPr>
        <p:spPr>
          <a:xfrm>
            <a:off x="381000" y="1968500"/>
            <a:ext cx="1270000" cy="1206500"/>
          </a:xfrm>
          <a:prstGeom prst="triangl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" name="AutoShape 8">
            <a:extLst>
              <a:ext uri="{FF2B5EF4-FFF2-40B4-BE49-F238E27FC236}">
                <a16:creationId xmlns:a16="http://schemas.microsoft.com/office/drawing/2014/main" id="{7474B19D-1956-99BB-C94A-AEDCE55BA404}"/>
              </a:ext>
            </a:extLst>
          </p:cNvPr>
          <p:cNvSpPr/>
          <p:nvPr/>
        </p:nvSpPr>
        <p:spPr>
          <a:xfrm>
            <a:off x="2413000" y="1968500"/>
            <a:ext cx="1270000" cy="1206500"/>
          </a:xfrm>
          <a:prstGeom prst="rtTriangl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" name="AutoShape 9">
            <a:extLst>
              <a:ext uri="{FF2B5EF4-FFF2-40B4-BE49-F238E27FC236}">
                <a16:creationId xmlns:a16="http://schemas.microsoft.com/office/drawing/2014/main" id="{AA44B350-84FD-91C0-B5F9-B82D671C434D}"/>
              </a:ext>
            </a:extLst>
          </p:cNvPr>
          <p:cNvSpPr/>
          <p:nvPr/>
        </p:nvSpPr>
        <p:spPr>
          <a:xfrm>
            <a:off x="4445000" y="1968500"/>
            <a:ext cx="1270000" cy="12065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1" name="AutoShape 10">
            <a:extLst>
              <a:ext uri="{FF2B5EF4-FFF2-40B4-BE49-F238E27FC236}">
                <a16:creationId xmlns:a16="http://schemas.microsoft.com/office/drawing/2014/main" id="{6230A0FF-855B-D33C-CE76-4D907A4D034F}"/>
              </a:ext>
            </a:extLst>
          </p:cNvPr>
          <p:cNvSpPr/>
          <p:nvPr/>
        </p:nvSpPr>
        <p:spPr>
          <a:xfrm>
            <a:off x="6477000" y="1968500"/>
            <a:ext cx="1270000" cy="1206500"/>
          </a:xfrm>
          <a:prstGeom prst="hexago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" name="AutoShape 11">
            <a:extLst>
              <a:ext uri="{FF2B5EF4-FFF2-40B4-BE49-F238E27FC236}">
                <a16:creationId xmlns:a16="http://schemas.microsoft.com/office/drawing/2014/main" id="{6099B6A5-2257-612D-D8A6-18526484E4C4}"/>
              </a:ext>
            </a:extLst>
          </p:cNvPr>
          <p:cNvSpPr/>
          <p:nvPr/>
        </p:nvSpPr>
        <p:spPr>
          <a:xfrm>
            <a:off x="8509000" y="1968500"/>
            <a:ext cx="1270000" cy="1206500"/>
          </a:xfrm>
          <a:prstGeom prst="plu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3" name="AutoShape 12">
            <a:extLst>
              <a:ext uri="{FF2B5EF4-FFF2-40B4-BE49-F238E27FC236}">
                <a16:creationId xmlns:a16="http://schemas.microsoft.com/office/drawing/2014/main" id="{8D060044-4A47-1985-42C4-37EEFA602E20}"/>
              </a:ext>
            </a:extLst>
          </p:cNvPr>
          <p:cNvSpPr/>
          <p:nvPr/>
        </p:nvSpPr>
        <p:spPr>
          <a:xfrm>
            <a:off x="10541000" y="1968500"/>
            <a:ext cx="1270000" cy="1206500"/>
          </a:xfrm>
          <a:prstGeom prst="pentago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4" name="AutoShape 13">
            <a:extLst>
              <a:ext uri="{FF2B5EF4-FFF2-40B4-BE49-F238E27FC236}">
                <a16:creationId xmlns:a16="http://schemas.microsoft.com/office/drawing/2014/main" id="{772A3B33-8E5E-8998-2681-C7E978AAA5DE}"/>
              </a:ext>
            </a:extLst>
          </p:cNvPr>
          <p:cNvSpPr/>
          <p:nvPr/>
        </p:nvSpPr>
        <p:spPr>
          <a:xfrm>
            <a:off x="381000" y="3683000"/>
            <a:ext cx="1270000" cy="1206500"/>
          </a:xfrm>
          <a:prstGeom prst="ca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5" name="AutoShape 14">
            <a:extLst>
              <a:ext uri="{FF2B5EF4-FFF2-40B4-BE49-F238E27FC236}">
                <a16:creationId xmlns:a16="http://schemas.microsoft.com/office/drawing/2014/main" id="{EA13E90B-03F1-FFFF-9064-35C5914B783E}"/>
              </a:ext>
            </a:extLst>
          </p:cNvPr>
          <p:cNvSpPr/>
          <p:nvPr/>
        </p:nvSpPr>
        <p:spPr>
          <a:xfrm>
            <a:off x="2413000" y="3683000"/>
            <a:ext cx="1270000" cy="1206500"/>
          </a:xfrm>
          <a:prstGeom prst="cub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6" name="AutoShape 15">
            <a:extLst>
              <a:ext uri="{FF2B5EF4-FFF2-40B4-BE49-F238E27FC236}">
                <a16:creationId xmlns:a16="http://schemas.microsoft.com/office/drawing/2014/main" id="{1780AC1F-AF91-CFA2-658D-F66E2850E084}"/>
              </a:ext>
            </a:extLst>
          </p:cNvPr>
          <p:cNvSpPr/>
          <p:nvPr/>
        </p:nvSpPr>
        <p:spPr>
          <a:xfrm>
            <a:off x="4445000" y="3683000"/>
            <a:ext cx="1270000" cy="1206500"/>
          </a:xfrm>
          <a:prstGeom prst="bevel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7" name="AutoShape 16">
            <a:extLst>
              <a:ext uri="{FF2B5EF4-FFF2-40B4-BE49-F238E27FC236}">
                <a16:creationId xmlns:a16="http://schemas.microsoft.com/office/drawing/2014/main" id="{C610B5CB-55E5-B7CF-BCAC-5FE00F24E012}"/>
              </a:ext>
            </a:extLst>
          </p:cNvPr>
          <p:cNvSpPr/>
          <p:nvPr/>
        </p:nvSpPr>
        <p:spPr>
          <a:xfrm>
            <a:off x="6477000" y="3683000"/>
            <a:ext cx="1270000" cy="1206500"/>
          </a:xfrm>
          <a:prstGeom prst="foldedCorner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8" name="AutoShape 17">
            <a:extLst>
              <a:ext uri="{FF2B5EF4-FFF2-40B4-BE49-F238E27FC236}">
                <a16:creationId xmlns:a16="http://schemas.microsoft.com/office/drawing/2014/main" id="{F2603E68-7703-6F33-B873-43F5771FE039}"/>
              </a:ext>
            </a:extLst>
          </p:cNvPr>
          <p:cNvSpPr/>
          <p:nvPr/>
        </p:nvSpPr>
        <p:spPr>
          <a:xfrm>
            <a:off x="8509000" y="3683000"/>
            <a:ext cx="1270000" cy="1206500"/>
          </a:xfrm>
          <a:prstGeom prst="smileyFac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9" name="AutoShape 18">
            <a:extLst>
              <a:ext uri="{FF2B5EF4-FFF2-40B4-BE49-F238E27FC236}">
                <a16:creationId xmlns:a16="http://schemas.microsoft.com/office/drawing/2014/main" id="{F6E922F2-8832-8681-F4E7-9FC52615A45A}"/>
              </a:ext>
            </a:extLst>
          </p:cNvPr>
          <p:cNvSpPr/>
          <p:nvPr/>
        </p:nvSpPr>
        <p:spPr>
          <a:xfrm>
            <a:off x="10541000" y="3683000"/>
            <a:ext cx="1270000" cy="1206500"/>
          </a:xfrm>
          <a:prstGeom prst="donu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chemeClr val="tx1"/>
              </a:solidFill>
            </a:endParaRPr>
          </a:p>
        </p:txBody>
      </p:sp>
      <p:sp>
        <p:nvSpPr>
          <p:cNvPr id="20" name="AutoShape 19">
            <a:extLst>
              <a:ext uri="{FF2B5EF4-FFF2-40B4-BE49-F238E27FC236}">
                <a16:creationId xmlns:a16="http://schemas.microsoft.com/office/drawing/2014/main" id="{0AB46984-CC89-A521-8AEE-D14AC0D6E1D0}"/>
              </a:ext>
            </a:extLst>
          </p:cNvPr>
          <p:cNvSpPr/>
          <p:nvPr/>
        </p:nvSpPr>
        <p:spPr>
          <a:xfrm>
            <a:off x="381000" y="5397500"/>
            <a:ext cx="1270000" cy="1206500"/>
          </a:xfrm>
          <a:prstGeom prst="noSmoking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chemeClr val="tx1"/>
              </a:solidFill>
            </a:endParaRPr>
          </a:p>
        </p:txBody>
      </p:sp>
      <p:sp>
        <p:nvSpPr>
          <p:cNvPr id="21" name="AutoShape 20">
            <a:extLst>
              <a:ext uri="{FF2B5EF4-FFF2-40B4-BE49-F238E27FC236}">
                <a16:creationId xmlns:a16="http://schemas.microsoft.com/office/drawing/2014/main" id="{BB13A4D7-290A-428E-3BE0-3F499B3D0B54}"/>
              </a:ext>
            </a:extLst>
          </p:cNvPr>
          <p:cNvSpPr/>
          <p:nvPr/>
        </p:nvSpPr>
        <p:spPr>
          <a:xfrm>
            <a:off x="2413000" y="5397500"/>
            <a:ext cx="1270000" cy="1206500"/>
          </a:xfrm>
          <a:prstGeom prst="blockArc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chemeClr val="tx1"/>
              </a:solidFill>
            </a:endParaRPr>
          </a:p>
        </p:txBody>
      </p:sp>
      <p:sp>
        <p:nvSpPr>
          <p:cNvPr id="22" name="AutoShape 21">
            <a:extLst>
              <a:ext uri="{FF2B5EF4-FFF2-40B4-BE49-F238E27FC236}">
                <a16:creationId xmlns:a16="http://schemas.microsoft.com/office/drawing/2014/main" id="{4AE10CDF-36F0-A193-CB38-9A97DE1CD857}"/>
              </a:ext>
            </a:extLst>
          </p:cNvPr>
          <p:cNvSpPr/>
          <p:nvPr/>
        </p:nvSpPr>
        <p:spPr>
          <a:xfrm>
            <a:off x="4445000" y="5397500"/>
            <a:ext cx="1270000" cy="1206500"/>
          </a:xfrm>
          <a:prstGeom prst="hear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3" name="AutoShape 22">
            <a:extLst>
              <a:ext uri="{FF2B5EF4-FFF2-40B4-BE49-F238E27FC236}">
                <a16:creationId xmlns:a16="http://schemas.microsoft.com/office/drawing/2014/main" id="{0B03667C-826F-5ADF-1558-62DAB57EB154}"/>
              </a:ext>
            </a:extLst>
          </p:cNvPr>
          <p:cNvSpPr/>
          <p:nvPr/>
        </p:nvSpPr>
        <p:spPr>
          <a:xfrm>
            <a:off x="6477000" y="5397500"/>
            <a:ext cx="1270000" cy="1206500"/>
          </a:xfrm>
          <a:prstGeom prst="lightningBol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4" name="AutoShape 23">
            <a:extLst>
              <a:ext uri="{FF2B5EF4-FFF2-40B4-BE49-F238E27FC236}">
                <a16:creationId xmlns:a16="http://schemas.microsoft.com/office/drawing/2014/main" id="{5BBE64B8-187F-5184-E168-51160C6A954B}"/>
              </a:ext>
            </a:extLst>
          </p:cNvPr>
          <p:cNvSpPr/>
          <p:nvPr/>
        </p:nvSpPr>
        <p:spPr>
          <a:xfrm>
            <a:off x="8509000" y="5397500"/>
            <a:ext cx="1270000" cy="1206500"/>
          </a:xfrm>
          <a:prstGeom prst="su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5" name="AutoShape 24">
            <a:extLst>
              <a:ext uri="{FF2B5EF4-FFF2-40B4-BE49-F238E27FC236}">
                <a16:creationId xmlns:a16="http://schemas.microsoft.com/office/drawing/2014/main" id="{8E23B5EF-B2FC-6538-73C3-E46AF5B6B513}"/>
              </a:ext>
            </a:extLst>
          </p:cNvPr>
          <p:cNvSpPr/>
          <p:nvPr/>
        </p:nvSpPr>
        <p:spPr>
          <a:xfrm>
            <a:off x="10541000" y="5397500"/>
            <a:ext cx="1270000" cy="1206500"/>
          </a:xfrm>
          <a:prstGeom prst="moo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2974933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5">
            <a:extLst>
              <a:ext uri="{FF2B5EF4-FFF2-40B4-BE49-F238E27FC236}">
                <a16:creationId xmlns:a16="http://schemas.microsoft.com/office/drawing/2014/main" id="{D2D6F60F-A395-B03A-391C-EC59A3FF4F39}"/>
              </a:ext>
            </a:extLst>
          </p:cNvPr>
          <p:cNvSpPr/>
          <p:nvPr/>
        </p:nvSpPr>
        <p:spPr>
          <a:xfrm>
            <a:off x="-889000" y="254000"/>
            <a:ext cx="2540000" cy="2413000"/>
          </a:xfrm>
          <a:prstGeom prst="arc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" name="AutoShape 26">
            <a:extLst>
              <a:ext uri="{FF2B5EF4-FFF2-40B4-BE49-F238E27FC236}">
                <a16:creationId xmlns:a16="http://schemas.microsoft.com/office/drawing/2014/main" id="{D3AFF78F-7019-4894-1CBE-3116F149AB3D}"/>
              </a:ext>
            </a:extLst>
          </p:cNvPr>
          <p:cNvSpPr/>
          <p:nvPr/>
        </p:nvSpPr>
        <p:spPr>
          <a:xfrm>
            <a:off x="2413000" y="254000"/>
            <a:ext cx="1270000" cy="1206500"/>
          </a:xfrm>
          <a:prstGeom prst="bracketPair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AutoShape 27">
            <a:extLst>
              <a:ext uri="{FF2B5EF4-FFF2-40B4-BE49-F238E27FC236}">
                <a16:creationId xmlns:a16="http://schemas.microsoft.com/office/drawing/2014/main" id="{5C83CD38-631E-C274-B9F9-69A5230BD329}"/>
              </a:ext>
            </a:extLst>
          </p:cNvPr>
          <p:cNvSpPr/>
          <p:nvPr/>
        </p:nvSpPr>
        <p:spPr>
          <a:xfrm>
            <a:off x="4445000" y="254000"/>
            <a:ext cx="1270000" cy="1206500"/>
          </a:xfrm>
          <a:prstGeom prst="bracePair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AutoShape 28">
            <a:extLst>
              <a:ext uri="{FF2B5EF4-FFF2-40B4-BE49-F238E27FC236}">
                <a16:creationId xmlns:a16="http://schemas.microsoft.com/office/drawing/2014/main" id="{AE509D71-064E-6B97-165B-AB80E5A70C96}"/>
              </a:ext>
            </a:extLst>
          </p:cNvPr>
          <p:cNvSpPr/>
          <p:nvPr/>
        </p:nvSpPr>
        <p:spPr>
          <a:xfrm>
            <a:off x="6477000" y="254000"/>
            <a:ext cx="1270000" cy="1206500"/>
          </a:xfrm>
          <a:prstGeom prst="plaqu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AutoShape 29">
            <a:extLst>
              <a:ext uri="{FF2B5EF4-FFF2-40B4-BE49-F238E27FC236}">
                <a16:creationId xmlns:a16="http://schemas.microsoft.com/office/drawing/2014/main" id="{80004EAF-D73C-51B1-0B21-8CC656E2E14E}"/>
              </a:ext>
            </a:extLst>
          </p:cNvPr>
          <p:cNvSpPr/>
          <p:nvPr/>
        </p:nvSpPr>
        <p:spPr>
          <a:xfrm>
            <a:off x="8509000" y="254000"/>
            <a:ext cx="1270000" cy="1206500"/>
          </a:xfrm>
          <a:prstGeom prst="leftBracket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" name="AutoShape 30">
            <a:extLst>
              <a:ext uri="{FF2B5EF4-FFF2-40B4-BE49-F238E27FC236}">
                <a16:creationId xmlns:a16="http://schemas.microsoft.com/office/drawing/2014/main" id="{1E5EA771-079E-6466-F9F2-640FC16724E2}"/>
              </a:ext>
            </a:extLst>
          </p:cNvPr>
          <p:cNvSpPr/>
          <p:nvPr/>
        </p:nvSpPr>
        <p:spPr>
          <a:xfrm>
            <a:off x="10541000" y="254000"/>
            <a:ext cx="1270000" cy="1206500"/>
          </a:xfrm>
          <a:prstGeom prst="rightBracket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AutoShape 31">
            <a:extLst>
              <a:ext uri="{FF2B5EF4-FFF2-40B4-BE49-F238E27FC236}">
                <a16:creationId xmlns:a16="http://schemas.microsoft.com/office/drawing/2014/main" id="{180BAB83-3DE5-98B9-BF2A-C5253CFFCA41}"/>
              </a:ext>
            </a:extLst>
          </p:cNvPr>
          <p:cNvSpPr/>
          <p:nvPr/>
        </p:nvSpPr>
        <p:spPr>
          <a:xfrm>
            <a:off x="381000" y="1968500"/>
            <a:ext cx="1270000" cy="1206500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" name="AutoShape 32">
            <a:extLst>
              <a:ext uri="{FF2B5EF4-FFF2-40B4-BE49-F238E27FC236}">
                <a16:creationId xmlns:a16="http://schemas.microsoft.com/office/drawing/2014/main" id="{3F0AF136-2919-B504-1306-9D1C2FE38376}"/>
              </a:ext>
            </a:extLst>
          </p:cNvPr>
          <p:cNvSpPr/>
          <p:nvPr/>
        </p:nvSpPr>
        <p:spPr>
          <a:xfrm>
            <a:off x="2413000" y="1968500"/>
            <a:ext cx="1270000" cy="1206500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" name="AutoShape 33">
            <a:extLst>
              <a:ext uri="{FF2B5EF4-FFF2-40B4-BE49-F238E27FC236}">
                <a16:creationId xmlns:a16="http://schemas.microsoft.com/office/drawing/2014/main" id="{D38049FE-9510-EE8E-D941-83B255A90BF7}"/>
              </a:ext>
            </a:extLst>
          </p:cNvPr>
          <p:cNvSpPr/>
          <p:nvPr/>
        </p:nvSpPr>
        <p:spPr>
          <a:xfrm>
            <a:off x="4445000" y="1968500"/>
            <a:ext cx="1270000" cy="120650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1" name="AutoShape 34">
            <a:extLst>
              <a:ext uri="{FF2B5EF4-FFF2-40B4-BE49-F238E27FC236}">
                <a16:creationId xmlns:a16="http://schemas.microsoft.com/office/drawing/2014/main" id="{46F5CCE1-9EE0-FA3A-6227-649271239F69}"/>
              </a:ext>
            </a:extLst>
          </p:cNvPr>
          <p:cNvSpPr/>
          <p:nvPr/>
        </p:nvSpPr>
        <p:spPr>
          <a:xfrm>
            <a:off x="6477000" y="1968500"/>
            <a:ext cx="1270000" cy="1206500"/>
          </a:xfrm>
          <a:prstGeom prst="lef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" name="AutoShape 35">
            <a:extLst>
              <a:ext uri="{FF2B5EF4-FFF2-40B4-BE49-F238E27FC236}">
                <a16:creationId xmlns:a16="http://schemas.microsoft.com/office/drawing/2014/main" id="{D4BF68B2-6E14-7765-2009-22F42BAD34AE}"/>
              </a:ext>
            </a:extLst>
          </p:cNvPr>
          <p:cNvSpPr/>
          <p:nvPr/>
        </p:nvSpPr>
        <p:spPr>
          <a:xfrm>
            <a:off x="8509000" y="1968500"/>
            <a:ext cx="1270000" cy="1206500"/>
          </a:xfrm>
          <a:prstGeom prst="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3" name="AutoShape 36">
            <a:extLst>
              <a:ext uri="{FF2B5EF4-FFF2-40B4-BE49-F238E27FC236}">
                <a16:creationId xmlns:a16="http://schemas.microsoft.com/office/drawing/2014/main" id="{E68352DA-73B1-226C-692F-E8A48E291AC6}"/>
              </a:ext>
            </a:extLst>
          </p:cNvPr>
          <p:cNvSpPr/>
          <p:nvPr/>
        </p:nvSpPr>
        <p:spPr>
          <a:xfrm>
            <a:off x="10541000" y="1968500"/>
            <a:ext cx="1270000" cy="1206500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4" name="AutoShape 37">
            <a:extLst>
              <a:ext uri="{FF2B5EF4-FFF2-40B4-BE49-F238E27FC236}">
                <a16:creationId xmlns:a16="http://schemas.microsoft.com/office/drawing/2014/main" id="{7CA467E2-9296-4E9D-1D36-6CF41638CF89}"/>
              </a:ext>
            </a:extLst>
          </p:cNvPr>
          <p:cNvSpPr/>
          <p:nvPr/>
        </p:nvSpPr>
        <p:spPr>
          <a:xfrm>
            <a:off x="381000" y="3683000"/>
            <a:ext cx="1270000" cy="1206500"/>
          </a:xfrm>
          <a:prstGeom prst="left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5" name="AutoShape 38">
            <a:extLst>
              <a:ext uri="{FF2B5EF4-FFF2-40B4-BE49-F238E27FC236}">
                <a16:creationId xmlns:a16="http://schemas.microsoft.com/office/drawing/2014/main" id="{CC699235-1CDE-BE5C-4D94-863CE1B720C6}"/>
              </a:ext>
            </a:extLst>
          </p:cNvPr>
          <p:cNvSpPr/>
          <p:nvPr/>
        </p:nvSpPr>
        <p:spPr>
          <a:xfrm>
            <a:off x="2413000" y="3683000"/>
            <a:ext cx="1270000" cy="1206500"/>
          </a:xfrm>
          <a:prstGeom prst="up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6" name="AutoShape 39">
            <a:extLst>
              <a:ext uri="{FF2B5EF4-FFF2-40B4-BE49-F238E27FC236}">
                <a16:creationId xmlns:a16="http://schemas.microsoft.com/office/drawing/2014/main" id="{0E5A4523-A681-7343-47BD-3F945AD58650}"/>
              </a:ext>
            </a:extLst>
          </p:cNvPr>
          <p:cNvSpPr/>
          <p:nvPr/>
        </p:nvSpPr>
        <p:spPr>
          <a:xfrm>
            <a:off x="4445000" y="3683000"/>
            <a:ext cx="1270000" cy="1206500"/>
          </a:xfrm>
          <a:prstGeom prst="quad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7" name="AutoShape 40">
            <a:extLst>
              <a:ext uri="{FF2B5EF4-FFF2-40B4-BE49-F238E27FC236}">
                <a16:creationId xmlns:a16="http://schemas.microsoft.com/office/drawing/2014/main" id="{05C27D09-8380-6F1D-5141-751CF0B92058}"/>
              </a:ext>
            </a:extLst>
          </p:cNvPr>
          <p:cNvSpPr/>
          <p:nvPr/>
        </p:nvSpPr>
        <p:spPr>
          <a:xfrm>
            <a:off x="6477000" y="3683000"/>
            <a:ext cx="1270000" cy="1206500"/>
          </a:xfrm>
          <a:prstGeom prst="leftRight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8" name="AutoShape 41">
            <a:extLst>
              <a:ext uri="{FF2B5EF4-FFF2-40B4-BE49-F238E27FC236}">
                <a16:creationId xmlns:a16="http://schemas.microsoft.com/office/drawing/2014/main" id="{75F8F940-4181-6B7F-BC8A-615D2786281D}"/>
              </a:ext>
            </a:extLst>
          </p:cNvPr>
          <p:cNvSpPr/>
          <p:nvPr/>
        </p:nvSpPr>
        <p:spPr>
          <a:xfrm>
            <a:off x="8509000" y="3683000"/>
            <a:ext cx="1270000" cy="1206500"/>
          </a:xfrm>
          <a:prstGeom prst="ben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chemeClr val="tx1"/>
              </a:solidFill>
            </a:endParaRPr>
          </a:p>
        </p:txBody>
      </p:sp>
      <p:sp>
        <p:nvSpPr>
          <p:cNvPr id="19" name="AutoShape 42">
            <a:extLst>
              <a:ext uri="{FF2B5EF4-FFF2-40B4-BE49-F238E27FC236}">
                <a16:creationId xmlns:a16="http://schemas.microsoft.com/office/drawing/2014/main" id="{095B1A7D-21C2-0CC3-1BD5-DE0E3679CC5D}"/>
              </a:ext>
            </a:extLst>
          </p:cNvPr>
          <p:cNvSpPr/>
          <p:nvPr/>
        </p:nvSpPr>
        <p:spPr>
          <a:xfrm>
            <a:off x="10541000" y="3683000"/>
            <a:ext cx="1270000" cy="1206500"/>
          </a:xfrm>
          <a:prstGeom prst="utur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chemeClr val="tx1"/>
              </a:solidFill>
            </a:endParaRPr>
          </a:p>
        </p:txBody>
      </p:sp>
      <p:sp>
        <p:nvSpPr>
          <p:cNvPr id="20" name="AutoShape 43">
            <a:extLst>
              <a:ext uri="{FF2B5EF4-FFF2-40B4-BE49-F238E27FC236}">
                <a16:creationId xmlns:a16="http://schemas.microsoft.com/office/drawing/2014/main" id="{2A3669B7-5919-CABE-378E-AF4D76A882F0}"/>
              </a:ext>
            </a:extLst>
          </p:cNvPr>
          <p:cNvSpPr/>
          <p:nvPr/>
        </p:nvSpPr>
        <p:spPr>
          <a:xfrm>
            <a:off x="381000" y="5397500"/>
            <a:ext cx="1270000" cy="1206500"/>
          </a:xfrm>
          <a:prstGeom prst="left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1" name="AutoShape 44">
            <a:extLst>
              <a:ext uri="{FF2B5EF4-FFF2-40B4-BE49-F238E27FC236}">
                <a16:creationId xmlns:a16="http://schemas.microsoft.com/office/drawing/2014/main" id="{F86215B6-96F6-8552-B564-F90127486CA9}"/>
              </a:ext>
            </a:extLst>
          </p:cNvPr>
          <p:cNvSpPr/>
          <p:nvPr/>
        </p:nvSpPr>
        <p:spPr>
          <a:xfrm>
            <a:off x="2413000" y="5397500"/>
            <a:ext cx="1270000" cy="1206500"/>
          </a:xfrm>
          <a:prstGeom prst="bent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2" name="AutoShape 45">
            <a:extLst>
              <a:ext uri="{FF2B5EF4-FFF2-40B4-BE49-F238E27FC236}">
                <a16:creationId xmlns:a16="http://schemas.microsoft.com/office/drawing/2014/main" id="{805F18D7-2354-9115-DC39-68A4AC305217}"/>
              </a:ext>
            </a:extLst>
          </p:cNvPr>
          <p:cNvSpPr/>
          <p:nvPr/>
        </p:nvSpPr>
        <p:spPr>
          <a:xfrm>
            <a:off x="4445000" y="5397500"/>
            <a:ext cx="1270000" cy="1206500"/>
          </a:xfrm>
          <a:prstGeom prst="curved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chemeClr val="tx1"/>
              </a:solidFill>
            </a:endParaRPr>
          </a:p>
        </p:txBody>
      </p:sp>
      <p:sp>
        <p:nvSpPr>
          <p:cNvPr id="23" name="AutoShape 46">
            <a:extLst>
              <a:ext uri="{FF2B5EF4-FFF2-40B4-BE49-F238E27FC236}">
                <a16:creationId xmlns:a16="http://schemas.microsoft.com/office/drawing/2014/main" id="{1DE62878-4C5D-4805-C7C6-79F32C091F61}"/>
              </a:ext>
            </a:extLst>
          </p:cNvPr>
          <p:cNvSpPr/>
          <p:nvPr/>
        </p:nvSpPr>
        <p:spPr>
          <a:xfrm>
            <a:off x="6477000" y="5397500"/>
            <a:ext cx="1270000" cy="1206500"/>
          </a:xfrm>
          <a:prstGeom prst="curvedLef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chemeClr val="tx1"/>
              </a:solidFill>
            </a:endParaRPr>
          </a:p>
        </p:txBody>
      </p:sp>
      <p:sp>
        <p:nvSpPr>
          <p:cNvPr id="24" name="AutoShape 47">
            <a:extLst>
              <a:ext uri="{FF2B5EF4-FFF2-40B4-BE49-F238E27FC236}">
                <a16:creationId xmlns:a16="http://schemas.microsoft.com/office/drawing/2014/main" id="{03AD0767-5268-E57F-E8F3-CFBD1D6350C9}"/>
              </a:ext>
            </a:extLst>
          </p:cNvPr>
          <p:cNvSpPr/>
          <p:nvPr/>
        </p:nvSpPr>
        <p:spPr>
          <a:xfrm>
            <a:off x="8509000" y="5397500"/>
            <a:ext cx="1270000" cy="1206500"/>
          </a:xfrm>
          <a:prstGeom prst="curved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chemeClr val="tx1"/>
              </a:solidFill>
            </a:endParaRPr>
          </a:p>
        </p:txBody>
      </p:sp>
      <p:sp>
        <p:nvSpPr>
          <p:cNvPr id="25" name="AutoShape 48">
            <a:extLst>
              <a:ext uri="{FF2B5EF4-FFF2-40B4-BE49-F238E27FC236}">
                <a16:creationId xmlns:a16="http://schemas.microsoft.com/office/drawing/2014/main" id="{90858AB3-D0A9-A587-1768-1FA4CCF4B9DB}"/>
              </a:ext>
            </a:extLst>
          </p:cNvPr>
          <p:cNvSpPr/>
          <p:nvPr/>
        </p:nvSpPr>
        <p:spPr>
          <a:xfrm>
            <a:off x="10541000" y="5397500"/>
            <a:ext cx="1270000" cy="1206500"/>
          </a:xfrm>
          <a:prstGeom prst="curved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030014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49">
            <a:extLst>
              <a:ext uri="{FF2B5EF4-FFF2-40B4-BE49-F238E27FC236}">
                <a16:creationId xmlns:a16="http://schemas.microsoft.com/office/drawing/2014/main" id="{ACFF41A3-2EA3-92A6-E3C3-887AD30AFF2A}"/>
              </a:ext>
            </a:extLst>
          </p:cNvPr>
          <p:cNvSpPr/>
          <p:nvPr/>
        </p:nvSpPr>
        <p:spPr>
          <a:xfrm>
            <a:off x="381000" y="254000"/>
            <a:ext cx="1270000" cy="1206500"/>
          </a:xfrm>
          <a:prstGeom prst="striped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" name="AutoShape 50">
            <a:extLst>
              <a:ext uri="{FF2B5EF4-FFF2-40B4-BE49-F238E27FC236}">
                <a16:creationId xmlns:a16="http://schemas.microsoft.com/office/drawing/2014/main" id="{5D472124-1256-F79D-6FD9-558FCD0056B3}"/>
              </a:ext>
            </a:extLst>
          </p:cNvPr>
          <p:cNvSpPr/>
          <p:nvPr/>
        </p:nvSpPr>
        <p:spPr>
          <a:xfrm>
            <a:off x="2413000" y="254000"/>
            <a:ext cx="1270000" cy="1206500"/>
          </a:xfrm>
          <a:prstGeom prst="notched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AutoShape 51">
            <a:extLst>
              <a:ext uri="{FF2B5EF4-FFF2-40B4-BE49-F238E27FC236}">
                <a16:creationId xmlns:a16="http://schemas.microsoft.com/office/drawing/2014/main" id="{82269C92-5BFD-BA3D-636D-4359B122F1B7}"/>
              </a:ext>
            </a:extLst>
          </p:cNvPr>
          <p:cNvSpPr/>
          <p:nvPr/>
        </p:nvSpPr>
        <p:spPr>
          <a:xfrm>
            <a:off x="4445000" y="254000"/>
            <a:ext cx="1270000" cy="1206500"/>
          </a:xfrm>
          <a:prstGeom prst="homePlat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AutoShape 52">
            <a:extLst>
              <a:ext uri="{FF2B5EF4-FFF2-40B4-BE49-F238E27FC236}">
                <a16:creationId xmlns:a16="http://schemas.microsoft.com/office/drawing/2014/main" id="{D77333A6-B47E-5DC6-182C-0148C81C9AE6}"/>
              </a:ext>
            </a:extLst>
          </p:cNvPr>
          <p:cNvSpPr/>
          <p:nvPr/>
        </p:nvSpPr>
        <p:spPr>
          <a:xfrm>
            <a:off x="6477000" y="254000"/>
            <a:ext cx="1270000" cy="1206500"/>
          </a:xfrm>
          <a:prstGeom prst="chevro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chemeClr val="tx1"/>
              </a:solidFill>
            </a:endParaRPr>
          </a:p>
        </p:txBody>
      </p:sp>
      <p:sp>
        <p:nvSpPr>
          <p:cNvPr id="6" name="AutoShape 53">
            <a:extLst>
              <a:ext uri="{FF2B5EF4-FFF2-40B4-BE49-F238E27FC236}">
                <a16:creationId xmlns:a16="http://schemas.microsoft.com/office/drawing/2014/main" id="{BF7E663D-BDEE-A139-3531-73D95866C3C5}"/>
              </a:ext>
            </a:extLst>
          </p:cNvPr>
          <p:cNvSpPr/>
          <p:nvPr/>
        </p:nvSpPr>
        <p:spPr>
          <a:xfrm>
            <a:off x="8509000" y="254000"/>
            <a:ext cx="1270000" cy="1206500"/>
          </a:xfrm>
          <a:prstGeom prst="rightArrowCallou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" name="AutoShape 54">
            <a:extLst>
              <a:ext uri="{FF2B5EF4-FFF2-40B4-BE49-F238E27FC236}">
                <a16:creationId xmlns:a16="http://schemas.microsoft.com/office/drawing/2014/main" id="{8ABD8B61-EC89-8085-3973-C86103D94D19}"/>
              </a:ext>
            </a:extLst>
          </p:cNvPr>
          <p:cNvSpPr/>
          <p:nvPr/>
        </p:nvSpPr>
        <p:spPr>
          <a:xfrm>
            <a:off x="10541000" y="254000"/>
            <a:ext cx="1270000" cy="1206500"/>
          </a:xfrm>
          <a:prstGeom prst="leftArrowCallou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AutoShape 55">
            <a:extLst>
              <a:ext uri="{FF2B5EF4-FFF2-40B4-BE49-F238E27FC236}">
                <a16:creationId xmlns:a16="http://schemas.microsoft.com/office/drawing/2014/main" id="{08867E80-98D2-2F7B-7916-77A01FF6A304}"/>
              </a:ext>
            </a:extLst>
          </p:cNvPr>
          <p:cNvSpPr/>
          <p:nvPr/>
        </p:nvSpPr>
        <p:spPr>
          <a:xfrm>
            <a:off x="381000" y="1968500"/>
            <a:ext cx="1270000" cy="1206500"/>
          </a:xfrm>
          <a:prstGeom prst="upArrowCallou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" name="AutoShape 56">
            <a:extLst>
              <a:ext uri="{FF2B5EF4-FFF2-40B4-BE49-F238E27FC236}">
                <a16:creationId xmlns:a16="http://schemas.microsoft.com/office/drawing/2014/main" id="{11C65C62-D1B8-A1B4-3830-B945ABCC26F7}"/>
              </a:ext>
            </a:extLst>
          </p:cNvPr>
          <p:cNvSpPr/>
          <p:nvPr/>
        </p:nvSpPr>
        <p:spPr>
          <a:xfrm>
            <a:off x="2413000" y="1968500"/>
            <a:ext cx="1270000" cy="1206500"/>
          </a:xfrm>
          <a:prstGeom prst="downArrowCallou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" name="AutoShape 57">
            <a:extLst>
              <a:ext uri="{FF2B5EF4-FFF2-40B4-BE49-F238E27FC236}">
                <a16:creationId xmlns:a16="http://schemas.microsoft.com/office/drawing/2014/main" id="{E8F4D873-0089-89A9-203E-6E7DD560D681}"/>
              </a:ext>
            </a:extLst>
          </p:cNvPr>
          <p:cNvSpPr/>
          <p:nvPr/>
        </p:nvSpPr>
        <p:spPr>
          <a:xfrm>
            <a:off x="4445000" y="1968500"/>
            <a:ext cx="1270000" cy="1206500"/>
          </a:xfrm>
          <a:prstGeom prst="leftRightArrowCallou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1" name="AutoShape 58">
            <a:extLst>
              <a:ext uri="{FF2B5EF4-FFF2-40B4-BE49-F238E27FC236}">
                <a16:creationId xmlns:a16="http://schemas.microsoft.com/office/drawing/2014/main" id="{A1202AC1-B057-16B9-C45E-3F24B8AC8007}"/>
              </a:ext>
            </a:extLst>
          </p:cNvPr>
          <p:cNvSpPr/>
          <p:nvPr/>
        </p:nvSpPr>
        <p:spPr>
          <a:xfrm>
            <a:off x="6477000" y="1968500"/>
            <a:ext cx="1270000" cy="1206500"/>
          </a:xfrm>
          <a:prstGeom prst="upDownArrowCallou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" name="AutoShape 59">
            <a:extLst>
              <a:ext uri="{FF2B5EF4-FFF2-40B4-BE49-F238E27FC236}">
                <a16:creationId xmlns:a16="http://schemas.microsoft.com/office/drawing/2014/main" id="{05C0D6BC-1128-9043-21FC-0AAAB760E3DF}"/>
              </a:ext>
            </a:extLst>
          </p:cNvPr>
          <p:cNvSpPr/>
          <p:nvPr/>
        </p:nvSpPr>
        <p:spPr>
          <a:xfrm>
            <a:off x="8509000" y="1968500"/>
            <a:ext cx="1270000" cy="1206500"/>
          </a:xfrm>
          <a:prstGeom prst="quadArrowCallou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3" name="AutoShape 60">
            <a:extLst>
              <a:ext uri="{FF2B5EF4-FFF2-40B4-BE49-F238E27FC236}">
                <a16:creationId xmlns:a16="http://schemas.microsoft.com/office/drawing/2014/main" id="{504166E5-9304-71B2-8F38-29DD9E3856F5}"/>
              </a:ext>
            </a:extLst>
          </p:cNvPr>
          <p:cNvSpPr/>
          <p:nvPr/>
        </p:nvSpPr>
        <p:spPr>
          <a:xfrm>
            <a:off x="10541000" y="1968500"/>
            <a:ext cx="1270000" cy="1206500"/>
          </a:xfrm>
          <a:prstGeom prst="circular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chemeClr val="tx1"/>
              </a:solidFill>
            </a:endParaRPr>
          </a:p>
        </p:txBody>
      </p:sp>
      <p:sp>
        <p:nvSpPr>
          <p:cNvPr id="14" name="AutoShape 61">
            <a:extLst>
              <a:ext uri="{FF2B5EF4-FFF2-40B4-BE49-F238E27FC236}">
                <a16:creationId xmlns:a16="http://schemas.microsoft.com/office/drawing/2014/main" id="{39C4EB3B-4459-9C27-0D68-BEC7586DF8C0}"/>
              </a:ext>
            </a:extLst>
          </p:cNvPr>
          <p:cNvSpPr/>
          <p:nvPr/>
        </p:nvSpPr>
        <p:spPr>
          <a:xfrm>
            <a:off x="381000" y="3683000"/>
            <a:ext cx="1270000" cy="1206500"/>
          </a:xfrm>
          <a:prstGeom prst="flowChart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5" name="AutoShape 62">
            <a:extLst>
              <a:ext uri="{FF2B5EF4-FFF2-40B4-BE49-F238E27FC236}">
                <a16:creationId xmlns:a16="http://schemas.microsoft.com/office/drawing/2014/main" id="{836E5DB6-A9A0-1BE0-42CB-C8C9582E6F61}"/>
              </a:ext>
            </a:extLst>
          </p:cNvPr>
          <p:cNvSpPr/>
          <p:nvPr/>
        </p:nvSpPr>
        <p:spPr>
          <a:xfrm>
            <a:off x="2413000" y="3683000"/>
            <a:ext cx="1270000" cy="1206500"/>
          </a:xfrm>
          <a:prstGeom prst="flowChartAlternate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6" name="AutoShape 63">
            <a:extLst>
              <a:ext uri="{FF2B5EF4-FFF2-40B4-BE49-F238E27FC236}">
                <a16:creationId xmlns:a16="http://schemas.microsoft.com/office/drawing/2014/main" id="{54594C66-4B27-0A9F-B92E-6D6C52F82EE1}"/>
              </a:ext>
            </a:extLst>
          </p:cNvPr>
          <p:cNvSpPr/>
          <p:nvPr/>
        </p:nvSpPr>
        <p:spPr>
          <a:xfrm>
            <a:off x="4445000" y="3683000"/>
            <a:ext cx="1270000" cy="1206500"/>
          </a:xfrm>
          <a:prstGeom prst="flowChartDecisio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7" name="AutoShape 64">
            <a:extLst>
              <a:ext uri="{FF2B5EF4-FFF2-40B4-BE49-F238E27FC236}">
                <a16:creationId xmlns:a16="http://schemas.microsoft.com/office/drawing/2014/main" id="{4EDE6895-9A2B-67C5-F88D-52853FA75DDE}"/>
              </a:ext>
            </a:extLst>
          </p:cNvPr>
          <p:cNvSpPr/>
          <p:nvPr/>
        </p:nvSpPr>
        <p:spPr>
          <a:xfrm>
            <a:off x="6477000" y="3683000"/>
            <a:ext cx="1270000" cy="1206500"/>
          </a:xfrm>
          <a:prstGeom prst="flowChartInputOutpu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8" name="AutoShape 65">
            <a:extLst>
              <a:ext uri="{FF2B5EF4-FFF2-40B4-BE49-F238E27FC236}">
                <a16:creationId xmlns:a16="http://schemas.microsoft.com/office/drawing/2014/main" id="{08B4E920-83FF-5DCB-97BD-8C65AE7C3263}"/>
              </a:ext>
            </a:extLst>
          </p:cNvPr>
          <p:cNvSpPr/>
          <p:nvPr/>
        </p:nvSpPr>
        <p:spPr>
          <a:xfrm>
            <a:off x="8509000" y="3683000"/>
            <a:ext cx="1270000" cy="1206500"/>
          </a:xfrm>
          <a:prstGeom prst="flowChartPredefined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9" name="AutoShape 66">
            <a:extLst>
              <a:ext uri="{FF2B5EF4-FFF2-40B4-BE49-F238E27FC236}">
                <a16:creationId xmlns:a16="http://schemas.microsoft.com/office/drawing/2014/main" id="{1291BF8F-21F6-5C6E-805A-B3490027E133}"/>
              </a:ext>
            </a:extLst>
          </p:cNvPr>
          <p:cNvSpPr/>
          <p:nvPr/>
        </p:nvSpPr>
        <p:spPr>
          <a:xfrm>
            <a:off x="10541000" y="3683000"/>
            <a:ext cx="1270000" cy="1206500"/>
          </a:xfrm>
          <a:prstGeom prst="flowChartInternalStorag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0" name="AutoShape 67">
            <a:extLst>
              <a:ext uri="{FF2B5EF4-FFF2-40B4-BE49-F238E27FC236}">
                <a16:creationId xmlns:a16="http://schemas.microsoft.com/office/drawing/2014/main" id="{FCB8FB89-4646-3FBF-5CB3-67342429AFB9}"/>
              </a:ext>
            </a:extLst>
          </p:cNvPr>
          <p:cNvSpPr/>
          <p:nvPr/>
        </p:nvSpPr>
        <p:spPr>
          <a:xfrm>
            <a:off x="381000" y="5397500"/>
            <a:ext cx="1270000" cy="1206500"/>
          </a:xfrm>
          <a:prstGeom prst="flowChartDocumen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1" name="AutoShape 68">
            <a:extLst>
              <a:ext uri="{FF2B5EF4-FFF2-40B4-BE49-F238E27FC236}">
                <a16:creationId xmlns:a16="http://schemas.microsoft.com/office/drawing/2014/main" id="{A02C900B-B6BA-F0C4-09F9-BDEF50E09ABD}"/>
              </a:ext>
            </a:extLst>
          </p:cNvPr>
          <p:cNvSpPr/>
          <p:nvPr/>
        </p:nvSpPr>
        <p:spPr>
          <a:xfrm>
            <a:off x="2413000" y="5397500"/>
            <a:ext cx="1270000" cy="1206500"/>
          </a:xfrm>
          <a:prstGeom prst="flowChartMultidocumen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2" name="AutoShape 69">
            <a:extLst>
              <a:ext uri="{FF2B5EF4-FFF2-40B4-BE49-F238E27FC236}">
                <a16:creationId xmlns:a16="http://schemas.microsoft.com/office/drawing/2014/main" id="{EC8A3920-3126-AAB9-3285-E83923E0D523}"/>
              </a:ext>
            </a:extLst>
          </p:cNvPr>
          <p:cNvSpPr/>
          <p:nvPr/>
        </p:nvSpPr>
        <p:spPr>
          <a:xfrm>
            <a:off x="4445000" y="5397500"/>
            <a:ext cx="1270000" cy="1206500"/>
          </a:xfrm>
          <a:prstGeom prst="flowChartTerminator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3" name="AutoShape 70">
            <a:extLst>
              <a:ext uri="{FF2B5EF4-FFF2-40B4-BE49-F238E27FC236}">
                <a16:creationId xmlns:a16="http://schemas.microsoft.com/office/drawing/2014/main" id="{07D9C6CC-0606-6C86-E49B-7566107B1D70}"/>
              </a:ext>
            </a:extLst>
          </p:cNvPr>
          <p:cNvSpPr/>
          <p:nvPr/>
        </p:nvSpPr>
        <p:spPr>
          <a:xfrm>
            <a:off x="6477000" y="5397500"/>
            <a:ext cx="1270000" cy="1206500"/>
          </a:xfrm>
          <a:prstGeom prst="flowChartPreparatio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4" name="AutoShape 71">
            <a:extLst>
              <a:ext uri="{FF2B5EF4-FFF2-40B4-BE49-F238E27FC236}">
                <a16:creationId xmlns:a16="http://schemas.microsoft.com/office/drawing/2014/main" id="{DDCB6E11-050D-9822-3308-14C7E5079205}"/>
              </a:ext>
            </a:extLst>
          </p:cNvPr>
          <p:cNvSpPr/>
          <p:nvPr/>
        </p:nvSpPr>
        <p:spPr>
          <a:xfrm>
            <a:off x="8509000" y="5397500"/>
            <a:ext cx="1270000" cy="1206500"/>
          </a:xfrm>
          <a:prstGeom prst="flowChartManualInpu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5" name="AutoShape 72">
            <a:extLst>
              <a:ext uri="{FF2B5EF4-FFF2-40B4-BE49-F238E27FC236}">
                <a16:creationId xmlns:a16="http://schemas.microsoft.com/office/drawing/2014/main" id="{FC46E78E-EA12-28B6-A7D0-F96E357372C4}"/>
              </a:ext>
            </a:extLst>
          </p:cNvPr>
          <p:cNvSpPr/>
          <p:nvPr/>
        </p:nvSpPr>
        <p:spPr>
          <a:xfrm>
            <a:off x="10541000" y="5397500"/>
            <a:ext cx="1270000" cy="1206500"/>
          </a:xfrm>
          <a:prstGeom prst="flowChartManualOperatio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4817079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73">
            <a:extLst>
              <a:ext uri="{FF2B5EF4-FFF2-40B4-BE49-F238E27FC236}">
                <a16:creationId xmlns:a16="http://schemas.microsoft.com/office/drawing/2014/main" id="{3B7796FB-8531-1C1F-7CF1-C964522100C3}"/>
              </a:ext>
            </a:extLst>
          </p:cNvPr>
          <p:cNvSpPr/>
          <p:nvPr/>
        </p:nvSpPr>
        <p:spPr>
          <a:xfrm>
            <a:off x="381000" y="254000"/>
            <a:ext cx="1270000" cy="1206500"/>
          </a:xfrm>
          <a:prstGeom prst="flowChartConnector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" name="AutoShape 74">
            <a:extLst>
              <a:ext uri="{FF2B5EF4-FFF2-40B4-BE49-F238E27FC236}">
                <a16:creationId xmlns:a16="http://schemas.microsoft.com/office/drawing/2014/main" id="{815AE784-E4A8-BCC1-1752-1BA0A3D406C5}"/>
              </a:ext>
            </a:extLst>
          </p:cNvPr>
          <p:cNvSpPr/>
          <p:nvPr/>
        </p:nvSpPr>
        <p:spPr>
          <a:xfrm>
            <a:off x="2413000" y="254000"/>
            <a:ext cx="1270000" cy="1206500"/>
          </a:xfrm>
          <a:prstGeom prst="flowChartOffpageConnector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AutoShape 75">
            <a:extLst>
              <a:ext uri="{FF2B5EF4-FFF2-40B4-BE49-F238E27FC236}">
                <a16:creationId xmlns:a16="http://schemas.microsoft.com/office/drawing/2014/main" id="{FB04173D-F668-C4AB-67BB-E1FDF1D863D4}"/>
              </a:ext>
            </a:extLst>
          </p:cNvPr>
          <p:cNvSpPr/>
          <p:nvPr/>
        </p:nvSpPr>
        <p:spPr>
          <a:xfrm>
            <a:off x="4445000" y="254000"/>
            <a:ext cx="1270000" cy="1206500"/>
          </a:xfrm>
          <a:prstGeom prst="flowChartPunchedCard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AutoShape 76">
            <a:extLst>
              <a:ext uri="{FF2B5EF4-FFF2-40B4-BE49-F238E27FC236}">
                <a16:creationId xmlns:a16="http://schemas.microsoft.com/office/drawing/2014/main" id="{DFA8DBD3-75C7-31BB-FE5C-D33FD4D979CD}"/>
              </a:ext>
            </a:extLst>
          </p:cNvPr>
          <p:cNvSpPr/>
          <p:nvPr/>
        </p:nvSpPr>
        <p:spPr>
          <a:xfrm>
            <a:off x="6477000" y="254000"/>
            <a:ext cx="1270000" cy="1206500"/>
          </a:xfrm>
          <a:prstGeom prst="flowChartPunchedTap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AutoShape 77">
            <a:extLst>
              <a:ext uri="{FF2B5EF4-FFF2-40B4-BE49-F238E27FC236}">
                <a16:creationId xmlns:a16="http://schemas.microsoft.com/office/drawing/2014/main" id="{D3CDFC66-C2D6-B01D-D88E-DC7E623F2527}"/>
              </a:ext>
            </a:extLst>
          </p:cNvPr>
          <p:cNvSpPr/>
          <p:nvPr/>
        </p:nvSpPr>
        <p:spPr>
          <a:xfrm>
            <a:off x="8509000" y="254000"/>
            <a:ext cx="1270000" cy="1206500"/>
          </a:xfrm>
          <a:prstGeom prst="flowChartSummingJunctio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" name="AutoShape 78">
            <a:extLst>
              <a:ext uri="{FF2B5EF4-FFF2-40B4-BE49-F238E27FC236}">
                <a16:creationId xmlns:a16="http://schemas.microsoft.com/office/drawing/2014/main" id="{CDC765BC-EDA7-627D-B5FC-0DCCD31FC5BC}"/>
              </a:ext>
            </a:extLst>
          </p:cNvPr>
          <p:cNvSpPr/>
          <p:nvPr/>
        </p:nvSpPr>
        <p:spPr>
          <a:xfrm>
            <a:off x="10541000" y="254000"/>
            <a:ext cx="1270000" cy="1206500"/>
          </a:xfrm>
          <a:prstGeom prst="flowChartOr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AutoShape 79">
            <a:extLst>
              <a:ext uri="{FF2B5EF4-FFF2-40B4-BE49-F238E27FC236}">
                <a16:creationId xmlns:a16="http://schemas.microsoft.com/office/drawing/2014/main" id="{56C4DBB5-3527-AD09-53BC-226FCFBD44F7}"/>
              </a:ext>
            </a:extLst>
          </p:cNvPr>
          <p:cNvSpPr/>
          <p:nvPr/>
        </p:nvSpPr>
        <p:spPr>
          <a:xfrm>
            <a:off x="381000" y="1968500"/>
            <a:ext cx="1270000" cy="1206500"/>
          </a:xfrm>
          <a:prstGeom prst="flowChartCollat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chemeClr val="tx1"/>
              </a:solidFill>
            </a:endParaRPr>
          </a:p>
        </p:txBody>
      </p:sp>
      <p:sp>
        <p:nvSpPr>
          <p:cNvPr id="9" name="AutoShape 80">
            <a:extLst>
              <a:ext uri="{FF2B5EF4-FFF2-40B4-BE49-F238E27FC236}">
                <a16:creationId xmlns:a16="http://schemas.microsoft.com/office/drawing/2014/main" id="{A4C8DFE7-C163-ADF7-B587-82D3FD1C7E18}"/>
              </a:ext>
            </a:extLst>
          </p:cNvPr>
          <p:cNvSpPr/>
          <p:nvPr/>
        </p:nvSpPr>
        <p:spPr>
          <a:xfrm>
            <a:off x="2413000" y="1968500"/>
            <a:ext cx="1270000" cy="1206500"/>
          </a:xfrm>
          <a:prstGeom prst="flowChartSor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" name="AutoShape 81">
            <a:extLst>
              <a:ext uri="{FF2B5EF4-FFF2-40B4-BE49-F238E27FC236}">
                <a16:creationId xmlns:a16="http://schemas.microsoft.com/office/drawing/2014/main" id="{C14CA6CB-78E7-FFEC-C6C1-78AEF2E2CE85}"/>
              </a:ext>
            </a:extLst>
          </p:cNvPr>
          <p:cNvSpPr/>
          <p:nvPr/>
        </p:nvSpPr>
        <p:spPr>
          <a:xfrm>
            <a:off x="4445000" y="1968500"/>
            <a:ext cx="1270000" cy="1206500"/>
          </a:xfrm>
          <a:prstGeom prst="flowChartExtra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1" name="AutoShape 82">
            <a:extLst>
              <a:ext uri="{FF2B5EF4-FFF2-40B4-BE49-F238E27FC236}">
                <a16:creationId xmlns:a16="http://schemas.microsoft.com/office/drawing/2014/main" id="{87049EFE-928F-A424-1BCC-CD7B60509869}"/>
              </a:ext>
            </a:extLst>
          </p:cNvPr>
          <p:cNvSpPr/>
          <p:nvPr/>
        </p:nvSpPr>
        <p:spPr>
          <a:xfrm>
            <a:off x="6477000" y="1968500"/>
            <a:ext cx="1270000" cy="1206500"/>
          </a:xfrm>
          <a:prstGeom prst="flowChartMerg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" name="AutoShape 83">
            <a:extLst>
              <a:ext uri="{FF2B5EF4-FFF2-40B4-BE49-F238E27FC236}">
                <a16:creationId xmlns:a16="http://schemas.microsoft.com/office/drawing/2014/main" id="{D0FB5C84-46A8-5D91-C37B-B254CC89F642}"/>
              </a:ext>
            </a:extLst>
          </p:cNvPr>
          <p:cNvSpPr/>
          <p:nvPr/>
        </p:nvSpPr>
        <p:spPr>
          <a:xfrm>
            <a:off x="8509000" y="1968500"/>
            <a:ext cx="1270000" cy="1206500"/>
          </a:xfrm>
          <a:prstGeom prst="flowChartOnlineStorag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3" name="AutoShape 84">
            <a:extLst>
              <a:ext uri="{FF2B5EF4-FFF2-40B4-BE49-F238E27FC236}">
                <a16:creationId xmlns:a16="http://schemas.microsoft.com/office/drawing/2014/main" id="{869757FF-1060-21EC-66F4-4C9D82903A07}"/>
              </a:ext>
            </a:extLst>
          </p:cNvPr>
          <p:cNvSpPr/>
          <p:nvPr/>
        </p:nvSpPr>
        <p:spPr>
          <a:xfrm>
            <a:off x="10541000" y="1968500"/>
            <a:ext cx="1270000" cy="1206500"/>
          </a:xfrm>
          <a:prstGeom prst="flowChartDelay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4" name="AutoShape 85">
            <a:extLst>
              <a:ext uri="{FF2B5EF4-FFF2-40B4-BE49-F238E27FC236}">
                <a16:creationId xmlns:a16="http://schemas.microsoft.com/office/drawing/2014/main" id="{E6D1A1F4-FA84-9391-0D9C-16595671CB28}"/>
              </a:ext>
            </a:extLst>
          </p:cNvPr>
          <p:cNvSpPr/>
          <p:nvPr/>
        </p:nvSpPr>
        <p:spPr>
          <a:xfrm>
            <a:off x="381000" y="3683000"/>
            <a:ext cx="1270000" cy="1206500"/>
          </a:xfrm>
          <a:prstGeom prst="flowChartMagneticTap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5" name="AutoShape 86">
            <a:extLst>
              <a:ext uri="{FF2B5EF4-FFF2-40B4-BE49-F238E27FC236}">
                <a16:creationId xmlns:a16="http://schemas.microsoft.com/office/drawing/2014/main" id="{4F55357B-3A76-FFA2-E8B5-7D00CA5B2D27}"/>
              </a:ext>
            </a:extLst>
          </p:cNvPr>
          <p:cNvSpPr/>
          <p:nvPr/>
        </p:nvSpPr>
        <p:spPr>
          <a:xfrm>
            <a:off x="2413000" y="3683000"/>
            <a:ext cx="1270000" cy="1206500"/>
          </a:xfrm>
          <a:prstGeom prst="flowChartMagneticDisk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6" name="AutoShape 87">
            <a:extLst>
              <a:ext uri="{FF2B5EF4-FFF2-40B4-BE49-F238E27FC236}">
                <a16:creationId xmlns:a16="http://schemas.microsoft.com/office/drawing/2014/main" id="{C1F6BDEE-F579-209A-777E-B7646F9DAC84}"/>
              </a:ext>
            </a:extLst>
          </p:cNvPr>
          <p:cNvSpPr/>
          <p:nvPr/>
        </p:nvSpPr>
        <p:spPr>
          <a:xfrm>
            <a:off x="4445000" y="3683000"/>
            <a:ext cx="1270000" cy="1206500"/>
          </a:xfrm>
          <a:prstGeom prst="flowChartMagneticDrum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7" name="AutoShape 88">
            <a:extLst>
              <a:ext uri="{FF2B5EF4-FFF2-40B4-BE49-F238E27FC236}">
                <a16:creationId xmlns:a16="http://schemas.microsoft.com/office/drawing/2014/main" id="{276148B9-93D6-D3D4-869E-FCA28823E65C}"/>
              </a:ext>
            </a:extLst>
          </p:cNvPr>
          <p:cNvSpPr/>
          <p:nvPr/>
        </p:nvSpPr>
        <p:spPr>
          <a:xfrm>
            <a:off x="6477000" y="3683000"/>
            <a:ext cx="1270000" cy="1206500"/>
          </a:xfrm>
          <a:prstGeom prst="flowChartDisplay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8" name="AutoShape 89">
            <a:extLst>
              <a:ext uri="{FF2B5EF4-FFF2-40B4-BE49-F238E27FC236}">
                <a16:creationId xmlns:a16="http://schemas.microsoft.com/office/drawing/2014/main" id="{27273CBB-A809-75F0-1DA8-2CF1003C8FBC}"/>
              </a:ext>
            </a:extLst>
          </p:cNvPr>
          <p:cNvSpPr/>
          <p:nvPr/>
        </p:nvSpPr>
        <p:spPr>
          <a:xfrm>
            <a:off x="8509000" y="3683000"/>
            <a:ext cx="1270000" cy="1206500"/>
          </a:xfrm>
          <a:prstGeom prst="irregularSeal1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9" name="AutoShape 90">
            <a:extLst>
              <a:ext uri="{FF2B5EF4-FFF2-40B4-BE49-F238E27FC236}">
                <a16:creationId xmlns:a16="http://schemas.microsoft.com/office/drawing/2014/main" id="{BB468E46-DCF5-AF72-B75D-7436A7ABDB4A}"/>
              </a:ext>
            </a:extLst>
          </p:cNvPr>
          <p:cNvSpPr/>
          <p:nvPr/>
        </p:nvSpPr>
        <p:spPr>
          <a:xfrm>
            <a:off x="10541000" y="3683000"/>
            <a:ext cx="1270000" cy="1206500"/>
          </a:xfrm>
          <a:prstGeom prst="irregularSeal2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0" name="AutoShape 91">
            <a:extLst>
              <a:ext uri="{FF2B5EF4-FFF2-40B4-BE49-F238E27FC236}">
                <a16:creationId xmlns:a16="http://schemas.microsoft.com/office/drawing/2014/main" id="{D56E595B-F506-7865-66B0-0796F1D15B56}"/>
              </a:ext>
            </a:extLst>
          </p:cNvPr>
          <p:cNvSpPr/>
          <p:nvPr/>
        </p:nvSpPr>
        <p:spPr>
          <a:xfrm>
            <a:off x="381000" y="5397500"/>
            <a:ext cx="1270000" cy="1206500"/>
          </a:xfrm>
          <a:prstGeom prst="star4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1" name="AutoShape 92">
            <a:extLst>
              <a:ext uri="{FF2B5EF4-FFF2-40B4-BE49-F238E27FC236}">
                <a16:creationId xmlns:a16="http://schemas.microsoft.com/office/drawing/2014/main" id="{D38CC3D2-9A30-D939-BA7A-84279AA4ACEF}"/>
              </a:ext>
            </a:extLst>
          </p:cNvPr>
          <p:cNvSpPr/>
          <p:nvPr/>
        </p:nvSpPr>
        <p:spPr>
          <a:xfrm>
            <a:off x="2413000" y="5397500"/>
            <a:ext cx="1270000" cy="1206500"/>
          </a:xfrm>
          <a:prstGeom prst="star5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2" name="AutoShape 93">
            <a:extLst>
              <a:ext uri="{FF2B5EF4-FFF2-40B4-BE49-F238E27FC236}">
                <a16:creationId xmlns:a16="http://schemas.microsoft.com/office/drawing/2014/main" id="{65575887-16DE-6283-7F45-E007030FE368}"/>
              </a:ext>
            </a:extLst>
          </p:cNvPr>
          <p:cNvSpPr/>
          <p:nvPr/>
        </p:nvSpPr>
        <p:spPr>
          <a:xfrm>
            <a:off x="4445000" y="5397500"/>
            <a:ext cx="1270000" cy="1206500"/>
          </a:xfrm>
          <a:prstGeom prst="star8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3" name="AutoShape 94">
            <a:extLst>
              <a:ext uri="{FF2B5EF4-FFF2-40B4-BE49-F238E27FC236}">
                <a16:creationId xmlns:a16="http://schemas.microsoft.com/office/drawing/2014/main" id="{F892B977-9244-62CA-EB92-C8C19F791452}"/>
              </a:ext>
            </a:extLst>
          </p:cNvPr>
          <p:cNvSpPr/>
          <p:nvPr/>
        </p:nvSpPr>
        <p:spPr>
          <a:xfrm>
            <a:off x="6477000" y="5397500"/>
            <a:ext cx="1270000" cy="1206500"/>
          </a:xfrm>
          <a:prstGeom prst="star16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4" name="AutoShape 95">
            <a:extLst>
              <a:ext uri="{FF2B5EF4-FFF2-40B4-BE49-F238E27FC236}">
                <a16:creationId xmlns:a16="http://schemas.microsoft.com/office/drawing/2014/main" id="{591E346F-9193-36C8-6A9C-2CDAE6B0F72A}"/>
              </a:ext>
            </a:extLst>
          </p:cNvPr>
          <p:cNvSpPr/>
          <p:nvPr/>
        </p:nvSpPr>
        <p:spPr>
          <a:xfrm>
            <a:off x="8509000" y="5397500"/>
            <a:ext cx="1270000" cy="1206500"/>
          </a:xfrm>
          <a:prstGeom prst="star24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5" name="AutoShape 96">
            <a:extLst>
              <a:ext uri="{FF2B5EF4-FFF2-40B4-BE49-F238E27FC236}">
                <a16:creationId xmlns:a16="http://schemas.microsoft.com/office/drawing/2014/main" id="{7FA24E8F-682B-ED9B-ECB9-DC626275EFB9}"/>
              </a:ext>
            </a:extLst>
          </p:cNvPr>
          <p:cNvSpPr/>
          <p:nvPr/>
        </p:nvSpPr>
        <p:spPr>
          <a:xfrm>
            <a:off x="10541000" y="5397500"/>
            <a:ext cx="1270000" cy="1206500"/>
          </a:xfrm>
          <a:prstGeom prst="star32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49430538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97">
            <a:extLst>
              <a:ext uri="{FF2B5EF4-FFF2-40B4-BE49-F238E27FC236}">
                <a16:creationId xmlns:a16="http://schemas.microsoft.com/office/drawing/2014/main" id="{E569FA3A-6ACF-4786-A2DF-B536371B8CE6}"/>
              </a:ext>
            </a:extLst>
          </p:cNvPr>
          <p:cNvSpPr/>
          <p:nvPr/>
        </p:nvSpPr>
        <p:spPr>
          <a:xfrm>
            <a:off x="381000" y="254000"/>
            <a:ext cx="1270000" cy="1206500"/>
          </a:xfrm>
          <a:prstGeom prst="ribbon2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" name="AutoShape 98">
            <a:extLst>
              <a:ext uri="{FF2B5EF4-FFF2-40B4-BE49-F238E27FC236}">
                <a16:creationId xmlns:a16="http://schemas.microsoft.com/office/drawing/2014/main" id="{31DB1B68-93EE-6D83-0E9F-4D87E0243C63}"/>
              </a:ext>
            </a:extLst>
          </p:cNvPr>
          <p:cNvSpPr/>
          <p:nvPr/>
        </p:nvSpPr>
        <p:spPr>
          <a:xfrm>
            <a:off x="2413000" y="254000"/>
            <a:ext cx="1270000" cy="1206500"/>
          </a:xfrm>
          <a:prstGeom prst="ribbo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AutoShape 99">
            <a:extLst>
              <a:ext uri="{FF2B5EF4-FFF2-40B4-BE49-F238E27FC236}">
                <a16:creationId xmlns:a16="http://schemas.microsoft.com/office/drawing/2014/main" id="{B3CDDFDC-DEBE-A3FC-76D5-371F75DE8C1F}"/>
              </a:ext>
            </a:extLst>
          </p:cNvPr>
          <p:cNvSpPr/>
          <p:nvPr/>
        </p:nvSpPr>
        <p:spPr>
          <a:xfrm>
            <a:off x="4445000" y="254000"/>
            <a:ext cx="1270000" cy="1206500"/>
          </a:xfrm>
          <a:prstGeom prst="ellipseRibbon2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AutoShape 100">
            <a:extLst>
              <a:ext uri="{FF2B5EF4-FFF2-40B4-BE49-F238E27FC236}">
                <a16:creationId xmlns:a16="http://schemas.microsoft.com/office/drawing/2014/main" id="{9364E2CA-5792-5DF0-2E95-38B5E9F7E651}"/>
              </a:ext>
            </a:extLst>
          </p:cNvPr>
          <p:cNvSpPr/>
          <p:nvPr/>
        </p:nvSpPr>
        <p:spPr>
          <a:xfrm>
            <a:off x="6477000" y="254000"/>
            <a:ext cx="1270000" cy="1206500"/>
          </a:xfrm>
          <a:prstGeom prst="ellipseRibbo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AutoShape 101">
            <a:extLst>
              <a:ext uri="{FF2B5EF4-FFF2-40B4-BE49-F238E27FC236}">
                <a16:creationId xmlns:a16="http://schemas.microsoft.com/office/drawing/2014/main" id="{C07AD75F-5666-2F45-8E5B-E5312CB62AFF}"/>
              </a:ext>
            </a:extLst>
          </p:cNvPr>
          <p:cNvSpPr/>
          <p:nvPr/>
        </p:nvSpPr>
        <p:spPr>
          <a:xfrm>
            <a:off x="8509000" y="254000"/>
            <a:ext cx="1270000" cy="1206500"/>
          </a:xfrm>
          <a:prstGeom prst="verticalScroll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" name="AutoShape 102">
            <a:extLst>
              <a:ext uri="{FF2B5EF4-FFF2-40B4-BE49-F238E27FC236}">
                <a16:creationId xmlns:a16="http://schemas.microsoft.com/office/drawing/2014/main" id="{66384FC1-32E2-C4FF-271D-C87FEC699009}"/>
              </a:ext>
            </a:extLst>
          </p:cNvPr>
          <p:cNvSpPr/>
          <p:nvPr/>
        </p:nvSpPr>
        <p:spPr>
          <a:xfrm>
            <a:off x="10541000" y="254000"/>
            <a:ext cx="1270000" cy="1206500"/>
          </a:xfrm>
          <a:prstGeom prst="horizontalScroll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AutoShape 103">
            <a:extLst>
              <a:ext uri="{FF2B5EF4-FFF2-40B4-BE49-F238E27FC236}">
                <a16:creationId xmlns:a16="http://schemas.microsoft.com/office/drawing/2014/main" id="{CCEDF2D7-E418-3E97-7918-AE61E7E5B7FF}"/>
              </a:ext>
            </a:extLst>
          </p:cNvPr>
          <p:cNvSpPr/>
          <p:nvPr/>
        </p:nvSpPr>
        <p:spPr>
          <a:xfrm>
            <a:off x="381000" y="1968500"/>
            <a:ext cx="1270000" cy="1206500"/>
          </a:xfrm>
          <a:prstGeom prst="wav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" name="AutoShape 104">
            <a:extLst>
              <a:ext uri="{FF2B5EF4-FFF2-40B4-BE49-F238E27FC236}">
                <a16:creationId xmlns:a16="http://schemas.microsoft.com/office/drawing/2014/main" id="{B8D2A149-5149-716F-E96E-BE61C67A00AB}"/>
              </a:ext>
            </a:extLst>
          </p:cNvPr>
          <p:cNvSpPr/>
          <p:nvPr/>
        </p:nvSpPr>
        <p:spPr>
          <a:xfrm>
            <a:off x="2413000" y="1968500"/>
            <a:ext cx="1270000" cy="1206500"/>
          </a:xfrm>
          <a:prstGeom prst="doubleWav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" name="AutoShape 105">
            <a:extLst>
              <a:ext uri="{FF2B5EF4-FFF2-40B4-BE49-F238E27FC236}">
                <a16:creationId xmlns:a16="http://schemas.microsoft.com/office/drawing/2014/main" id="{352A49F3-7B40-81BA-F12C-970DBA6EC8C6}"/>
              </a:ext>
            </a:extLst>
          </p:cNvPr>
          <p:cNvSpPr/>
          <p:nvPr/>
        </p:nvSpPr>
        <p:spPr>
          <a:xfrm>
            <a:off x="4445000" y="1968500"/>
            <a:ext cx="1270000" cy="1206500"/>
          </a:xfrm>
          <a:prstGeom prst="wedgeRectCallou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1" name="AutoShape 106">
            <a:extLst>
              <a:ext uri="{FF2B5EF4-FFF2-40B4-BE49-F238E27FC236}">
                <a16:creationId xmlns:a16="http://schemas.microsoft.com/office/drawing/2014/main" id="{93D63663-422A-AEB6-9451-6C8F80DA44E5}"/>
              </a:ext>
            </a:extLst>
          </p:cNvPr>
          <p:cNvSpPr/>
          <p:nvPr/>
        </p:nvSpPr>
        <p:spPr>
          <a:xfrm>
            <a:off x="6477000" y="1968500"/>
            <a:ext cx="1270000" cy="1206500"/>
          </a:xfrm>
          <a:prstGeom prst="wedgeRoundRectCallou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" name="AutoShape 107">
            <a:extLst>
              <a:ext uri="{FF2B5EF4-FFF2-40B4-BE49-F238E27FC236}">
                <a16:creationId xmlns:a16="http://schemas.microsoft.com/office/drawing/2014/main" id="{B2E81583-9560-6053-EAE7-78566DE03329}"/>
              </a:ext>
            </a:extLst>
          </p:cNvPr>
          <p:cNvSpPr/>
          <p:nvPr/>
        </p:nvSpPr>
        <p:spPr>
          <a:xfrm>
            <a:off x="8509000" y="1968500"/>
            <a:ext cx="1270000" cy="1206500"/>
          </a:xfrm>
          <a:prstGeom prst="wedgeEllipseCallou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3" name="AutoShape 108">
            <a:extLst>
              <a:ext uri="{FF2B5EF4-FFF2-40B4-BE49-F238E27FC236}">
                <a16:creationId xmlns:a16="http://schemas.microsoft.com/office/drawing/2014/main" id="{764AEDAF-2C5B-5D94-65CE-7A2AE9F5B26A}"/>
              </a:ext>
            </a:extLst>
          </p:cNvPr>
          <p:cNvSpPr/>
          <p:nvPr/>
        </p:nvSpPr>
        <p:spPr>
          <a:xfrm>
            <a:off x="10541000" y="1968500"/>
            <a:ext cx="1270000" cy="1206500"/>
          </a:xfrm>
          <a:prstGeom prst="cloudCallou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4" name="AutoShape 109">
            <a:extLst>
              <a:ext uri="{FF2B5EF4-FFF2-40B4-BE49-F238E27FC236}">
                <a16:creationId xmlns:a16="http://schemas.microsoft.com/office/drawing/2014/main" id="{84403E13-3720-345C-D436-FA62A7FA2D54}"/>
              </a:ext>
            </a:extLst>
          </p:cNvPr>
          <p:cNvSpPr/>
          <p:nvPr/>
        </p:nvSpPr>
        <p:spPr>
          <a:xfrm>
            <a:off x="381000" y="3683000"/>
            <a:ext cx="1270000" cy="1206500"/>
          </a:xfrm>
          <a:prstGeom prst="borderCallout1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5" name="AutoShape 110">
            <a:extLst>
              <a:ext uri="{FF2B5EF4-FFF2-40B4-BE49-F238E27FC236}">
                <a16:creationId xmlns:a16="http://schemas.microsoft.com/office/drawing/2014/main" id="{94D07C10-A7AE-1F3E-5DD8-E955E4097A4A}"/>
              </a:ext>
            </a:extLst>
          </p:cNvPr>
          <p:cNvSpPr/>
          <p:nvPr/>
        </p:nvSpPr>
        <p:spPr>
          <a:xfrm>
            <a:off x="2413000" y="3683000"/>
            <a:ext cx="1270000" cy="1206500"/>
          </a:xfrm>
          <a:prstGeom prst="borderCallout1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6" name="AutoShape 111">
            <a:extLst>
              <a:ext uri="{FF2B5EF4-FFF2-40B4-BE49-F238E27FC236}">
                <a16:creationId xmlns:a16="http://schemas.microsoft.com/office/drawing/2014/main" id="{675C0CED-3D61-E1CE-0F2E-62A5D6397262}"/>
              </a:ext>
            </a:extLst>
          </p:cNvPr>
          <p:cNvSpPr/>
          <p:nvPr/>
        </p:nvSpPr>
        <p:spPr>
          <a:xfrm>
            <a:off x="4445000" y="3683000"/>
            <a:ext cx="1270000" cy="1206500"/>
          </a:xfrm>
          <a:prstGeom prst="borderCallout2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7" name="AutoShape 112">
            <a:extLst>
              <a:ext uri="{FF2B5EF4-FFF2-40B4-BE49-F238E27FC236}">
                <a16:creationId xmlns:a16="http://schemas.microsoft.com/office/drawing/2014/main" id="{E782FAEA-C98B-AF07-D1D1-D31BECDE1DA5}"/>
              </a:ext>
            </a:extLst>
          </p:cNvPr>
          <p:cNvSpPr/>
          <p:nvPr/>
        </p:nvSpPr>
        <p:spPr>
          <a:xfrm>
            <a:off x="6477000" y="3683000"/>
            <a:ext cx="1270000" cy="1206500"/>
          </a:xfrm>
          <a:prstGeom prst="borderCallout3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8" name="AutoShape 113">
            <a:extLst>
              <a:ext uri="{FF2B5EF4-FFF2-40B4-BE49-F238E27FC236}">
                <a16:creationId xmlns:a16="http://schemas.microsoft.com/office/drawing/2014/main" id="{13A35000-5AD1-BD46-8EEB-88BA0B2B6079}"/>
              </a:ext>
            </a:extLst>
          </p:cNvPr>
          <p:cNvSpPr/>
          <p:nvPr/>
        </p:nvSpPr>
        <p:spPr>
          <a:xfrm>
            <a:off x="8509000" y="3683000"/>
            <a:ext cx="1270000" cy="1206500"/>
          </a:xfrm>
          <a:prstGeom prst="callout1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9" name="AutoShape 114">
            <a:extLst>
              <a:ext uri="{FF2B5EF4-FFF2-40B4-BE49-F238E27FC236}">
                <a16:creationId xmlns:a16="http://schemas.microsoft.com/office/drawing/2014/main" id="{C0A261DC-CEA6-D7B5-DC20-3EA5DC320966}"/>
              </a:ext>
            </a:extLst>
          </p:cNvPr>
          <p:cNvSpPr/>
          <p:nvPr/>
        </p:nvSpPr>
        <p:spPr>
          <a:xfrm>
            <a:off x="10541000" y="3683000"/>
            <a:ext cx="1270000" cy="1206500"/>
          </a:xfrm>
          <a:prstGeom prst="accentCallout1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0" name="AutoShape 115">
            <a:extLst>
              <a:ext uri="{FF2B5EF4-FFF2-40B4-BE49-F238E27FC236}">
                <a16:creationId xmlns:a16="http://schemas.microsoft.com/office/drawing/2014/main" id="{4C220BD8-84F3-5097-1DEA-B238B6BF2702}"/>
              </a:ext>
            </a:extLst>
          </p:cNvPr>
          <p:cNvSpPr/>
          <p:nvPr/>
        </p:nvSpPr>
        <p:spPr>
          <a:xfrm>
            <a:off x="381000" y="5397500"/>
            <a:ext cx="1270000" cy="1206500"/>
          </a:xfrm>
          <a:prstGeom prst="accentCallout2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1" name="AutoShape 116">
            <a:extLst>
              <a:ext uri="{FF2B5EF4-FFF2-40B4-BE49-F238E27FC236}">
                <a16:creationId xmlns:a16="http://schemas.microsoft.com/office/drawing/2014/main" id="{59C8CD50-A2F7-03E5-5265-BD5B085A2BA0}"/>
              </a:ext>
            </a:extLst>
          </p:cNvPr>
          <p:cNvSpPr/>
          <p:nvPr/>
        </p:nvSpPr>
        <p:spPr>
          <a:xfrm>
            <a:off x="2413000" y="5397500"/>
            <a:ext cx="1270000" cy="1206500"/>
          </a:xfrm>
          <a:prstGeom prst="accentCallout3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2" name="AutoShape 117">
            <a:extLst>
              <a:ext uri="{FF2B5EF4-FFF2-40B4-BE49-F238E27FC236}">
                <a16:creationId xmlns:a16="http://schemas.microsoft.com/office/drawing/2014/main" id="{CFE4119D-DC39-C8D2-D5C7-DE5EE2AF2984}"/>
              </a:ext>
            </a:extLst>
          </p:cNvPr>
          <p:cNvSpPr/>
          <p:nvPr/>
        </p:nvSpPr>
        <p:spPr>
          <a:xfrm>
            <a:off x="4445000" y="5397500"/>
            <a:ext cx="1270000" cy="1206500"/>
          </a:xfrm>
          <a:prstGeom prst="callout1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3" name="AutoShape 118">
            <a:extLst>
              <a:ext uri="{FF2B5EF4-FFF2-40B4-BE49-F238E27FC236}">
                <a16:creationId xmlns:a16="http://schemas.microsoft.com/office/drawing/2014/main" id="{F501463C-3190-03DB-5399-E732AD19ADE0}"/>
              </a:ext>
            </a:extLst>
          </p:cNvPr>
          <p:cNvSpPr/>
          <p:nvPr/>
        </p:nvSpPr>
        <p:spPr>
          <a:xfrm>
            <a:off x="6477000" y="5397500"/>
            <a:ext cx="1270000" cy="1206500"/>
          </a:xfrm>
          <a:prstGeom prst="callout1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4" name="AutoShape 119">
            <a:extLst>
              <a:ext uri="{FF2B5EF4-FFF2-40B4-BE49-F238E27FC236}">
                <a16:creationId xmlns:a16="http://schemas.microsoft.com/office/drawing/2014/main" id="{94D44A89-EA1E-3D6F-39A2-4B2026EACAFB}"/>
              </a:ext>
            </a:extLst>
          </p:cNvPr>
          <p:cNvSpPr/>
          <p:nvPr/>
        </p:nvSpPr>
        <p:spPr>
          <a:xfrm>
            <a:off x="8509000" y="5397500"/>
            <a:ext cx="1270000" cy="1206500"/>
          </a:xfrm>
          <a:prstGeom prst="callout2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5" name="AutoShape 120">
            <a:extLst>
              <a:ext uri="{FF2B5EF4-FFF2-40B4-BE49-F238E27FC236}">
                <a16:creationId xmlns:a16="http://schemas.microsoft.com/office/drawing/2014/main" id="{B4025DC6-3AFE-4E53-965D-67A65693DE4C}"/>
              </a:ext>
            </a:extLst>
          </p:cNvPr>
          <p:cNvSpPr/>
          <p:nvPr/>
        </p:nvSpPr>
        <p:spPr>
          <a:xfrm>
            <a:off x="10541000" y="5397500"/>
            <a:ext cx="1270000" cy="1206500"/>
          </a:xfrm>
          <a:prstGeom prst="callout3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57603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121">
            <a:extLst>
              <a:ext uri="{FF2B5EF4-FFF2-40B4-BE49-F238E27FC236}">
                <a16:creationId xmlns:a16="http://schemas.microsoft.com/office/drawing/2014/main" id="{25C6A604-D2BC-B920-6A95-8CD74281AF93}"/>
              </a:ext>
            </a:extLst>
          </p:cNvPr>
          <p:cNvSpPr/>
          <p:nvPr/>
        </p:nvSpPr>
        <p:spPr>
          <a:xfrm>
            <a:off x="381000" y="254000"/>
            <a:ext cx="1270000" cy="1206500"/>
          </a:xfrm>
          <a:prstGeom prst="borderCallout1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" name="AutoShape 122">
            <a:extLst>
              <a:ext uri="{FF2B5EF4-FFF2-40B4-BE49-F238E27FC236}">
                <a16:creationId xmlns:a16="http://schemas.microsoft.com/office/drawing/2014/main" id="{C3F6AAB6-FE14-B513-0C17-4451C0CB5656}"/>
              </a:ext>
            </a:extLst>
          </p:cNvPr>
          <p:cNvSpPr/>
          <p:nvPr/>
        </p:nvSpPr>
        <p:spPr>
          <a:xfrm>
            <a:off x="2413000" y="254000"/>
            <a:ext cx="1270000" cy="1206500"/>
          </a:xfrm>
          <a:prstGeom prst="accentBorderCallout1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AutoShape 123">
            <a:extLst>
              <a:ext uri="{FF2B5EF4-FFF2-40B4-BE49-F238E27FC236}">
                <a16:creationId xmlns:a16="http://schemas.microsoft.com/office/drawing/2014/main" id="{C184C781-1480-9977-2657-F6E01952C187}"/>
              </a:ext>
            </a:extLst>
          </p:cNvPr>
          <p:cNvSpPr/>
          <p:nvPr/>
        </p:nvSpPr>
        <p:spPr>
          <a:xfrm>
            <a:off x="4445000" y="254000"/>
            <a:ext cx="1270000" cy="1206500"/>
          </a:xfrm>
          <a:prstGeom prst="accentBorderCallout2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AutoShape 124">
            <a:extLst>
              <a:ext uri="{FF2B5EF4-FFF2-40B4-BE49-F238E27FC236}">
                <a16:creationId xmlns:a16="http://schemas.microsoft.com/office/drawing/2014/main" id="{5A9BF1CC-01AC-F7FE-BBDB-279DC8673C97}"/>
              </a:ext>
            </a:extLst>
          </p:cNvPr>
          <p:cNvSpPr/>
          <p:nvPr/>
        </p:nvSpPr>
        <p:spPr>
          <a:xfrm>
            <a:off x="6477000" y="254000"/>
            <a:ext cx="1270000" cy="1206500"/>
          </a:xfrm>
          <a:prstGeom prst="accentBorderCallout3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AutoShape 125">
            <a:extLst>
              <a:ext uri="{FF2B5EF4-FFF2-40B4-BE49-F238E27FC236}">
                <a16:creationId xmlns:a16="http://schemas.microsoft.com/office/drawing/2014/main" id="{15AE6B6D-2B08-9C4B-F798-2BEC0AFF860F}"/>
              </a:ext>
            </a:extLst>
          </p:cNvPr>
          <p:cNvSpPr/>
          <p:nvPr/>
        </p:nvSpPr>
        <p:spPr>
          <a:xfrm>
            <a:off x="8509000" y="254000"/>
            <a:ext cx="1270000" cy="1206500"/>
          </a:xfrm>
          <a:prstGeom prst="actionButtonBlank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" name="AutoShape 126">
            <a:extLst>
              <a:ext uri="{FF2B5EF4-FFF2-40B4-BE49-F238E27FC236}">
                <a16:creationId xmlns:a16="http://schemas.microsoft.com/office/drawing/2014/main" id="{1DC95B18-F768-4D89-15B9-C53449C867F0}"/>
              </a:ext>
            </a:extLst>
          </p:cNvPr>
          <p:cNvSpPr/>
          <p:nvPr/>
        </p:nvSpPr>
        <p:spPr>
          <a:xfrm>
            <a:off x="10541000" y="254000"/>
            <a:ext cx="1270000" cy="1206500"/>
          </a:xfrm>
          <a:prstGeom prst="actionButtonHom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AutoShape 127">
            <a:extLst>
              <a:ext uri="{FF2B5EF4-FFF2-40B4-BE49-F238E27FC236}">
                <a16:creationId xmlns:a16="http://schemas.microsoft.com/office/drawing/2014/main" id="{80A37CBC-246B-72BB-C868-C1933B09D1B0}"/>
              </a:ext>
            </a:extLst>
          </p:cNvPr>
          <p:cNvSpPr/>
          <p:nvPr/>
        </p:nvSpPr>
        <p:spPr>
          <a:xfrm>
            <a:off x="381000" y="1968500"/>
            <a:ext cx="1270000" cy="1206500"/>
          </a:xfrm>
          <a:prstGeom prst="actionButtonHelp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" name="AutoShape 128">
            <a:extLst>
              <a:ext uri="{FF2B5EF4-FFF2-40B4-BE49-F238E27FC236}">
                <a16:creationId xmlns:a16="http://schemas.microsoft.com/office/drawing/2014/main" id="{5E984B8C-0044-AB23-9C7F-9848E3D47476}"/>
              </a:ext>
            </a:extLst>
          </p:cNvPr>
          <p:cNvSpPr/>
          <p:nvPr/>
        </p:nvSpPr>
        <p:spPr>
          <a:xfrm>
            <a:off x="2413000" y="1968500"/>
            <a:ext cx="1270000" cy="1206500"/>
          </a:xfrm>
          <a:prstGeom prst="actionButtonInformatio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" name="AutoShape 129">
            <a:extLst>
              <a:ext uri="{FF2B5EF4-FFF2-40B4-BE49-F238E27FC236}">
                <a16:creationId xmlns:a16="http://schemas.microsoft.com/office/drawing/2014/main" id="{5F1B44A9-78F7-C2B3-78E4-3E8D0F75AED3}"/>
              </a:ext>
            </a:extLst>
          </p:cNvPr>
          <p:cNvSpPr/>
          <p:nvPr/>
        </p:nvSpPr>
        <p:spPr>
          <a:xfrm>
            <a:off x="4445000" y="1968500"/>
            <a:ext cx="1270000" cy="1206500"/>
          </a:xfrm>
          <a:prstGeom prst="actionButtonBackPreviou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1" name="AutoShape 130">
            <a:extLst>
              <a:ext uri="{FF2B5EF4-FFF2-40B4-BE49-F238E27FC236}">
                <a16:creationId xmlns:a16="http://schemas.microsoft.com/office/drawing/2014/main" id="{22EDDD77-9559-E285-C928-56273D3E6BD7}"/>
              </a:ext>
            </a:extLst>
          </p:cNvPr>
          <p:cNvSpPr/>
          <p:nvPr/>
        </p:nvSpPr>
        <p:spPr>
          <a:xfrm>
            <a:off x="6477000" y="1968500"/>
            <a:ext cx="1270000" cy="1206500"/>
          </a:xfrm>
          <a:prstGeom prst="actionButtonForwardNex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" name="AutoShape 131">
            <a:extLst>
              <a:ext uri="{FF2B5EF4-FFF2-40B4-BE49-F238E27FC236}">
                <a16:creationId xmlns:a16="http://schemas.microsoft.com/office/drawing/2014/main" id="{0CF3D93F-F548-5EC4-32CE-58E0BE3D1DF6}"/>
              </a:ext>
            </a:extLst>
          </p:cNvPr>
          <p:cNvSpPr/>
          <p:nvPr/>
        </p:nvSpPr>
        <p:spPr>
          <a:xfrm>
            <a:off x="8509000" y="1968500"/>
            <a:ext cx="1270000" cy="1206500"/>
          </a:xfrm>
          <a:prstGeom prst="actionButtonBeginning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3" name="AutoShape 132">
            <a:extLst>
              <a:ext uri="{FF2B5EF4-FFF2-40B4-BE49-F238E27FC236}">
                <a16:creationId xmlns:a16="http://schemas.microsoft.com/office/drawing/2014/main" id="{7F3AF35B-AC15-CD03-68C1-1ED7B152601F}"/>
              </a:ext>
            </a:extLst>
          </p:cNvPr>
          <p:cNvSpPr/>
          <p:nvPr/>
        </p:nvSpPr>
        <p:spPr>
          <a:xfrm>
            <a:off x="10541000" y="1968500"/>
            <a:ext cx="1270000" cy="1206500"/>
          </a:xfrm>
          <a:prstGeom prst="actionButtonEnd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4" name="AutoShape 133">
            <a:extLst>
              <a:ext uri="{FF2B5EF4-FFF2-40B4-BE49-F238E27FC236}">
                <a16:creationId xmlns:a16="http://schemas.microsoft.com/office/drawing/2014/main" id="{75DD24C7-F596-F887-80DF-CA62E58E0D29}"/>
              </a:ext>
            </a:extLst>
          </p:cNvPr>
          <p:cNvSpPr/>
          <p:nvPr/>
        </p:nvSpPr>
        <p:spPr>
          <a:xfrm>
            <a:off x="381000" y="3683000"/>
            <a:ext cx="1270000" cy="1206500"/>
          </a:xfrm>
          <a:prstGeom prst="actionButtonRetur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5" name="AutoShape 134">
            <a:extLst>
              <a:ext uri="{FF2B5EF4-FFF2-40B4-BE49-F238E27FC236}">
                <a16:creationId xmlns:a16="http://schemas.microsoft.com/office/drawing/2014/main" id="{FB9874DA-1971-A40F-E4BD-A4D9E10FE077}"/>
              </a:ext>
            </a:extLst>
          </p:cNvPr>
          <p:cNvSpPr/>
          <p:nvPr/>
        </p:nvSpPr>
        <p:spPr>
          <a:xfrm>
            <a:off x="2413000" y="3683000"/>
            <a:ext cx="1270000" cy="1206500"/>
          </a:xfrm>
          <a:prstGeom prst="actionButtonDocumen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6" name="AutoShape 135">
            <a:extLst>
              <a:ext uri="{FF2B5EF4-FFF2-40B4-BE49-F238E27FC236}">
                <a16:creationId xmlns:a16="http://schemas.microsoft.com/office/drawing/2014/main" id="{28E36A17-8F18-1DBB-57F0-7119A5F75B9A}"/>
              </a:ext>
            </a:extLst>
          </p:cNvPr>
          <p:cNvSpPr/>
          <p:nvPr/>
        </p:nvSpPr>
        <p:spPr>
          <a:xfrm>
            <a:off x="4445000" y="3683000"/>
            <a:ext cx="1270000" cy="1206500"/>
          </a:xfrm>
          <a:prstGeom prst="actionButtonSound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7" name="AutoShape 136">
            <a:extLst>
              <a:ext uri="{FF2B5EF4-FFF2-40B4-BE49-F238E27FC236}">
                <a16:creationId xmlns:a16="http://schemas.microsoft.com/office/drawing/2014/main" id="{4031753D-141D-0984-0CF3-D3EE1061007C}"/>
              </a:ext>
            </a:extLst>
          </p:cNvPr>
          <p:cNvSpPr/>
          <p:nvPr/>
        </p:nvSpPr>
        <p:spPr>
          <a:xfrm>
            <a:off x="6477000" y="3683000"/>
            <a:ext cx="1270000" cy="1206500"/>
          </a:xfrm>
          <a:prstGeom prst="actionButtonMovi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8" name="AutoShape 137">
            <a:extLst>
              <a:ext uri="{FF2B5EF4-FFF2-40B4-BE49-F238E27FC236}">
                <a16:creationId xmlns:a16="http://schemas.microsoft.com/office/drawing/2014/main" id="{5D7B5F50-4DC3-FF51-BFD2-A188D259BA00}"/>
              </a:ext>
            </a:extLst>
          </p:cNvPr>
          <p:cNvSpPr/>
          <p:nvPr/>
        </p:nvSpPr>
        <p:spPr>
          <a:xfrm>
            <a:off x="8509000" y="3683000"/>
            <a:ext cx="1270000" cy="1206500"/>
          </a:xfrm>
          <a:prstGeom prst="wedgeRoundRectCallou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9" name="AutoShape 139">
            <a:extLst>
              <a:ext uri="{FF2B5EF4-FFF2-40B4-BE49-F238E27FC236}">
                <a16:creationId xmlns:a16="http://schemas.microsoft.com/office/drawing/2014/main" id="{43060AAA-AC8B-7535-B9DF-7B07C9FAA7EB}"/>
              </a:ext>
            </a:extLst>
          </p:cNvPr>
          <p:cNvSpPr/>
          <p:nvPr/>
        </p:nvSpPr>
        <p:spPr>
          <a:xfrm>
            <a:off x="10541000" y="3683000"/>
            <a:ext cx="1270000" cy="1206500"/>
          </a:xfrm>
          <a:prstGeom prst="flowChartOfflineStorag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0" name="AutoShape 140">
            <a:extLst>
              <a:ext uri="{FF2B5EF4-FFF2-40B4-BE49-F238E27FC236}">
                <a16:creationId xmlns:a16="http://schemas.microsoft.com/office/drawing/2014/main" id="{01A7E5AA-390E-7056-DE2A-A9298B2F6D24}"/>
              </a:ext>
            </a:extLst>
          </p:cNvPr>
          <p:cNvSpPr/>
          <p:nvPr/>
        </p:nvSpPr>
        <p:spPr>
          <a:xfrm>
            <a:off x="381000" y="5397500"/>
            <a:ext cx="1270000" cy="1206500"/>
          </a:xfrm>
          <a:prstGeom prst="leftRightRibbo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1" name="AutoShape 141">
            <a:extLst>
              <a:ext uri="{FF2B5EF4-FFF2-40B4-BE49-F238E27FC236}">
                <a16:creationId xmlns:a16="http://schemas.microsoft.com/office/drawing/2014/main" id="{BD606E73-A996-F0E4-FC45-D6F14AB3E030}"/>
              </a:ext>
            </a:extLst>
          </p:cNvPr>
          <p:cNvSpPr/>
          <p:nvPr/>
        </p:nvSpPr>
        <p:spPr>
          <a:xfrm>
            <a:off x="2413000" y="5397500"/>
            <a:ext cx="1270000" cy="1206500"/>
          </a:xfrm>
          <a:prstGeom prst="diagStrip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chemeClr val="tx1"/>
              </a:solidFill>
            </a:endParaRPr>
          </a:p>
        </p:txBody>
      </p:sp>
      <p:sp>
        <p:nvSpPr>
          <p:cNvPr id="22" name="AutoShape 142">
            <a:extLst>
              <a:ext uri="{FF2B5EF4-FFF2-40B4-BE49-F238E27FC236}">
                <a16:creationId xmlns:a16="http://schemas.microsoft.com/office/drawing/2014/main" id="{51AF7B2B-2DCB-62FD-B99E-781B79747A35}"/>
              </a:ext>
            </a:extLst>
          </p:cNvPr>
          <p:cNvSpPr/>
          <p:nvPr/>
        </p:nvSpPr>
        <p:spPr>
          <a:xfrm>
            <a:off x="4445000" y="5397500"/>
            <a:ext cx="1270000" cy="1206500"/>
          </a:xfrm>
          <a:prstGeom prst="pi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chemeClr val="tx1"/>
              </a:solidFill>
            </a:endParaRPr>
          </a:p>
        </p:txBody>
      </p:sp>
      <p:sp>
        <p:nvSpPr>
          <p:cNvPr id="23" name="AutoShape 143">
            <a:extLst>
              <a:ext uri="{FF2B5EF4-FFF2-40B4-BE49-F238E27FC236}">
                <a16:creationId xmlns:a16="http://schemas.microsoft.com/office/drawing/2014/main" id="{355FD566-B5DA-2A2F-83A4-3318AF3A9243}"/>
              </a:ext>
            </a:extLst>
          </p:cNvPr>
          <p:cNvSpPr/>
          <p:nvPr/>
        </p:nvSpPr>
        <p:spPr>
          <a:xfrm>
            <a:off x="6477000" y="5397500"/>
            <a:ext cx="1270000" cy="1206500"/>
          </a:xfrm>
          <a:prstGeom prst="nonIsoscelesTrapezoid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4" name="AutoShape 144">
            <a:extLst>
              <a:ext uri="{FF2B5EF4-FFF2-40B4-BE49-F238E27FC236}">
                <a16:creationId xmlns:a16="http://schemas.microsoft.com/office/drawing/2014/main" id="{987DBF8D-8ABE-609F-6D14-43354FFA669F}"/>
              </a:ext>
            </a:extLst>
          </p:cNvPr>
          <p:cNvSpPr/>
          <p:nvPr/>
        </p:nvSpPr>
        <p:spPr>
          <a:xfrm>
            <a:off x="8509000" y="5397500"/>
            <a:ext cx="1270000" cy="1206500"/>
          </a:xfrm>
          <a:prstGeom prst="decago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5" name="AutoShape 145">
            <a:extLst>
              <a:ext uri="{FF2B5EF4-FFF2-40B4-BE49-F238E27FC236}">
                <a16:creationId xmlns:a16="http://schemas.microsoft.com/office/drawing/2014/main" id="{BB21BAF4-1A0F-EF5A-B8EC-80484B0CFE62}"/>
              </a:ext>
            </a:extLst>
          </p:cNvPr>
          <p:cNvSpPr/>
          <p:nvPr/>
        </p:nvSpPr>
        <p:spPr>
          <a:xfrm>
            <a:off x="10541000" y="5397500"/>
            <a:ext cx="1270000" cy="1206500"/>
          </a:xfrm>
          <a:prstGeom prst="heptago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7960896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146">
            <a:extLst>
              <a:ext uri="{FF2B5EF4-FFF2-40B4-BE49-F238E27FC236}">
                <a16:creationId xmlns:a16="http://schemas.microsoft.com/office/drawing/2014/main" id="{F788C881-17FD-10E8-17D0-C459A28BD12F}"/>
              </a:ext>
            </a:extLst>
          </p:cNvPr>
          <p:cNvSpPr/>
          <p:nvPr/>
        </p:nvSpPr>
        <p:spPr>
          <a:xfrm>
            <a:off x="381000" y="254000"/>
            <a:ext cx="1270000" cy="1206500"/>
          </a:xfrm>
          <a:prstGeom prst="dodecago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" name="AutoShape 147">
            <a:extLst>
              <a:ext uri="{FF2B5EF4-FFF2-40B4-BE49-F238E27FC236}">
                <a16:creationId xmlns:a16="http://schemas.microsoft.com/office/drawing/2014/main" id="{2D56E4D0-4A0E-5E92-5907-A7655D592289}"/>
              </a:ext>
            </a:extLst>
          </p:cNvPr>
          <p:cNvSpPr/>
          <p:nvPr/>
        </p:nvSpPr>
        <p:spPr>
          <a:xfrm>
            <a:off x="2413000" y="254000"/>
            <a:ext cx="1270000" cy="1206500"/>
          </a:xfrm>
          <a:prstGeom prst="star6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AutoShape 148">
            <a:extLst>
              <a:ext uri="{FF2B5EF4-FFF2-40B4-BE49-F238E27FC236}">
                <a16:creationId xmlns:a16="http://schemas.microsoft.com/office/drawing/2014/main" id="{4B586C12-E9D0-A598-E7DA-458FB94DC2E4}"/>
              </a:ext>
            </a:extLst>
          </p:cNvPr>
          <p:cNvSpPr/>
          <p:nvPr/>
        </p:nvSpPr>
        <p:spPr>
          <a:xfrm>
            <a:off x="4445000" y="254000"/>
            <a:ext cx="1270000" cy="1206500"/>
          </a:xfrm>
          <a:prstGeom prst="star7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AutoShape 149">
            <a:extLst>
              <a:ext uri="{FF2B5EF4-FFF2-40B4-BE49-F238E27FC236}">
                <a16:creationId xmlns:a16="http://schemas.microsoft.com/office/drawing/2014/main" id="{C32079DE-DB3E-5332-4BC5-5640E5C98C09}"/>
              </a:ext>
            </a:extLst>
          </p:cNvPr>
          <p:cNvSpPr/>
          <p:nvPr/>
        </p:nvSpPr>
        <p:spPr>
          <a:xfrm>
            <a:off x="6477000" y="254000"/>
            <a:ext cx="1270000" cy="1206500"/>
          </a:xfrm>
          <a:prstGeom prst="star10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AutoShape 150">
            <a:extLst>
              <a:ext uri="{FF2B5EF4-FFF2-40B4-BE49-F238E27FC236}">
                <a16:creationId xmlns:a16="http://schemas.microsoft.com/office/drawing/2014/main" id="{1AE8109C-F795-660D-B411-C67571227429}"/>
              </a:ext>
            </a:extLst>
          </p:cNvPr>
          <p:cNvSpPr/>
          <p:nvPr/>
        </p:nvSpPr>
        <p:spPr>
          <a:xfrm>
            <a:off x="8509000" y="254000"/>
            <a:ext cx="1270000" cy="1206500"/>
          </a:xfrm>
          <a:prstGeom prst="star12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" name="AutoShape 151">
            <a:extLst>
              <a:ext uri="{FF2B5EF4-FFF2-40B4-BE49-F238E27FC236}">
                <a16:creationId xmlns:a16="http://schemas.microsoft.com/office/drawing/2014/main" id="{CFCEEFC3-0619-616E-B2EF-0D6C8824D6E0}"/>
              </a:ext>
            </a:extLst>
          </p:cNvPr>
          <p:cNvSpPr/>
          <p:nvPr/>
        </p:nvSpPr>
        <p:spPr>
          <a:xfrm>
            <a:off x="10541000" y="254000"/>
            <a:ext cx="1270000" cy="1206500"/>
          </a:xfrm>
          <a:prstGeom prst="round1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AutoShape 152">
            <a:extLst>
              <a:ext uri="{FF2B5EF4-FFF2-40B4-BE49-F238E27FC236}">
                <a16:creationId xmlns:a16="http://schemas.microsoft.com/office/drawing/2014/main" id="{0D05DE39-55EC-BFCD-88B6-B448A0C06939}"/>
              </a:ext>
            </a:extLst>
          </p:cNvPr>
          <p:cNvSpPr/>
          <p:nvPr/>
        </p:nvSpPr>
        <p:spPr>
          <a:xfrm>
            <a:off x="381000" y="1968500"/>
            <a:ext cx="1270000" cy="1206500"/>
          </a:xfrm>
          <a:prstGeom prst="round2Same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" name="AutoShape 153">
            <a:extLst>
              <a:ext uri="{FF2B5EF4-FFF2-40B4-BE49-F238E27FC236}">
                <a16:creationId xmlns:a16="http://schemas.microsoft.com/office/drawing/2014/main" id="{F5D8BD5D-7568-907C-49DD-1305F9C88AE2}"/>
              </a:ext>
            </a:extLst>
          </p:cNvPr>
          <p:cNvSpPr/>
          <p:nvPr/>
        </p:nvSpPr>
        <p:spPr>
          <a:xfrm>
            <a:off x="2413000" y="1968500"/>
            <a:ext cx="1270000" cy="1206500"/>
          </a:xfrm>
          <a:prstGeom prst="round2Diag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" name="AutoShape 154">
            <a:extLst>
              <a:ext uri="{FF2B5EF4-FFF2-40B4-BE49-F238E27FC236}">
                <a16:creationId xmlns:a16="http://schemas.microsoft.com/office/drawing/2014/main" id="{3351266F-CC09-DA8B-D628-CF449D0189D4}"/>
              </a:ext>
            </a:extLst>
          </p:cNvPr>
          <p:cNvSpPr/>
          <p:nvPr/>
        </p:nvSpPr>
        <p:spPr>
          <a:xfrm>
            <a:off x="4445000" y="1968500"/>
            <a:ext cx="1270000" cy="1206500"/>
          </a:xfrm>
          <a:prstGeom prst="snip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1" name="AutoShape 155">
            <a:extLst>
              <a:ext uri="{FF2B5EF4-FFF2-40B4-BE49-F238E27FC236}">
                <a16:creationId xmlns:a16="http://schemas.microsoft.com/office/drawing/2014/main" id="{1A8808EE-3DE2-8810-7B97-4C3213EBC17A}"/>
              </a:ext>
            </a:extLst>
          </p:cNvPr>
          <p:cNvSpPr/>
          <p:nvPr/>
        </p:nvSpPr>
        <p:spPr>
          <a:xfrm>
            <a:off x="6477000" y="1968500"/>
            <a:ext cx="1270000" cy="1206500"/>
          </a:xfrm>
          <a:prstGeom prst="snip1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" name="AutoShape 156">
            <a:extLst>
              <a:ext uri="{FF2B5EF4-FFF2-40B4-BE49-F238E27FC236}">
                <a16:creationId xmlns:a16="http://schemas.microsoft.com/office/drawing/2014/main" id="{0DA0D7BD-7FA1-8057-FC66-02F11344A7C8}"/>
              </a:ext>
            </a:extLst>
          </p:cNvPr>
          <p:cNvSpPr/>
          <p:nvPr/>
        </p:nvSpPr>
        <p:spPr>
          <a:xfrm>
            <a:off x="8509000" y="1968500"/>
            <a:ext cx="1270000" cy="1206500"/>
          </a:xfrm>
          <a:prstGeom prst="snip2Same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3" name="AutoShape 157">
            <a:extLst>
              <a:ext uri="{FF2B5EF4-FFF2-40B4-BE49-F238E27FC236}">
                <a16:creationId xmlns:a16="http://schemas.microsoft.com/office/drawing/2014/main" id="{C6329F41-403B-8291-4DC4-AF2A021D0723}"/>
              </a:ext>
            </a:extLst>
          </p:cNvPr>
          <p:cNvSpPr/>
          <p:nvPr/>
        </p:nvSpPr>
        <p:spPr>
          <a:xfrm>
            <a:off x="10541000" y="1968500"/>
            <a:ext cx="1270000" cy="1206500"/>
          </a:xfrm>
          <a:prstGeom prst="snip2Diag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4" name="AutoShape 158">
            <a:extLst>
              <a:ext uri="{FF2B5EF4-FFF2-40B4-BE49-F238E27FC236}">
                <a16:creationId xmlns:a16="http://schemas.microsoft.com/office/drawing/2014/main" id="{EA46EAAC-8202-B329-50B7-344E8A8AAD4C}"/>
              </a:ext>
            </a:extLst>
          </p:cNvPr>
          <p:cNvSpPr/>
          <p:nvPr/>
        </p:nvSpPr>
        <p:spPr>
          <a:xfrm>
            <a:off x="381000" y="3683000"/>
            <a:ext cx="1270000" cy="1206500"/>
          </a:xfrm>
          <a:prstGeom prst="fram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chemeClr val="tx1"/>
              </a:solidFill>
            </a:endParaRPr>
          </a:p>
        </p:txBody>
      </p:sp>
      <p:sp>
        <p:nvSpPr>
          <p:cNvPr id="15" name="AutoShape 159">
            <a:extLst>
              <a:ext uri="{FF2B5EF4-FFF2-40B4-BE49-F238E27FC236}">
                <a16:creationId xmlns:a16="http://schemas.microsoft.com/office/drawing/2014/main" id="{E7979488-DFAA-5AFB-A3D4-1CF9A8C78937}"/>
              </a:ext>
            </a:extLst>
          </p:cNvPr>
          <p:cNvSpPr/>
          <p:nvPr/>
        </p:nvSpPr>
        <p:spPr>
          <a:xfrm>
            <a:off x="2413000" y="3683000"/>
            <a:ext cx="1270000" cy="1206500"/>
          </a:xfrm>
          <a:prstGeom prst="halfFram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chemeClr val="tx1"/>
              </a:solidFill>
            </a:endParaRPr>
          </a:p>
        </p:txBody>
      </p:sp>
      <p:sp>
        <p:nvSpPr>
          <p:cNvPr id="16" name="AutoShape 160">
            <a:extLst>
              <a:ext uri="{FF2B5EF4-FFF2-40B4-BE49-F238E27FC236}">
                <a16:creationId xmlns:a16="http://schemas.microsoft.com/office/drawing/2014/main" id="{F62C42CB-D717-481A-AA69-D6EF07C48ADC}"/>
              </a:ext>
            </a:extLst>
          </p:cNvPr>
          <p:cNvSpPr/>
          <p:nvPr/>
        </p:nvSpPr>
        <p:spPr>
          <a:xfrm>
            <a:off x="4445000" y="3683000"/>
            <a:ext cx="1270000" cy="1206500"/>
          </a:xfrm>
          <a:prstGeom prst="teardrop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7" name="AutoShape 161">
            <a:extLst>
              <a:ext uri="{FF2B5EF4-FFF2-40B4-BE49-F238E27FC236}">
                <a16:creationId xmlns:a16="http://schemas.microsoft.com/office/drawing/2014/main" id="{BA4090EC-9D14-36A4-8219-C1D4E7FBBC30}"/>
              </a:ext>
            </a:extLst>
          </p:cNvPr>
          <p:cNvSpPr/>
          <p:nvPr/>
        </p:nvSpPr>
        <p:spPr>
          <a:xfrm>
            <a:off x="6477000" y="3683000"/>
            <a:ext cx="1270000" cy="1206500"/>
          </a:xfrm>
          <a:prstGeom prst="chord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8" name="AutoShape 162">
            <a:extLst>
              <a:ext uri="{FF2B5EF4-FFF2-40B4-BE49-F238E27FC236}">
                <a16:creationId xmlns:a16="http://schemas.microsoft.com/office/drawing/2014/main" id="{4FDA0DE7-C333-3CAA-BBAB-EF15F764AF4B}"/>
              </a:ext>
            </a:extLst>
          </p:cNvPr>
          <p:cNvSpPr/>
          <p:nvPr/>
        </p:nvSpPr>
        <p:spPr>
          <a:xfrm>
            <a:off x="8509000" y="3683000"/>
            <a:ext cx="1270000" cy="1206500"/>
          </a:xfrm>
          <a:prstGeom prst="corner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9" name="AutoShape 163">
            <a:extLst>
              <a:ext uri="{FF2B5EF4-FFF2-40B4-BE49-F238E27FC236}">
                <a16:creationId xmlns:a16="http://schemas.microsoft.com/office/drawing/2014/main" id="{C9ED9DF9-DA6D-39AA-A2D2-7E98FE4DD125}"/>
              </a:ext>
            </a:extLst>
          </p:cNvPr>
          <p:cNvSpPr/>
          <p:nvPr/>
        </p:nvSpPr>
        <p:spPr>
          <a:xfrm>
            <a:off x="10541000" y="3683000"/>
            <a:ext cx="1270000" cy="1206500"/>
          </a:xfrm>
          <a:prstGeom prst="mathPlu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0" name="AutoShape 164">
            <a:extLst>
              <a:ext uri="{FF2B5EF4-FFF2-40B4-BE49-F238E27FC236}">
                <a16:creationId xmlns:a16="http://schemas.microsoft.com/office/drawing/2014/main" id="{7E932A10-27D0-BC8C-569E-3F16E5A0ED10}"/>
              </a:ext>
            </a:extLst>
          </p:cNvPr>
          <p:cNvSpPr/>
          <p:nvPr/>
        </p:nvSpPr>
        <p:spPr>
          <a:xfrm>
            <a:off x="381000" y="5397500"/>
            <a:ext cx="1270000" cy="1206500"/>
          </a:xfrm>
          <a:prstGeom prst="mathMinu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1" name="AutoShape 165">
            <a:extLst>
              <a:ext uri="{FF2B5EF4-FFF2-40B4-BE49-F238E27FC236}">
                <a16:creationId xmlns:a16="http://schemas.microsoft.com/office/drawing/2014/main" id="{60A2543D-A4BD-39F2-4A28-FF77AFA388C8}"/>
              </a:ext>
            </a:extLst>
          </p:cNvPr>
          <p:cNvSpPr/>
          <p:nvPr/>
        </p:nvSpPr>
        <p:spPr>
          <a:xfrm>
            <a:off x="2413000" y="5397500"/>
            <a:ext cx="1270000" cy="1206500"/>
          </a:xfrm>
          <a:prstGeom prst="mathMultiply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2" name="AutoShape 166">
            <a:extLst>
              <a:ext uri="{FF2B5EF4-FFF2-40B4-BE49-F238E27FC236}">
                <a16:creationId xmlns:a16="http://schemas.microsoft.com/office/drawing/2014/main" id="{10057F64-C7AE-E504-A283-F9F665649C0B}"/>
              </a:ext>
            </a:extLst>
          </p:cNvPr>
          <p:cNvSpPr/>
          <p:nvPr/>
        </p:nvSpPr>
        <p:spPr>
          <a:xfrm>
            <a:off x="4445000" y="5397500"/>
            <a:ext cx="1270000" cy="1206500"/>
          </a:xfrm>
          <a:prstGeom prst="mathDivid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3" name="AutoShape 167">
            <a:extLst>
              <a:ext uri="{FF2B5EF4-FFF2-40B4-BE49-F238E27FC236}">
                <a16:creationId xmlns:a16="http://schemas.microsoft.com/office/drawing/2014/main" id="{555657D0-7D58-D2E4-412A-2FF78D6B8500}"/>
              </a:ext>
            </a:extLst>
          </p:cNvPr>
          <p:cNvSpPr/>
          <p:nvPr/>
        </p:nvSpPr>
        <p:spPr>
          <a:xfrm>
            <a:off x="6477000" y="5397500"/>
            <a:ext cx="1270000" cy="1206500"/>
          </a:xfrm>
          <a:prstGeom prst="mathEqual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chemeClr val="tx1"/>
              </a:solidFill>
            </a:endParaRPr>
          </a:p>
        </p:txBody>
      </p:sp>
      <p:sp>
        <p:nvSpPr>
          <p:cNvPr id="24" name="AutoShape 168">
            <a:extLst>
              <a:ext uri="{FF2B5EF4-FFF2-40B4-BE49-F238E27FC236}">
                <a16:creationId xmlns:a16="http://schemas.microsoft.com/office/drawing/2014/main" id="{12ABFC46-A87F-0514-E714-86F302E939D6}"/>
              </a:ext>
            </a:extLst>
          </p:cNvPr>
          <p:cNvSpPr/>
          <p:nvPr/>
        </p:nvSpPr>
        <p:spPr>
          <a:xfrm>
            <a:off x="8509000" y="5397500"/>
            <a:ext cx="1270000" cy="1206500"/>
          </a:xfrm>
          <a:prstGeom prst="mathNotEqual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chemeClr val="tx1"/>
              </a:solidFill>
            </a:endParaRPr>
          </a:p>
        </p:txBody>
      </p:sp>
      <p:sp>
        <p:nvSpPr>
          <p:cNvPr id="25" name="AutoShape 169">
            <a:extLst>
              <a:ext uri="{FF2B5EF4-FFF2-40B4-BE49-F238E27FC236}">
                <a16:creationId xmlns:a16="http://schemas.microsoft.com/office/drawing/2014/main" id="{2C1AB71B-20FF-CD1F-D00F-FD685986DE08}"/>
              </a:ext>
            </a:extLst>
          </p:cNvPr>
          <p:cNvSpPr/>
          <p:nvPr/>
        </p:nvSpPr>
        <p:spPr>
          <a:xfrm>
            <a:off x="10541000" y="5397500"/>
            <a:ext cx="1270000" cy="1206500"/>
          </a:xfrm>
          <a:prstGeom prst="cornerTab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84573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170">
            <a:extLst>
              <a:ext uri="{FF2B5EF4-FFF2-40B4-BE49-F238E27FC236}">
                <a16:creationId xmlns:a16="http://schemas.microsoft.com/office/drawing/2014/main" id="{58E05954-3206-B2AC-E5CB-98711810ADE3}"/>
              </a:ext>
            </a:extLst>
          </p:cNvPr>
          <p:cNvSpPr/>
          <p:nvPr/>
        </p:nvSpPr>
        <p:spPr>
          <a:xfrm>
            <a:off x="381000" y="254000"/>
            <a:ext cx="1270000" cy="1206500"/>
          </a:xfrm>
          <a:prstGeom prst="squareTab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chemeClr val="tx1"/>
              </a:solidFill>
            </a:endParaRPr>
          </a:p>
        </p:txBody>
      </p:sp>
      <p:sp>
        <p:nvSpPr>
          <p:cNvPr id="3" name="AutoShape 171">
            <a:extLst>
              <a:ext uri="{FF2B5EF4-FFF2-40B4-BE49-F238E27FC236}">
                <a16:creationId xmlns:a16="http://schemas.microsoft.com/office/drawing/2014/main" id="{CEC90CA9-C24B-EA43-C3C9-71BA61F0484C}"/>
              </a:ext>
            </a:extLst>
          </p:cNvPr>
          <p:cNvSpPr/>
          <p:nvPr/>
        </p:nvSpPr>
        <p:spPr>
          <a:xfrm>
            <a:off x="2413000" y="254000"/>
            <a:ext cx="1270000" cy="1206500"/>
          </a:xfrm>
          <a:prstGeom prst="plaqueTab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chemeClr val="tx1"/>
              </a:solidFill>
            </a:endParaRPr>
          </a:p>
        </p:txBody>
      </p:sp>
      <p:sp>
        <p:nvSpPr>
          <p:cNvPr id="4" name="AutoShape 172">
            <a:extLst>
              <a:ext uri="{FF2B5EF4-FFF2-40B4-BE49-F238E27FC236}">
                <a16:creationId xmlns:a16="http://schemas.microsoft.com/office/drawing/2014/main" id="{C1B19189-4FE1-C0C4-22C7-2B7BD3258D81}"/>
              </a:ext>
            </a:extLst>
          </p:cNvPr>
          <p:cNvSpPr/>
          <p:nvPr/>
        </p:nvSpPr>
        <p:spPr>
          <a:xfrm>
            <a:off x="4445000" y="254000"/>
            <a:ext cx="1270000" cy="1206500"/>
          </a:xfrm>
          <a:prstGeom prst="gear6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AutoShape 173">
            <a:extLst>
              <a:ext uri="{FF2B5EF4-FFF2-40B4-BE49-F238E27FC236}">
                <a16:creationId xmlns:a16="http://schemas.microsoft.com/office/drawing/2014/main" id="{9568392B-2F27-0491-5E50-AC212227521A}"/>
              </a:ext>
            </a:extLst>
          </p:cNvPr>
          <p:cNvSpPr/>
          <p:nvPr/>
        </p:nvSpPr>
        <p:spPr>
          <a:xfrm>
            <a:off x="6477000" y="254000"/>
            <a:ext cx="1270000" cy="1206500"/>
          </a:xfrm>
          <a:prstGeom prst="gear9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AutoShape 174">
            <a:extLst>
              <a:ext uri="{FF2B5EF4-FFF2-40B4-BE49-F238E27FC236}">
                <a16:creationId xmlns:a16="http://schemas.microsoft.com/office/drawing/2014/main" id="{190A412F-6763-2FAB-100A-7DBA93BA12EF}"/>
              </a:ext>
            </a:extLst>
          </p:cNvPr>
          <p:cNvSpPr/>
          <p:nvPr/>
        </p:nvSpPr>
        <p:spPr>
          <a:xfrm>
            <a:off x="8509000" y="254000"/>
            <a:ext cx="1270000" cy="1206500"/>
          </a:xfrm>
          <a:prstGeom prst="funnel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" name="AutoShape 175">
            <a:extLst>
              <a:ext uri="{FF2B5EF4-FFF2-40B4-BE49-F238E27FC236}">
                <a16:creationId xmlns:a16="http://schemas.microsoft.com/office/drawing/2014/main" id="{2DC79F6D-6425-D7D5-F7C3-957A22F3FA44}"/>
              </a:ext>
            </a:extLst>
          </p:cNvPr>
          <p:cNvSpPr/>
          <p:nvPr/>
        </p:nvSpPr>
        <p:spPr>
          <a:xfrm>
            <a:off x="10541000" y="254000"/>
            <a:ext cx="1270000" cy="1206500"/>
          </a:xfrm>
          <a:prstGeom prst="pieWedg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AutoShape 176">
            <a:extLst>
              <a:ext uri="{FF2B5EF4-FFF2-40B4-BE49-F238E27FC236}">
                <a16:creationId xmlns:a16="http://schemas.microsoft.com/office/drawing/2014/main" id="{F5EFC3C4-0438-4AC7-2B18-75D6545BF8B3}"/>
              </a:ext>
            </a:extLst>
          </p:cNvPr>
          <p:cNvSpPr/>
          <p:nvPr/>
        </p:nvSpPr>
        <p:spPr>
          <a:xfrm>
            <a:off x="381000" y="1968500"/>
            <a:ext cx="1270000" cy="1206500"/>
          </a:xfrm>
          <a:prstGeom prst="leftCircular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chemeClr val="tx1"/>
              </a:solidFill>
            </a:endParaRPr>
          </a:p>
        </p:txBody>
      </p:sp>
      <p:sp>
        <p:nvSpPr>
          <p:cNvPr id="9" name="AutoShape 177">
            <a:extLst>
              <a:ext uri="{FF2B5EF4-FFF2-40B4-BE49-F238E27FC236}">
                <a16:creationId xmlns:a16="http://schemas.microsoft.com/office/drawing/2014/main" id="{62546B80-5ECC-5DED-38EC-F0FA3B92E0F9}"/>
              </a:ext>
            </a:extLst>
          </p:cNvPr>
          <p:cNvSpPr/>
          <p:nvPr/>
        </p:nvSpPr>
        <p:spPr>
          <a:xfrm>
            <a:off x="2413000" y="1968500"/>
            <a:ext cx="1270000" cy="1206500"/>
          </a:xfrm>
          <a:prstGeom prst="leftRightCircular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chemeClr val="tx1"/>
              </a:solidFill>
            </a:endParaRPr>
          </a:p>
        </p:txBody>
      </p:sp>
      <p:sp>
        <p:nvSpPr>
          <p:cNvPr id="10" name="AutoShape 178">
            <a:extLst>
              <a:ext uri="{FF2B5EF4-FFF2-40B4-BE49-F238E27FC236}">
                <a16:creationId xmlns:a16="http://schemas.microsoft.com/office/drawing/2014/main" id="{645A3EEA-5728-B91F-246C-3E8EC7AE424F}"/>
              </a:ext>
            </a:extLst>
          </p:cNvPr>
          <p:cNvSpPr/>
          <p:nvPr/>
        </p:nvSpPr>
        <p:spPr>
          <a:xfrm>
            <a:off x="4445000" y="1968500"/>
            <a:ext cx="1270000" cy="1206500"/>
          </a:xfrm>
          <a:prstGeom prst="swoosh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chemeClr val="tx1"/>
              </a:solidFill>
            </a:endParaRPr>
          </a:p>
        </p:txBody>
      </p:sp>
      <p:sp>
        <p:nvSpPr>
          <p:cNvPr id="11" name="AutoShape 179">
            <a:extLst>
              <a:ext uri="{FF2B5EF4-FFF2-40B4-BE49-F238E27FC236}">
                <a16:creationId xmlns:a16="http://schemas.microsoft.com/office/drawing/2014/main" id="{EEF56B64-8178-67FE-3E3F-0F6B7A16EB40}"/>
              </a:ext>
            </a:extLst>
          </p:cNvPr>
          <p:cNvSpPr/>
          <p:nvPr/>
        </p:nvSpPr>
        <p:spPr>
          <a:xfrm>
            <a:off x="6477000" y="1968500"/>
            <a:ext cx="1270000" cy="1206500"/>
          </a:xfrm>
          <a:prstGeom prst="cloud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" name="AutoShape 180">
            <a:extLst>
              <a:ext uri="{FF2B5EF4-FFF2-40B4-BE49-F238E27FC236}">
                <a16:creationId xmlns:a16="http://schemas.microsoft.com/office/drawing/2014/main" id="{C366D821-40FC-F18C-CC04-C0B435D0B654}"/>
              </a:ext>
            </a:extLst>
          </p:cNvPr>
          <p:cNvSpPr/>
          <p:nvPr/>
        </p:nvSpPr>
        <p:spPr>
          <a:xfrm>
            <a:off x="8509000" y="1968500"/>
            <a:ext cx="1270000" cy="1206500"/>
          </a:xfrm>
          <a:prstGeom prst="chartX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3" name="AutoShape 181">
            <a:extLst>
              <a:ext uri="{FF2B5EF4-FFF2-40B4-BE49-F238E27FC236}">
                <a16:creationId xmlns:a16="http://schemas.microsoft.com/office/drawing/2014/main" id="{9B6360DE-EA17-4086-BDD2-B1E04EDBB288}"/>
              </a:ext>
            </a:extLst>
          </p:cNvPr>
          <p:cNvSpPr/>
          <p:nvPr/>
        </p:nvSpPr>
        <p:spPr>
          <a:xfrm>
            <a:off x="10541000" y="1968500"/>
            <a:ext cx="1270000" cy="1206500"/>
          </a:xfrm>
          <a:prstGeom prst="chartStar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4" name="AutoShape 182">
            <a:extLst>
              <a:ext uri="{FF2B5EF4-FFF2-40B4-BE49-F238E27FC236}">
                <a16:creationId xmlns:a16="http://schemas.microsoft.com/office/drawing/2014/main" id="{F1C0F8A7-4883-9A74-B58C-C44890A0D896}"/>
              </a:ext>
            </a:extLst>
          </p:cNvPr>
          <p:cNvSpPr/>
          <p:nvPr/>
        </p:nvSpPr>
        <p:spPr>
          <a:xfrm>
            <a:off x="381000" y="3683000"/>
            <a:ext cx="1270000" cy="1206500"/>
          </a:xfrm>
          <a:prstGeom prst="chartPlu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5" name="AutoShape 183">
            <a:extLst>
              <a:ext uri="{FF2B5EF4-FFF2-40B4-BE49-F238E27FC236}">
                <a16:creationId xmlns:a16="http://schemas.microsoft.com/office/drawing/2014/main" id="{C4F5FECF-7100-F326-46DC-48D268C7735A}"/>
              </a:ext>
            </a:extLst>
          </p:cNvPr>
          <p:cNvSpPr/>
          <p:nvPr/>
        </p:nvSpPr>
        <p:spPr>
          <a:xfrm>
            <a:off x="2413000" y="3683000"/>
            <a:ext cx="1270000" cy="1206500"/>
          </a:xfrm>
          <a:prstGeom prst="lineInv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3089670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Benutzerdefiniert</PresentationFormat>
  <Paragraphs>0</Paragraphs>
  <Slides>8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8</vt:i4>
      </vt:variant>
    </vt:vector>
  </HeadingPairs>
  <TitlesOfParts>
    <vt:vector size="12" baseType="lpstr">
      <vt:lpstr>Aptos</vt:lpstr>
      <vt:lpstr>Aptos Display</vt:lpstr>
      <vt:lpstr>Arial</vt:lpstr>
      <vt:lpstr>Office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Fidelity generator</dc:creator>
  <cp:lastModifiedBy>Fidelity generator</cp:lastModifiedBy>
  <cp:revision>1</cp:revision>
  <dcterms:created xsi:type="dcterms:W3CDTF">2026-10-08T08:59:31Z</dcterms:created>
  <dcterms:modified xsi:type="dcterms:W3CDTF">2026-10-08T08:59:31Z</dcterms:modified>
</cp:coreProperties>
</file>