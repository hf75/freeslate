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5B54AA-2B65-0051-0816-FE67CFAED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BE8885-77C5-0C81-EE72-32F6D7C58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38C67B-F7A7-C455-AC8B-D9806DFE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539F2D-1975-1B90-85CC-DF9E116B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3675D4-6D58-CDB4-07EE-09CE030A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4835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4FE53-34D3-736E-44A5-BC1726E2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0CAE8E-8F7C-B030-965A-3E02387D8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3244C0-D5F9-3C74-9579-4AF7D24F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9FA82E-416F-5B13-3C70-964847FB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B2A676-60A5-CF6D-D409-53C4CA6C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487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0B6AF-E782-3F7B-9A55-4A80F0C2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1AF36D-6FF6-C5D5-A97B-7AD1E58D1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A3F1BC-EE8B-A992-A903-C8948C22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305A3B-819E-5DB6-1EED-6E60EC01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C6AF27-2832-1811-6BE6-9BB4260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2886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DA2D7D-8382-A624-1CEE-021BCC063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2E0F73-55FD-5798-B2B2-3C3204E9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3FC6DA-C8C0-3F46-B77F-D70AC744D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A93D01-2537-2943-F427-5CEFEA86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D62BD4-D39F-D954-D0FF-B1836EEE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949ABC-58CD-6F60-E0AF-9A41DF50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405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863599-8C3F-80BE-950B-B4DA0AD2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39CE02-7E2F-E502-23E6-97F3F8F96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CB4F2A-ED5C-BF2C-5955-80FCFE744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B706AC-743A-FF00-7791-E79F99A94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C7010AF-37F8-FA52-3468-9BEE437430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92A4648-2F22-1871-F4F0-A47D6D18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5C6F3A-BB84-DDE0-FCC2-92F77285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00B8FE0-E2B6-5C84-CF93-6294BCD2C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968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EE8C4B-3C19-52DA-E1A1-9B278B6A0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E5C7E03-3294-6DE5-9A33-57B836CC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E1494C-8AA6-55FF-47F4-97D957B76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3A0C1B-D94A-9673-6062-09377561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60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7D37AE-6C55-0E94-B490-55C2621E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A6D7B72-9343-4B23-F669-C3B140B2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B1D31D-F775-9B05-2BE4-8C7A2E6C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19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B95D5-0525-FDAB-2A51-B7DFE6171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659338-9C66-B6BA-ED54-090A731F5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53DFBE-A59B-0F5D-BAA9-CDEF3C91D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0917F4-5136-0F7F-7DC0-8CEF5584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96DEE6-696F-501D-A683-94EE6EEC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3E9852-73CA-10B4-5CA2-2F07BE52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098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1EE47-FA1F-2CA0-F938-EC4E35562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9612D4B-E964-7C52-00D9-87D45B93AB4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A0C0A4F-1859-630B-6765-3ECAF74C1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974C1E-9379-53FF-A251-E048E0C0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3E3B54-A1E8-C119-7B32-F35885A7A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A620C2-4E0C-C037-BFE0-87C0294D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644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7CB3DC-5A48-5BFB-1731-4C80D7BA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8F3457-9D5C-174B-8846-EFC8E09EB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4A06C4-B7FE-4742-82F8-4D4E9072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033774-A28D-B572-1CA9-0AE1DF38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FCAB99-B804-1BB6-5638-C7277009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40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D5FAA5A-56CE-0993-CA9E-5877BF7E3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F80BAA-CF28-9FF1-0039-6EC38D29E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B10772-A5AC-7D56-9991-574D4959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7F8183-44EE-33EB-1860-FFCBB8B7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D878EA-D025-148C-1BA0-5D122497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82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771F46-07B8-2D44-59D6-4F3BCF7B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27C152-1497-473F-2BEF-A44BAD42D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5EEC77-3F08-DB49-7EA2-F87AFA209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958D6-7BA5-43D1-8E71-6918D76CD7C0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A0CB9A-854D-7E47-6851-596FC7CE4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9ECD5C-4C17-FC65-08D1-CA6FE399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23A79-0A54-4736-B307-85B70C8607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67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">
            <a:extLst>
              <a:ext uri="{FF2B5EF4-FFF2-40B4-BE49-F238E27FC236}">
                <a16:creationId xmlns:a16="http://schemas.microsoft.com/office/drawing/2014/main" id="{E8F32928-D9C7-19C9-9DB2-C7523BEA22A3}"/>
              </a:ext>
            </a:extLst>
          </p:cNvPr>
          <p:cNvSpPr/>
          <p:nvPr/>
        </p:nvSpPr>
        <p:spPr>
          <a:xfrm>
            <a:off x="381000" y="254000"/>
            <a:ext cx="1270000" cy="1206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DB7D7EE-B4AE-D85C-1E3D-0B3AE121287C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C808513C-713B-D6D3-A901-343DC0376386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6FEA5172-2871-5AD1-75CC-1EC033903EA6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DECC41E8-056A-BF7C-1BA4-5E7663F4FDF3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4CA438C8-2E6E-141C-AFD1-449487F6AA4D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oc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D62AB2E4-1A44-4BCB-A9D0-D19E0563C421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1EA5F686-7211-194A-945A-B11A00060FCE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CD1950B5-8DF6-EAE3-1A4A-899D51828A5E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30527369-DBC7-5AF8-1A65-1A0127A6584E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3C376D08-4B28-5DA3-E3E7-A5A7728DCFE9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133D85D6-E4B3-E886-C0C7-C00288E5F059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CD2C25B9-34B9-F036-AF48-CBA8B4DC4A3C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A8D5A656-07DF-9878-ECF0-288FFE98E520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E92AE14A-7916-003F-4910-A8DFEF621B8F}"/>
              </a:ext>
            </a:extLst>
          </p:cNvPr>
          <p:cNvSpPr/>
          <p:nvPr/>
        </p:nvSpPr>
        <p:spPr>
          <a:xfrm>
            <a:off x="4445000" y="3683000"/>
            <a:ext cx="1270000" cy="1206500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FCA22959-5425-6AB2-A909-5D4E9F21B786}"/>
              </a:ext>
            </a:extLst>
          </p:cNvPr>
          <p:cNvSpPr/>
          <p:nvPr/>
        </p:nvSpPr>
        <p:spPr>
          <a:xfrm>
            <a:off x="6477000" y="3683000"/>
            <a:ext cx="1270000" cy="120650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5CC13BEF-5282-9CB4-F978-2823CA9FE238}"/>
              </a:ext>
            </a:extLst>
          </p:cNvPr>
          <p:cNvSpPr/>
          <p:nvPr/>
        </p:nvSpPr>
        <p:spPr>
          <a:xfrm>
            <a:off x="8509000" y="3683000"/>
            <a:ext cx="1270000" cy="12065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F200B89C-0CC0-2B3C-2507-125EF3498A9F}"/>
              </a:ext>
            </a:extLst>
          </p:cNvPr>
          <p:cNvSpPr/>
          <p:nvPr/>
        </p:nvSpPr>
        <p:spPr>
          <a:xfrm>
            <a:off x="10541000" y="3683000"/>
            <a:ext cx="1270000" cy="12065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B20EFC8F-9C5C-4D8E-7C0A-B4669BCE663B}"/>
              </a:ext>
            </a:extLst>
          </p:cNvPr>
          <p:cNvSpPr/>
          <p:nvPr/>
        </p:nvSpPr>
        <p:spPr>
          <a:xfrm>
            <a:off x="381000" y="5397500"/>
            <a:ext cx="1270000" cy="1206500"/>
          </a:xfrm>
          <a:prstGeom prst="noSmok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9D79A289-1EFF-43C4-B94C-A819A90709CC}"/>
              </a:ext>
            </a:extLst>
          </p:cNvPr>
          <p:cNvSpPr/>
          <p:nvPr/>
        </p:nvSpPr>
        <p:spPr>
          <a:xfrm>
            <a:off x="2413000" y="5397500"/>
            <a:ext cx="1270000" cy="1206500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7540AB1E-E8FD-E3C1-F9FC-12799B49FAEB}"/>
              </a:ext>
            </a:extLst>
          </p:cNvPr>
          <p:cNvSpPr/>
          <p:nvPr/>
        </p:nvSpPr>
        <p:spPr>
          <a:xfrm>
            <a:off x="4445000" y="5397500"/>
            <a:ext cx="1270000" cy="1206500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9494D6F4-B73C-9A4F-4AB8-119753ABBDF1}"/>
              </a:ext>
            </a:extLst>
          </p:cNvPr>
          <p:cNvSpPr/>
          <p:nvPr/>
        </p:nvSpPr>
        <p:spPr>
          <a:xfrm>
            <a:off x="6477000" y="5397500"/>
            <a:ext cx="1270000" cy="120650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CFAFBF13-1766-1FB0-B9D1-F17B515B48A4}"/>
              </a:ext>
            </a:extLst>
          </p:cNvPr>
          <p:cNvSpPr/>
          <p:nvPr/>
        </p:nvSpPr>
        <p:spPr>
          <a:xfrm>
            <a:off x="8509000" y="5397500"/>
            <a:ext cx="1270000" cy="1206500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C4C9FD00-F9E8-C075-F0CA-087B44AB2EDD}"/>
              </a:ext>
            </a:extLst>
          </p:cNvPr>
          <p:cNvSpPr/>
          <p:nvPr/>
        </p:nvSpPr>
        <p:spPr>
          <a:xfrm>
            <a:off x="10541000" y="5397500"/>
            <a:ext cx="1270000" cy="1206500"/>
          </a:xfrm>
          <a:prstGeom prst="mo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477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5">
            <a:extLst>
              <a:ext uri="{FF2B5EF4-FFF2-40B4-BE49-F238E27FC236}">
                <a16:creationId xmlns:a16="http://schemas.microsoft.com/office/drawing/2014/main" id="{3E924CCA-7B9D-9A45-3C11-33639118B999}"/>
              </a:ext>
            </a:extLst>
          </p:cNvPr>
          <p:cNvSpPr/>
          <p:nvPr/>
        </p:nvSpPr>
        <p:spPr>
          <a:xfrm>
            <a:off x="-889000" y="254000"/>
            <a:ext cx="2540000" cy="2413000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26">
            <a:extLst>
              <a:ext uri="{FF2B5EF4-FFF2-40B4-BE49-F238E27FC236}">
                <a16:creationId xmlns:a16="http://schemas.microsoft.com/office/drawing/2014/main" id="{784ACB6A-CA5B-BB10-52A9-83642010C7DD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27">
            <a:extLst>
              <a:ext uri="{FF2B5EF4-FFF2-40B4-BE49-F238E27FC236}">
                <a16:creationId xmlns:a16="http://schemas.microsoft.com/office/drawing/2014/main" id="{35BBD2FD-FB89-1E85-FF6C-DDA3D8A873C0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28">
            <a:extLst>
              <a:ext uri="{FF2B5EF4-FFF2-40B4-BE49-F238E27FC236}">
                <a16:creationId xmlns:a16="http://schemas.microsoft.com/office/drawing/2014/main" id="{A3EE71E5-8B12-4125-1149-45D649BFB618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plaqu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toShape 29">
            <a:extLst>
              <a:ext uri="{FF2B5EF4-FFF2-40B4-BE49-F238E27FC236}">
                <a16:creationId xmlns:a16="http://schemas.microsoft.com/office/drawing/2014/main" id="{916E8109-94D2-B9B3-A1FF-F8429EF40A3E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30">
            <a:extLst>
              <a:ext uri="{FF2B5EF4-FFF2-40B4-BE49-F238E27FC236}">
                <a16:creationId xmlns:a16="http://schemas.microsoft.com/office/drawing/2014/main" id="{3A92834C-35C7-EDB9-7BBD-0D860EE7947B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31">
            <a:extLst>
              <a:ext uri="{FF2B5EF4-FFF2-40B4-BE49-F238E27FC236}">
                <a16:creationId xmlns:a16="http://schemas.microsoft.com/office/drawing/2014/main" id="{684A7A20-CB83-FEFA-7C9C-E0C59BFF7AAB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utoShape 32">
            <a:extLst>
              <a:ext uri="{FF2B5EF4-FFF2-40B4-BE49-F238E27FC236}">
                <a16:creationId xmlns:a16="http://schemas.microsoft.com/office/drawing/2014/main" id="{892E38DD-2B5E-7DB5-DD51-C14442DC26A9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toShape 33">
            <a:extLst>
              <a:ext uri="{FF2B5EF4-FFF2-40B4-BE49-F238E27FC236}">
                <a16:creationId xmlns:a16="http://schemas.microsoft.com/office/drawing/2014/main" id="{E29ABCC8-06DC-93C2-52CD-36FCCF631D55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34">
            <a:extLst>
              <a:ext uri="{FF2B5EF4-FFF2-40B4-BE49-F238E27FC236}">
                <a16:creationId xmlns:a16="http://schemas.microsoft.com/office/drawing/2014/main" id="{156A86B3-01EA-D374-7170-D8ADD7022186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35">
            <a:extLst>
              <a:ext uri="{FF2B5EF4-FFF2-40B4-BE49-F238E27FC236}">
                <a16:creationId xmlns:a16="http://schemas.microsoft.com/office/drawing/2014/main" id="{96E574F2-6E8F-4A4A-D6E7-062887835BE2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36">
            <a:extLst>
              <a:ext uri="{FF2B5EF4-FFF2-40B4-BE49-F238E27FC236}">
                <a16:creationId xmlns:a16="http://schemas.microsoft.com/office/drawing/2014/main" id="{711236C9-8868-E732-5CB1-F57089D1D158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utoShape 37">
            <a:extLst>
              <a:ext uri="{FF2B5EF4-FFF2-40B4-BE49-F238E27FC236}">
                <a16:creationId xmlns:a16="http://schemas.microsoft.com/office/drawing/2014/main" id="{BAC8A13D-D555-EC1D-51BC-066FE6DACA26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utoShape 38">
            <a:extLst>
              <a:ext uri="{FF2B5EF4-FFF2-40B4-BE49-F238E27FC236}">
                <a16:creationId xmlns:a16="http://schemas.microsoft.com/office/drawing/2014/main" id="{A3C92F99-DA91-B5C0-5FFB-8D51DF869FE9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AutoShape 39">
            <a:extLst>
              <a:ext uri="{FF2B5EF4-FFF2-40B4-BE49-F238E27FC236}">
                <a16:creationId xmlns:a16="http://schemas.microsoft.com/office/drawing/2014/main" id="{222059D8-A436-09D5-26F4-42A4EE24B9A4}"/>
              </a:ext>
            </a:extLst>
          </p:cNvPr>
          <p:cNvSpPr/>
          <p:nvPr/>
        </p:nvSpPr>
        <p:spPr>
          <a:xfrm>
            <a:off x="4445000" y="3683000"/>
            <a:ext cx="1270000" cy="1206500"/>
          </a:xfrm>
          <a:prstGeom prst="quad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utoShape 40">
            <a:extLst>
              <a:ext uri="{FF2B5EF4-FFF2-40B4-BE49-F238E27FC236}">
                <a16:creationId xmlns:a16="http://schemas.microsoft.com/office/drawing/2014/main" id="{572DBCA0-4F6F-C4BC-8FB9-2A3505D0CA5A}"/>
              </a:ext>
            </a:extLst>
          </p:cNvPr>
          <p:cNvSpPr/>
          <p:nvPr/>
        </p:nvSpPr>
        <p:spPr>
          <a:xfrm>
            <a:off x="6477000" y="3683000"/>
            <a:ext cx="1270000" cy="1206500"/>
          </a:xfrm>
          <a:prstGeom prst="leftRigh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41">
            <a:extLst>
              <a:ext uri="{FF2B5EF4-FFF2-40B4-BE49-F238E27FC236}">
                <a16:creationId xmlns:a16="http://schemas.microsoft.com/office/drawing/2014/main" id="{54B35D7F-36C0-172E-EFB4-D5EE41661DA9}"/>
              </a:ext>
            </a:extLst>
          </p:cNvPr>
          <p:cNvSpPr/>
          <p:nvPr/>
        </p:nvSpPr>
        <p:spPr>
          <a:xfrm>
            <a:off x="8509000" y="3683000"/>
            <a:ext cx="1270000" cy="120650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AutoShape 42">
            <a:extLst>
              <a:ext uri="{FF2B5EF4-FFF2-40B4-BE49-F238E27FC236}">
                <a16:creationId xmlns:a16="http://schemas.microsoft.com/office/drawing/2014/main" id="{311F6116-1D33-CE4C-788B-67ED236EE2E7}"/>
              </a:ext>
            </a:extLst>
          </p:cNvPr>
          <p:cNvSpPr/>
          <p:nvPr/>
        </p:nvSpPr>
        <p:spPr>
          <a:xfrm>
            <a:off x="10541000" y="3683000"/>
            <a:ext cx="1270000" cy="1206500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AutoShape 43">
            <a:extLst>
              <a:ext uri="{FF2B5EF4-FFF2-40B4-BE49-F238E27FC236}">
                <a16:creationId xmlns:a16="http://schemas.microsoft.com/office/drawing/2014/main" id="{99D9280F-3831-546C-DEA4-D9510261F224}"/>
              </a:ext>
            </a:extLst>
          </p:cNvPr>
          <p:cNvSpPr/>
          <p:nvPr/>
        </p:nvSpPr>
        <p:spPr>
          <a:xfrm>
            <a:off x="381000" y="5397500"/>
            <a:ext cx="1270000" cy="1206500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utoShape 44">
            <a:extLst>
              <a:ext uri="{FF2B5EF4-FFF2-40B4-BE49-F238E27FC236}">
                <a16:creationId xmlns:a16="http://schemas.microsoft.com/office/drawing/2014/main" id="{2815680C-D21E-022F-7711-AEB58EADB6BA}"/>
              </a:ext>
            </a:extLst>
          </p:cNvPr>
          <p:cNvSpPr/>
          <p:nvPr/>
        </p:nvSpPr>
        <p:spPr>
          <a:xfrm>
            <a:off x="2413000" y="5397500"/>
            <a:ext cx="1270000" cy="120650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AutoShape 45">
            <a:extLst>
              <a:ext uri="{FF2B5EF4-FFF2-40B4-BE49-F238E27FC236}">
                <a16:creationId xmlns:a16="http://schemas.microsoft.com/office/drawing/2014/main" id="{594CD296-A087-7913-E4C5-870E1CAE205C}"/>
              </a:ext>
            </a:extLst>
          </p:cNvPr>
          <p:cNvSpPr/>
          <p:nvPr/>
        </p:nvSpPr>
        <p:spPr>
          <a:xfrm>
            <a:off x="4445000" y="5397500"/>
            <a:ext cx="1270000" cy="120650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AutoShape 46">
            <a:extLst>
              <a:ext uri="{FF2B5EF4-FFF2-40B4-BE49-F238E27FC236}">
                <a16:creationId xmlns:a16="http://schemas.microsoft.com/office/drawing/2014/main" id="{D458C331-3F28-BC83-B567-3241B45EE906}"/>
              </a:ext>
            </a:extLst>
          </p:cNvPr>
          <p:cNvSpPr/>
          <p:nvPr/>
        </p:nvSpPr>
        <p:spPr>
          <a:xfrm>
            <a:off x="6477000" y="5397500"/>
            <a:ext cx="1270000" cy="12065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AutoShape 47">
            <a:extLst>
              <a:ext uri="{FF2B5EF4-FFF2-40B4-BE49-F238E27FC236}">
                <a16:creationId xmlns:a16="http://schemas.microsoft.com/office/drawing/2014/main" id="{EF8BDB83-C38F-46AB-DDCB-407BD92D4632}"/>
              </a:ext>
            </a:extLst>
          </p:cNvPr>
          <p:cNvSpPr/>
          <p:nvPr/>
        </p:nvSpPr>
        <p:spPr>
          <a:xfrm>
            <a:off x="8509000" y="5397500"/>
            <a:ext cx="1270000" cy="120650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AutoShape 48">
            <a:extLst>
              <a:ext uri="{FF2B5EF4-FFF2-40B4-BE49-F238E27FC236}">
                <a16:creationId xmlns:a16="http://schemas.microsoft.com/office/drawing/2014/main" id="{53FB7322-37D0-200B-3C73-454981ED632E}"/>
              </a:ext>
            </a:extLst>
          </p:cNvPr>
          <p:cNvSpPr/>
          <p:nvPr/>
        </p:nvSpPr>
        <p:spPr>
          <a:xfrm>
            <a:off x="10541000" y="5397500"/>
            <a:ext cx="1270000" cy="12065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94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9">
            <a:extLst>
              <a:ext uri="{FF2B5EF4-FFF2-40B4-BE49-F238E27FC236}">
                <a16:creationId xmlns:a16="http://schemas.microsoft.com/office/drawing/2014/main" id="{A3BD508B-323F-FA2A-DAAC-556E6088290B}"/>
              </a:ext>
            </a:extLst>
          </p:cNvPr>
          <p:cNvSpPr/>
          <p:nvPr/>
        </p:nvSpPr>
        <p:spPr>
          <a:xfrm>
            <a:off x="381000" y="254000"/>
            <a:ext cx="1270000" cy="120650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50">
            <a:extLst>
              <a:ext uri="{FF2B5EF4-FFF2-40B4-BE49-F238E27FC236}">
                <a16:creationId xmlns:a16="http://schemas.microsoft.com/office/drawing/2014/main" id="{35A7BBC1-9E9D-68A2-C1A2-55ABF0E8A053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51">
            <a:extLst>
              <a:ext uri="{FF2B5EF4-FFF2-40B4-BE49-F238E27FC236}">
                <a16:creationId xmlns:a16="http://schemas.microsoft.com/office/drawing/2014/main" id="{D9259258-4780-1DE5-C8F7-28D53431E272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52">
            <a:extLst>
              <a:ext uri="{FF2B5EF4-FFF2-40B4-BE49-F238E27FC236}">
                <a16:creationId xmlns:a16="http://schemas.microsoft.com/office/drawing/2014/main" id="{B3355461-C133-8572-F808-89D27565A77E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AutoShape 53">
            <a:extLst>
              <a:ext uri="{FF2B5EF4-FFF2-40B4-BE49-F238E27FC236}">
                <a16:creationId xmlns:a16="http://schemas.microsoft.com/office/drawing/2014/main" id="{A21F7924-566F-AFA1-3963-568B83092940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54">
            <a:extLst>
              <a:ext uri="{FF2B5EF4-FFF2-40B4-BE49-F238E27FC236}">
                <a16:creationId xmlns:a16="http://schemas.microsoft.com/office/drawing/2014/main" id="{75F80B68-FE42-398F-C906-392F91E92E05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55">
            <a:extLst>
              <a:ext uri="{FF2B5EF4-FFF2-40B4-BE49-F238E27FC236}">
                <a16:creationId xmlns:a16="http://schemas.microsoft.com/office/drawing/2014/main" id="{86A362E4-5849-03E8-5055-FDB99B9F0E0A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utoShape 56">
            <a:extLst>
              <a:ext uri="{FF2B5EF4-FFF2-40B4-BE49-F238E27FC236}">
                <a16:creationId xmlns:a16="http://schemas.microsoft.com/office/drawing/2014/main" id="{CCAEB632-829A-875F-1228-C73D639ADDDD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toShape 57">
            <a:extLst>
              <a:ext uri="{FF2B5EF4-FFF2-40B4-BE49-F238E27FC236}">
                <a16:creationId xmlns:a16="http://schemas.microsoft.com/office/drawing/2014/main" id="{E7BF52B6-D23C-83F9-5A85-1F137EB52A5C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leftRigh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58">
            <a:extLst>
              <a:ext uri="{FF2B5EF4-FFF2-40B4-BE49-F238E27FC236}">
                <a16:creationId xmlns:a16="http://schemas.microsoft.com/office/drawing/2014/main" id="{A5102469-CF74-9F9F-EDA2-C1920E53376C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up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59">
            <a:extLst>
              <a:ext uri="{FF2B5EF4-FFF2-40B4-BE49-F238E27FC236}">
                <a16:creationId xmlns:a16="http://schemas.microsoft.com/office/drawing/2014/main" id="{7DD264ED-B478-BA31-2E1B-5E353373D1F9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quad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60">
            <a:extLst>
              <a:ext uri="{FF2B5EF4-FFF2-40B4-BE49-F238E27FC236}">
                <a16:creationId xmlns:a16="http://schemas.microsoft.com/office/drawing/2014/main" id="{99BF5CCE-85B9-E25A-5A3C-1A72AD1CCBEB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AutoShape 61">
            <a:extLst>
              <a:ext uri="{FF2B5EF4-FFF2-40B4-BE49-F238E27FC236}">
                <a16:creationId xmlns:a16="http://schemas.microsoft.com/office/drawing/2014/main" id="{17A4A930-7EB7-F812-7C0F-5CC35F039143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utoShape 62">
            <a:extLst>
              <a:ext uri="{FF2B5EF4-FFF2-40B4-BE49-F238E27FC236}">
                <a16:creationId xmlns:a16="http://schemas.microsoft.com/office/drawing/2014/main" id="{B6656289-56D7-A485-D8F6-D51917701638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AutoShape 63">
            <a:extLst>
              <a:ext uri="{FF2B5EF4-FFF2-40B4-BE49-F238E27FC236}">
                <a16:creationId xmlns:a16="http://schemas.microsoft.com/office/drawing/2014/main" id="{CA19F9D6-9ACB-BA62-53D3-2E062933E07B}"/>
              </a:ext>
            </a:extLst>
          </p:cNvPr>
          <p:cNvSpPr/>
          <p:nvPr/>
        </p:nvSpPr>
        <p:spPr>
          <a:xfrm>
            <a:off x="4445000" y="3683000"/>
            <a:ext cx="1270000" cy="120650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utoShape 64">
            <a:extLst>
              <a:ext uri="{FF2B5EF4-FFF2-40B4-BE49-F238E27FC236}">
                <a16:creationId xmlns:a16="http://schemas.microsoft.com/office/drawing/2014/main" id="{775E7C7F-F4F4-753B-3069-FB9CE4FBCCC8}"/>
              </a:ext>
            </a:extLst>
          </p:cNvPr>
          <p:cNvSpPr/>
          <p:nvPr/>
        </p:nvSpPr>
        <p:spPr>
          <a:xfrm>
            <a:off x="6477000" y="3683000"/>
            <a:ext cx="1270000" cy="1206500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65">
            <a:extLst>
              <a:ext uri="{FF2B5EF4-FFF2-40B4-BE49-F238E27FC236}">
                <a16:creationId xmlns:a16="http://schemas.microsoft.com/office/drawing/2014/main" id="{C9EF479E-75EF-8A21-1342-38E0EE28C2CC}"/>
              </a:ext>
            </a:extLst>
          </p:cNvPr>
          <p:cNvSpPr/>
          <p:nvPr/>
        </p:nvSpPr>
        <p:spPr>
          <a:xfrm>
            <a:off x="8509000" y="3683000"/>
            <a:ext cx="1270000" cy="1206500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utoShape 66">
            <a:extLst>
              <a:ext uri="{FF2B5EF4-FFF2-40B4-BE49-F238E27FC236}">
                <a16:creationId xmlns:a16="http://schemas.microsoft.com/office/drawing/2014/main" id="{B573A009-53BB-DA57-C03C-170CDE26243A}"/>
              </a:ext>
            </a:extLst>
          </p:cNvPr>
          <p:cNvSpPr/>
          <p:nvPr/>
        </p:nvSpPr>
        <p:spPr>
          <a:xfrm>
            <a:off x="10541000" y="3683000"/>
            <a:ext cx="1270000" cy="1206500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utoShape 67">
            <a:extLst>
              <a:ext uri="{FF2B5EF4-FFF2-40B4-BE49-F238E27FC236}">
                <a16:creationId xmlns:a16="http://schemas.microsoft.com/office/drawing/2014/main" id="{73AA71AC-7CDC-18C2-FC67-C5F9DFE24B99}"/>
              </a:ext>
            </a:extLst>
          </p:cNvPr>
          <p:cNvSpPr/>
          <p:nvPr/>
        </p:nvSpPr>
        <p:spPr>
          <a:xfrm>
            <a:off x="381000" y="5397500"/>
            <a:ext cx="1270000" cy="1206500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utoShape 68">
            <a:extLst>
              <a:ext uri="{FF2B5EF4-FFF2-40B4-BE49-F238E27FC236}">
                <a16:creationId xmlns:a16="http://schemas.microsoft.com/office/drawing/2014/main" id="{232E2D97-E5F9-D36A-E2DA-097E71AADF36}"/>
              </a:ext>
            </a:extLst>
          </p:cNvPr>
          <p:cNvSpPr/>
          <p:nvPr/>
        </p:nvSpPr>
        <p:spPr>
          <a:xfrm>
            <a:off x="2413000" y="5397500"/>
            <a:ext cx="1270000" cy="1206500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AutoShape 69">
            <a:extLst>
              <a:ext uri="{FF2B5EF4-FFF2-40B4-BE49-F238E27FC236}">
                <a16:creationId xmlns:a16="http://schemas.microsoft.com/office/drawing/2014/main" id="{C2DD0405-5E8A-BA67-5C29-76F6C0B75DF4}"/>
              </a:ext>
            </a:extLst>
          </p:cNvPr>
          <p:cNvSpPr/>
          <p:nvPr/>
        </p:nvSpPr>
        <p:spPr>
          <a:xfrm>
            <a:off x="4445000" y="5397500"/>
            <a:ext cx="1270000" cy="1206500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AutoShape 70">
            <a:extLst>
              <a:ext uri="{FF2B5EF4-FFF2-40B4-BE49-F238E27FC236}">
                <a16:creationId xmlns:a16="http://schemas.microsoft.com/office/drawing/2014/main" id="{82DFA49B-5070-5648-9FAD-995A4115C50A}"/>
              </a:ext>
            </a:extLst>
          </p:cNvPr>
          <p:cNvSpPr/>
          <p:nvPr/>
        </p:nvSpPr>
        <p:spPr>
          <a:xfrm>
            <a:off x="6477000" y="5397500"/>
            <a:ext cx="1270000" cy="1206500"/>
          </a:xfrm>
          <a:prstGeom prst="flowChartPrepa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utoShape 71">
            <a:extLst>
              <a:ext uri="{FF2B5EF4-FFF2-40B4-BE49-F238E27FC236}">
                <a16:creationId xmlns:a16="http://schemas.microsoft.com/office/drawing/2014/main" id="{48013A98-3D62-70E6-5DC9-87498BFAA34E}"/>
              </a:ext>
            </a:extLst>
          </p:cNvPr>
          <p:cNvSpPr/>
          <p:nvPr/>
        </p:nvSpPr>
        <p:spPr>
          <a:xfrm>
            <a:off x="8509000" y="5397500"/>
            <a:ext cx="1270000" cy="1206500"/>
          </a:xfrm>
          <a:prstGeom prst="flowChartManualIn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AutoShape 72">
            <a:extLst>
              <a:ext uri="{FF2B5EF4-FFF2-40B4-BE49-F238E27FC236}">
                <a16:creationId xmlns:a16="http://schemas.microsoft.com/office/drawing/2014/main" id="{6F64420A-90AB-8D3A-2038-DF43DDF84892}"/>
              </a:ext>
            </a:extLst>
          </p:cNvPr>
          <p:cNvSpPr/>
          <p:nvPr/>
        </p:nvSpPr>
        <p:spPr>
          <a:xfrm>
            <a:off x="10541000" y="5397500"/>
            <a:ext cx="1270000" cy="1206500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2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3">
            <a:extLst>
              <a:ext uri="{FF2B5EF4-FFF2-40B4-BE49-F238E27FC236}">
                <a16:creationId xmlns:a16="http://schemas.microsoft.com/office/drawing/2014/main" id="{217B8E2E-BD56-A917-65A8-F2BEE84EB59E}"/>
              </a:ext>
            </a:extLst>
          </p:cNvPr>
          <p:cNvSpPr/>
          <p:nvPr/>
        </p:nvSpPr>
        <p:spPr>
          <a:xfrm>
            <a:off x="381000" y="254000"/>
            <a:ext cx="1270000" cy="12065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74">
            <a:extLst>
              <a:ext uri="{FF2B5EF4-FFF2-40B4-BE49-F238E27FC236}">
                <a16:creationId xmlns:a16="http://schemas.microsoft.com/office/drawing/2014/main" id="{3C0DE089-E52D-43B3-4B1B-E7335BE32750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75">
            <a:extLst>
              <a:ext uri="{FF2B5EF4-FFF2-40B4-BE49-F238E27FC236}">
                <a16:creationId xmlns:a16="http://schemas.microsoft.com/office/drawing/2014/main" id="{77BEA797-7C32-10B9-5B98-CBC4E255C5F1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76">
            <a:extLst>
              <a:ext uri="{FF2B5EF4-FFF2-40B4-BE49-F238E27FC236}">
                <a16:creationId xmlns:a16="http://schemas.microsoft.com/office/drawing/2014/main" id="{57C6A0BF-2A52-091E-23B0-E7CD516D0625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toShape 77">
            <a:extLst>
              <a:ext uri="{FF2B5EF4-FFF2-40B4-BE49-F238E27FC236}">
                <a16:creationId xmlns:a16="http://schemas.microsoft.com/office/drawing/2014/main" id="{DC14A1CC-BF14-460E-9A54-E6237E8189DD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flowChartSummingJunc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78">
            <a:extLst>
              <a:ext uri="{FF2B5EF4-FFF2-40B4-BE49-F238E27FC236}">
                <a16:creationId xmlns:a16="http://schemas.microsoft.com/office/drawing/2014/main" id="{38909683-D6FA-D634-3F10-53C5D5B3A121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79">
            <a:extLst>
              <a:ext uri="{FF2B5EF4-FFF2-40B4-BE49-F238E27FC236}">
                <a16:creationId xmlns:a16="http://schemas.microsoft.com/office/drawing/2014/main" id="{0AD05796-6465-D353-6097-AAE74B18355D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flowChartCol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AutoShape 80">
            <a:extLst>
              <a:ext uri="{FF2B5EF4-FFF2-40B4-BE49-F238E27FC236}">
                <a16:creationId xmlns:a16="http://schemas.microsoft.com/office/drawing/2014/main" id="{3A9867BC-DBAD-9FB0-4FB0-DBFC5F5E7841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flowChartSo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toShape 81">
            <a:extLst>
              <a:ext uri="{FF2B5EF4-FFF2-40B4-BE49-F238E27FC236}">
                <a16:creationId xmlns:a16="http://schemas.microsoft.com/office/drawing/2014/main" id="{81A3BC2E-4116-02E8-C61A-B4BCBDEED298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82">
            <a:extLst>
              <a:ext uri="{FF2B5EF4-FFF2-40B4-BE49-F238E27FC236}">
                <a16:creationId xmlns:a16="http://schemas.microsoft.com/office/drawing/2014/main" id="{10C09368-F029-3F38-F714-0BE30E54B9AD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83">
            <a:extLst>
              <a:ext uri="{FF2B5EF4-FFF2-40B4-BE49-F238E27FC236}">
                <a16:creationId xmlns:a16="http://schemas.microsoft.com/office/drawing/2014/main" id="{3AAA8A7D-CC3B-5738-F0C5-B0BDDFE6B34D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84">
            <a:extLst>
              <a:ext uri="{FF2B5EF4-FFF2-40B4-BE49-F238E27FC236}">
                <a16:creationId xmlns:a16="http://schemas.microsoft.com/office/drawing/2014/main" id="{FF9062BA-413F-243D-3423-32ABE777D817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utoShape 85">
            <a:extLst>
              <a:ext uri="{FF2B5EF4-FFF2-40B4-BE49-F238E27FC236}">
                <a16:creationId xmlns:a16="http://schemas.microsoft.com/office/drawing/2014/main" id="{8D29C739-E08F-F95E-4208-53D4A6A00D48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utoShape 86">
            <a:extLst>
              <a:ext uri="{FF2B5EF4-FFF2-40B4-BE49-F238E27FC236}">
                <a16:creationId xmlns:a16="http://schemas.microsoft.com/office/drawing/2014/main" id="{71EDCB9A-B0B1-1F50-47D2-08AFA0DDA624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AutoShape 87">
            <a:extLst>
              <a:ext uri="{FF2B5EF4-FFF2-40B4-BE49-F238E27FC236}">
                <a16:creationId xmlns:a16="http://schemas.microsoft.com/office/drawing/2014/main" id="{68E04FBF-1F73-EA37-02D9-83B9945DB947}"/>
              </a:ext>
            </a:extLst>
          </p:cNvPr>
          <p:cNvSpPr/>
          <p:nvPr/>
        </p:nvSpPr>
        <p:spPr>
          <a:xfrm>
            <a:off x="4445000" y="3683000"/>
            <a:ext cx="1270000" cy="1206500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utoShape 88">
            <a:extLst>
              <a:ext uri="{FF2B5EF4-FFF2-40B4-BE49-F238E27FC236}">
                <a16:creationId xmlns:a16="http://schemas.microsoft.com/office/drawing/2014/main" id="{DE327137-886E-B7F4-B801-AE1781980E76}"/>
              </a:ext>
            </a:extLst>
          </p:cNvPr>
          <p:cNvSpPr/>
          <p:nvPr/>
        </p:nvSpPr>
        <p:spPr>
          <a:xfrm>
            <a:off x="6477000" y="3683000"/>
            <a:ext cx="1270000" cy="1206500"/>
          </a:xfrm>
          <a:prstGeom prst="flowChartDisp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89">
            <a:extLst>
              <a:ext uri="{FF2B5EF4-FFF2-40B4-BE49-F238E27FC236}">
                <a16:creationId xmlns:a16="http://schemas.microsoft.com/office/drawing/2014/main" id="{9974985A-90F4-CDE0-FAF6-F0BFB142E2AF}"/>
              </a:ext>
            </a:extLst>
          </p:cNvPr>
          <p:cNvSpPr/>
          <p:nvPr/>
        </p:nvSpPr>
        <p:spPr>
          <a:xfrm>
            <a:off x="8509000" y="3683000"/>
            <a:ext cx="1270000" cy="1206500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utoShape 90">
            <a:extLst>
              <a:ext uri="{FF2B5EF4-FFF2-40B4-BE49-F238E27FC236}">
                <a16:creationId xmlns:a16="http://schemas.microsoft.com/office/drawing/2014/main" id="{5FC720C1-DB3A-2681-0A09-B47BA70A073E}"/>
              </a:ext>
            </a:extLst>
          </p:cNvPr>
          <p:cNvSpPr/>
          <p:nvPr/>
        </p:nvSpPr>
        <p:spPr>
          <a:xfrm>
            <a:off x="10541000" y="3683000"/>
            <a:ext cx="1270000" cy="1206500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utoShape 91">
            <a:extLst>
              <a:ext uri="{FF2B5EF4-FFF2-40B4-BE49-F238E27FC236}">
                <a16:creationId xmlns:a16="http://schemas.microsoft.com/office/drawing/2014/main" id="{4AC26122-95F2-7D41-BA2E-C2FA81E83E6F}"/>
              </a:ext>
            </a:extLst>
          </p:cNvPr>
          <p:cNvSpPr/>
          <p:nvPr/>
        </p:nvSpPr>
        <p:spPr>
          <a:xfrm>
            <a:off x="381000" y="5397500"/>
            <a:ext cx="1270000" cy="1206500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utoShape 92">
            <a:extLst>
              <a:ext uri="{FF2B5EF4-FFF2-40B4-BE49-F238E27FC236}">
                <a16:creationId xmlns:a16="http://schemas.microsoft.com/office/drawing/2014/main" id="{E9E16572-67C1-1CCA-5AA0-96EE4CF12446}"/>
              </a:ext>
            </a:extLst>
          </p:cNvPr>
          <p:cNvSpPr/>
          <p:nvPr/>
        </p:nvSpPr>
        <p:spPr>
          <a:xfrm>
            <a:off x="2413000" y="5397500"/>
            <a:ext cx="1270000" cy="12065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AutoShape 93">
            <a:extLst>
              <a:ext uri="{FF2B5EF4-FFF2-40B4-BE49-F238E27FC236}">
                <a16:creationId xmlns:a16="http://schemas.microsoft.com/office/drawing/2014/main" id="{86D7697B-3F6C-344A-E88B-5EE3D9267752}"/>
              </a:ext>
            </a:extLst>
          </p:cNvPr>
          <p:cNvSpPr/>
          <p:nvPr/>
        </p:nvSpPr>
        <p:spPr>
          <a:xfrm>
            <a:off x="4445000" y="5397500"/>
            <a:ext cx="1270000" cy="1206500"/>
          </a:xfrm>
          <a:prstGeom prst="star8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AutoShape 94">
            <a:extLst>
              <a:ext uri="{FF2B5EF4-FFF2-40B4-BE49-F238E27FC236}">
                <a16:creationId xmlns:a16="http://schemas.microsoft.com/office/drawing/2014/main" id="{C91B3F42-C914-B005-2E5E-F33E064CA432}"/>
              </a:ext>
            </a:extLst>
          </p:cNvPr>
          <p:cNvSpPr/>
          <p:nvPr/>
        </p:nvSpPr>
        <p:spPr>
          <a:xfrm>
            <a:off x="6477000" y="5397500"/>
            <a:ext cx="1270000" cy="1206500"/>
          </a:xfrm>
          <a:prstGeom prst="star1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utoShape 95">
            <a:extLst>
              <a:ext uri="{FF2B5EF4-FFF2-40B4-BE49-F238E27FC236}">
                <a16:creationId xmlns:a16="http://schemas.microsoft.com/office/drawing/2014/main" id="{BCC53842-6AF8-532E-82A0-EC4179FC8E39}"/>
              </a:ext>
            </a:extLst>
          </p:cNvPr>
          <p:cNvSpPr/>
          <p:nvPr/>
        </p:nvSpPr>
        <p:spPr>
          <a:xfrm>
            <a:off x="8509000" y="5397500"/>
            <a:ext cx="1270000" cy="1206500"/>
          </a:xfrm>
          <a:prstGeom prst="star2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AutoShape 96">
            <a:extLst>
              <a:ext uri="{FF2B5EF4-FFF2-40B4-BE49-F238E27FC236}">
                <a16:creationId xmlns:a16="http://schemas.microsoft.com/office/drawing/2014/main" id="{8394C634-5742-FFD0-4C8D-85974DB995F7}"/>
              </a:ext>
            </a:extLst>
          </p:cNvPr>
          <p:cNvSpPr/>
          <p:nvPr/>
        </p:nvSpPr>
        <p:spPr>
          <a:xfrm>
            <a:off x="10541000" y="5397500"/>
            <a:ext cx="1270000" cy="1206500"/>
          </a:xfrm>
          <a:prstGeom prst="star3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628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7">
            <a:extLst>
              <a:ext uri="{FF2B5EF4-FFF2-40B4-BE49-F238E27FC236}">
                <a16:creationId xmlns:a16="http://schemas.microsoft.com/office/drawing/2014/main" id="{1C845B49-03D2-662B-B85C-EA5A0351BB30}"/>
              </a:ext>
            </a:extLst>
          </p:cNvPr>
          <p:cNvSpPr/>
          <p:nvPr/>
        </p:nvSpPr>
        <p:spPr>
          <a:xfrm>
            <a:off x="381000" y="254000"/>
            <a:ext cx="1270000" cy="1206500"/>
          </a:xfrm>
          <a:prstGeom prst="ribbon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98">
            <a:extLst>
              <a:ext uri="{FF2B5EF4-FFF2-40B4-BE49-F238E27FC236}">
                <a16:creationId xmlns:a16="http://schemas.microsoft.com/office/drawing/2014/main" id="{72382E56-E2A5-7CB2-8FF4-B048BAA84782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99">
            <a:extLst>
              <a:ext uri="{FF2B5EF4-FFF2-40B4-BE49-F238E27FC236}">
                <a16:creationId xmlns:a16="http://schemas.microsoft.com/office/drawing/2014/main" id="{4E68646C-DC40-8952-6946-D5C7A461573E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ellipseRibbon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100">
            <a:extLst>
              <a:ext uri="{FF2B5EF4-FFF2-40B4-BE49-F238E27FC236}">
                <a16:creationId xmlns:a16="http://schemas.microsoft.com/office/drawing/2014/main" id="{B7C6F1C5-4F14-475F-7A24-2225F6FC2783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ellipse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toShape 101">
            <a:extLst>
              <a:ext uri="{FF2B5EF4-FFF2-40B4-BE49-F238E27FC236}">
                <a16:creationId xmlns:a16="http://schemas.microsoft.com/office/drawing/2014/main" id="{ED09BE50-380C-C47A-E6DC-E80CBDA2B095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102">
            <a:extLst>
              <a:ext uri="{FF2B5EF4-FFF2-40B4-BE49-F238E27FC236}">
                <a16:creationId xmlns:a16="http://schemas.microsoft.com/office/drawing/2014/main" id="{1A755BCF-1CD1-6B24-2FE9-AF2612BA0B49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103">
            <a:extLst>
              <a:ext uri="{FF2B5EF4-FFF2-40B4-BE49-F238E27FC236}">
                <a16:creationId xmlns:a16="http://schemas.microsoft.com/office/drawing/2014/main" id="{402FF60A-6846-FA31-B448-D4DAA711AA1D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utoShape 104">
            <a:extLst>
              <a:ext uri="{FF2B5EF4-FFF2-40B4-BE49-F238E27FC236}">
                <a16:creationId xmlns:a16="http://schemas.microsoft.com/office/drawing/2014/main" id="{4DD6F35C-1B02-4BF8-035D-F074EFF3A995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toShape 105">
            <a:extLst>
              <a:ext uri="{FF2B5EF4-FFF2-40B4-BE49-F238E27FC236}">
                <a16:creationId xmlns:a16="http://schemas.microsoft.com/office/drawing/2014/main" id="{7B5D793E-8A8A-ACE2-9830-82B4E1ED37B2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106">
            <a:extLst>
              <a:ext uri="{FF2B5EF4-FFF2-40B4-BE49-F238E27FC236}">
                <a16:creationId xmlns:a16="http://schemas.microsoft.com/office/drawing/2014/main" id="{299CEFFF-5BF7-316B-5A86-6471846F67ED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107">
            <a:extLst>
              <a:ext uri="{FF2B5EF4-FFF2-40B4-BE49-F238E27FC236}">
                <a16:creationId xmlns:a16="http://schemas.microsoft.com/office/drawing/2014/main" id="{0DA7EAEA-D9F0-CFCE-1C38-9C4FE8A37F81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108">
            <a:extLst>
              <a:ext uri="{FF2B5EF4-FFF2-40B4-BE49-F238E27FC236}">
                <a16:creationId xmlns:a16="http://schemas.microsoft.com/office/drawing/2014/main" id="{8D0D5B53-09E7-691D-AFD1-7DC6A8C0F2E4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utoShape 109">
            <a:extLst>
              <a:ext uri="{FF2B5EF4-FFF2-40B4-BE49-F238E27FC236}">
                <a16:creationId xmlns:a16="http://schemas.microsoft.com/office/drawing/2014/main" id="{55807DFA-2927-EE8A-EDFF-FA201FBABFE4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utoShape 110">
            <a:extLst>
              <a:ext uri="{FF2B5EF4-FFF2-40B4-BE49-F238E27FC236}">
                <a16:creationId xmlns:a16="http://schemas.microsoft.com/office/drawing/2014/main" id="{0076D044-14F8-4F23-E310-88C2A959223A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AutoShape 111">
            <a:extLst>
              <a:ext uri="{FF2B5EF4-FFF2-40B4-BE49-F238E27FC236}">
                <a16:creationId xmlns:a16="http://schemas.microsoft.com/office/drawing/2014/main" id="{80516221-224E-C0F3-8B24-52DF575C2A1C}"/>
              </a:ext>
            </a:extLst>
          </p:cNvPr>
          <p:cNvSpPr/>
          <p:nvPr/>
        </p:nvSpPr>
        <p:spPr>
          <a:xfrm>
            <a:off x="4445000" y="3683000"/>
            <a:ext cx="1270000" cy="1206500"/>
          </a:xfrm>
          <a:prstGeom prst="border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utoShape 112">
            <a:extLst>
              <a:ext uri="{FF2B5EF4-FFF2-40B4-BE49-F238E27FC236}">
                <a16:creationId xmlns:a16="http://schemas.microsoft.com/office/drawing/2014/main" id="{87A78112-AE5E-7E47-B131-B2E88E2FD9C4}"/>
              </a:ext>
            </a:extLst>
          </p:cNvPr>
          <p:cNvSpPr/>
          <p:nvPr/>
        </p:nvSpPr>
        <p:spPr>
          <a:xfrm>
            <a:off x="6477000" y="3683000"/>
            <a:ext cx="1270000" cy="1206500"/>
          </a:xfrm>
          <a:prstGeom prst="border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113">
            <a:extLst>
              <a:ext uri="{FF2B5EF4-FFF2-40B4-BE49-F238E27FC236}">
                <a16:creationId xmlns:a16="http://schemas.microsoft.com/office/drawing/2014/main" id="{E814C23A-4BD2-D751-D1DB-0FDCE1BE7F1B}"/>
              </a:ext>
            </a:extLst>
          </p:cNvPr>
          <p:cNvSpPr/>
          <p:nvPr/>
        </p:nvSpPr>
        <p:spPr>
          <a:xfrm>
            <a:off x="8509000" y="3683000"/>
            <a:ext cx="1270000" cy="1206500"/>
          </a:xfrm>
          <a:prstGeom prst="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utoShape 114">
            <a:extLst>
              <a:ext uri="{FF2B5EF4-FFF2-40B4-BE49-F238E27FC236}">
                <a16:creationId xmlns:a16="http://schemas.microsoft.com/office/drawing/2014/main" id="{C3567B12-DC96-9F6A-DCE6-700D0F51F0C1}"/>
              </a:ext>
            </a:extLst>
          </p:cNvPr>
          <p:cNvSpPr/>
          <p:nvPr/>
        </p:nvSpPr>
        <p:spPr>
          <a:xfrm>
            <a:off x="10541000" y="3683000"/>
            <a:ext cx="1270000" cy="1206500"/>
          </a:xfrm>
          <a:prstGeom prst="accent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utoShape 115">
            <a:extLst>
              <a:ext uri="{FF2B5EF4-FFF2-40B4-BE49-F238E27FC236}">
                <a16:creationId xmlns:a16="http://schemas.microsoft.com/office/drawing/2014/main" id="{468D1832-4946-D922-F95B-A5C5981DFE6C}"/>
              </a:ext>
            </a:extLst>
          </p:cNvPr>
          <p:cNvSpPr/>
          <p:nvPr/>
        </p:nvSpPr>
        <p:spPr>
          <a:xfrm>
            <a:off x="381000" y="5397500"/>
            <a:ext cx="1270000" cy="1206500"/>
          </a:xfrm>
          <a:prstGeom prst="accent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utoShape 116">
            <a:extLst>
              <a:ext uri="{FF2B5EF4-FFF2-40B4-BE49-F238E27FC236}">
                <a16:creationId xmlns:a16="http://schemas.microsoft.com/office/drawing/2014/main" id="{C12968CC-C0DF-3B75-1602-3B4820C97B6E}"/>
              </a:ext>
            </a:extLst>
          </p:cNvPr>
          <p:cNvSpPr/>
          <p:nvPr/>
        </p:nvSpPr>
        <p:spPr>
          <a:xfrm>
            <a:off x="2413000" y="5397500"/>
            <a:ext cx="1270000" cy="1206500"/>
          </a:xfrm>
          <a:prstGeom prst="accent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AutoShape 117">
            <a:extLst>
              <a:ext uri="{FF2B5EF4-FFF2-40B4-BE49-F238E27FC236}">
                <a16:creationId xmlns:a16="http://schemas.microsoft.com/office/drawing/2014/main" id="{A07EA0C3-5C77-FFAE-AD76-37FC134B44F1}"/>
              </a:ext>
            </a:extLst>
          </p:cNvPr>
          <p:cNvSpPr/>
          <p:nvPr/>
        </p:nvSpPr>
        <p:spPr>
          <a:xfrm>
            <a:off x="4445000" y="5397500"/>
            <a:ext cx="1270000" cy="1206500"/>
          </a:xfrm>
          <a:prstGeom prst="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AutoShape 118">
            <a:extLst>
              <a:ext uri="{FF2B5EF4-FFF2-40B4-BE49-F238E27FC236}">
                <a16:creationId xmlns:a16="http://schemas.microsoft.com/office/drawing/2014/main" id="{E80F000C-0F16-A42B-E251-DAD0578A4DE1}"/>
              </a:ext>
            </a:extLst>
          </p:cNvPr>
          <p:cNvSpPr/>
          <p:nvPr/>
        </p:nvSpPr>
        <p:spPr>
          <a:xfrm>
            <a:off x="6477000" y="5397500"/>
            <a:ext cx="1270000" cy="1206500"/>
          </a:xfrm>
          <a:prstGeom prst="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utoShape 119">
            <a:extLst>
              <a:ext uri="{FF2B5EF4-FFF2-40B4-BE49-F238E27FC236}">
                <a16:creationId xmlns:a16="http://schemas.microsoft.com/office/drawing/2014/main" id="{5DEA4961-8D96-A7B5-5631-E72009EE6935}"/>
              </a:ext>
            </a:extLst>
          </p:cNvPr>
          <p:cNvSpPr/>
          <p:nvPr/>
        </p:nvSpPr>
        <p:spPr>
          <a:xfrm>
            <a:off x="8509000" y="5397500"/>
            <a:ext cx="1270000" cy="1206500"/>
          </a:xfrm>
          <a:prstGeom prst="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AutoShape 120">
            <a:extLst>
              <a:ext uri="{FF2B5EF4-FFF2-40B4-BE49-F238E27FC236}">
                <a16:creationId xmlns:a16="http://schemas.microsoft.com/office/drawing/2014/main" id="{3059D0EE-4F68-EE09-8E60-4D57775078D9}"/>
              </a:ext>
            </a:extLst>
          </p:cNvPr>
          <p:cNvSpPr/>
          <p:nvPr/>
        </p:nvSpPr>
        <p:spPr>
          <a:xfrm>
            <a:off x="10541000" y="5397500"/>
            <a:ext cx="1270000" cy="1206500"/>
          </a:xfrm>
          <a:prstGeom prst="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8273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21">
            <a:extLst>
              <a:ext uri="{FF2B5EF4-FFF2-40B4-BE49-F238E27FC236}">
                <a16:creationId xmlns:a16="http://schemas.microsoft.com/office/drawing/2014/main" id="{01502256-3362-456E-4843-C6CD5048BE2F}"/>
              </a:ext>
            </a:extLst>
          </p:cNvPr>
          <p:cNvSpPr/>
          <p:nvPr/>
        </p:nvSpPr>
        <p:spPr>
          <a:xfrm>
            <a:off x="381000" y="254000"/>
            <a:ext cx="1270000" cy="1206500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122">
            <a:extLst>
              <a:ext uri="{FF2B5EF4-FFF2-40B4-BE49-F238E27FC236}">
                <a16:creationId xmlns:a16="http://schemas.microsoft.com/office/drawing/2014/main" id="{55EEBA8A-6066-4339-3455-A79643CB3629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accent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123">
            <a:extLst>
              <a:ext uri="{FF2B5EF4-FFF2-40B4-BE49-F238E27FC236}">
                <a16:creationId xmlns:a16="http://schemas.microsoft.com/office/drawing/2014/main" id="{23108513-0934-4A2A-A7BD-886EDE93F7C5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accentBorderCallout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124">
            <a:extLst>
              <a:ext uri="{FF2B5EF4-FFF2-40B4-BE49-F238E27FC236}">
                <a16:creationId xmlns:a16="http://schemas.microsoft.com/office/drawing/2014/main" id="{CDC45992-A5F7-6FE1-9D68-1F9CB9F2BF05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accentBorderCallout3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toShape 125">
            <a:extLst>
              <a:ext uri="{FF2B5EF4-FFF2-40B4-BE49-F238E27FC236}">
                <a16:creationId xmlns:a16="http://schemas.microsoft.com/office/drawing/2014/main" id="{20FCAE48-EB66-7617-F4B1-21E8D3D5D11F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126">
            <a:extLst>
              <a:ext uri="{FF2B5EF4-FFF2-40B4-BE49-F238E27FC236}">
                <a16:creationId xmlns:a16="http://schemas.microsoft.com/office/drawing/2014/main" id="{155C6FB0-4214-CB36-CEB5-88E247C9CB1C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127">
            <a:extLst>
              <a:ext uri="{FF2B5EF4-FFF2-40B4-BE49-F238E27FC236}">
                <a16:creationId xmlns:a16="http://schemas.microsoft.com/office/drawing/2014/main" id="{9300E69E-88B1-4238-3153-B2810AE29964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utoShape 128">
            <a:extLst>
              <a:ext uri="{FF2B5EF4-FFF2-40B4-BE49-F238E27FC236}">
                <a16:creationId xmlns:a16="http://schemas.microsoft.com/office/drawing/2014/main" id="{60CA7DAF-931B-F0D4-87A3-8F35F1DC51F5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actionButtonInform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toShape 129">
            <a:extLst>
              <a:ext uri="{FF2B5EF4-FFF2-40B4-BE49-F238E27FC236}">
                <a16:creationId xmlns:a16="http://schemas.microsoft.com/office/drawing/2014/main" id="{A0AB98EB-CD95-E84C-C50E-45EC088FDDEC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130">
            <a:extLst>
              <a:ext uri="{FF2B5EF4-FFF2-40B4-BE49-F238E27FC236}">
                <a16:creationId xmlns:a16="http://schemas.microsoft.com/office/drawing/2014/main" id="{A16B952E-3EFE-1BE2-80C1-472B7B397DCF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131">
            <a:extLst>
              <a:ext uri="{FF2B5EF4-FFF2-40B4-BE49-F238E27FC236}">
                <a16:creationId xmlns:a16="http://schemas.microsoft.com/office/drawing/2014/main" id="{368AF8E4-C908-C8E4-2E69-C136EE8263BD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132">
            <a:extLst>
              <a:ext uri="{FF2B5EF4-FFF2-40B4-BE49-F238E27FC236}">
                <a16:creationId xmlns:a16="http://schemas.microsoft.com/office/drawing/2014/main" id="{404ED2A2-D483-A12D-62D7-083F3EE4646D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actionButtonE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utoShape 133">
            <a:extLst>
              <a:ext uri="{FF2B5EF4-FFF2-40B4-BE49-F238E27FC236}">
                <a16:creationId xmlns:a16="http://schemas.microsoft.com/office/drawing/2014/main" id="{5C0FDF7A-96EB-AE79-0CCE-891FB1F834E3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utoShape 134">
            <a:extLst>
              <a:ext uri="{FF2B5EF4-FFF2-40B4-BE49-F238E27FC236}">
                <a16:creationId xmlns:a16="http://schemas.microsoft.com/office/drawing/2014/main" id="{F573AF83-A039-A085-80AC-DFEEE4C2B9B9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AutoShape 135">
            <a:extLst>
              <a:ext uri="{FF2B5EF4-FFF2-40B4-BE49-F238E27FC236}">
                <a16:creationId xmlns:a16="http://schemas.microsoft.com/office/drawing/2014/main" id="{7873E5C3-2546-4E4B-6DF2-27C224983252}"/>
              </a:ext>
            </a:extLst>
          </p:cNvPr>
          <p:cNvSpPr/>
          <p:nvPr/>
        </p:nvSpPr>
        <p:spPr>
          <a:xfrm>
            <a:off x="4445000" y="3683000"/>
            <a:ext cx="1270000" cy="1206500"/>
          </a:xfrm>
          <a:prstGeom prst="actionButtonSou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utoShape 136">
            <a:extLst>
              <a:ext uri="{FF2B5EF4-FFF2-40B4-BE49-F238E27FC236}">
                <a16:creationId xmlns:a16="http://schemas.microsoft.com/office/drawing/2014/main" id="{00C0261F-D428-9A43-6809-F31B3AAB40C4}"/>
              </a:ext>
            </a:extLst>
          </p:cNvPr>
          <p:cNvSpPr/>
          <p:nvPr/>
        </p:nvSpPr>
        <p:spPr>
          <a:xfrm>
            <a:off x="6477000" y="3683000"/>
            <a:ext cx="1270000" cy="1206500"/>
          </a:xfrm>
          <a:prstGeom prst="actionButtonMov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137">
            <a:extLst>
              <a:ext uri="{FF2B5EF4-FFF2-40B4-BE49-F238E27FC236}">
                <a16:creationId xmlns:a16="http://schemas.microsoft.com/office/drawing/2014/main" id="{AE89F737-11F5-D6EB-4C6F-C49DE0D79A11}"/>
              </a:ext>
            </a:extLst>
          </p:cNvPr>
          <p:cNvSpPr/>
          <p:nvPr/>
        </p:nvSpPr>
        <p:spPr>
          <a:xfrm>
            <a:off x="8509000" y="3683000"/>
            <a:ext cx="1270000" cy="1206500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utoShape 139">
            <a:extLst>
              <a:ext uri="{FF2B5EF4-FFF2-40B4-BE49-F238E27FC236}">
                <a16:creationId xmlns:a16="http://schemas.microsoft.com/office/drawing/2014/main" id="{355782E2-9799-7C89-8DD9-EB87E03F5E3C}"/>
              </a:ext>
            </a:extLst>
          </p:cNvPr>
          <p:cNvSpPr/>
          <p:nvPr/>
        </p:nvSpPr>
        <p:spPr>
          <a:xfrm>
            <a:off x="10541000" y="3683000"/>
            <a:ext cx="1270000" cy="1206500"/>
          </a:xfrm>
          <a:prstGeom prst="flowChartOff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utoShape 140">
            <a:extLst>
              <a:ext uri="{FF2B5EF4-FFF2-40B4-BE49-F238E27FC236}">
                <a16:creationId xmlns:a16="http://schemas.microsoft.com/office/drawing/2014/main" id="{95CB8580-C014-850A-24D2-0063BA311A29}"/>
              </a:ext>
            </a:extLst>
          </p:cNvPr>
          <p:cNvSpPr/>
          <p:nvPr/>
        </p:nvSpPr>
        <p:spPr>
          <a:xfrm>
            <a:off x="381000" y="5397500"/>
            <a:ext cx="1270000" cy="1206500"/>
          </a:xfrm>
          <a:prstGeom prst="leftRightRibb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utoShape 141">
            <a:extLst>
              <a:ext uri="{FF2B5EF4-FFF2-40B4-BE49-F238E27FC236}">
                <a16:creationId xmlns:a16="http://schemas.microsoft.com/office/drawing/2014/main" id="{39FF508F-9116-E6B0-B543-54F15853A8CE}"/>
              </a:ext>
            </a:extLst>
          </p:cNvPr>
          <p:cNvSpPr/>
          <p:nvPr/>
        </p:nvSpPr>
        <p:spPr>
          <a:xfrm>
            <a:off x="2413000" y="5397500"/>
            <a:ext cx="1270000" cy="1206500"/>
          </a:xfrm>
          <a:prstGeom prst="diagStri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AutoShape 142">
            <a:extLst>
              <a:ext uri="{FF2B5EF4-FFF2-40B4-BE49-F238E27FC236}">
                <a16:creationId xmlns:a16="http://schemas.microsoft.com/office/drawing/2014/main" id="{E4D17C37-1357-E3CB-DCD2-79EDECD6410A}"/>
              </a:ext>
            </a:extLst>
          </p:cNvPr>
          <p:cNvSpPr/>
          <p:nvPr/>
        </p:nvSpPr>
        <p:spPr>
          <a:xfrm>
            <a:off x="4445000" y="5397500"/>
            <a:ext cx="1270000" cy="1206500"/>
          </a:xfrm>
          <a:prstGeom prst="pi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3" name="AutoShape 143">
            <a:extLst>
              <a:ext uri="{FF2B5EF4-FFF2-40B4-BE49-F238E27FC236}">
                <a16:creationId xmlns:a16="http://schemas.microsoft.com/office/drawing/2014/main" id="{00B71682-53FE-2263-449E-939E8F22846E}"/>
              </a:ext>
            </a:extLst>
          </p:cNvPr>
          <p:cNvSpPr/>
          <p:nvPr/>
        </p:nvSpPr>
        <p:spPr>
          <a:xfrm>
            <a:off x="6477000" y="5397500"/>
            <a:ext cx="1270000" cy="1206500"/>
          </a:xfrm>
          <a:prstGeom prst="nonIsosceles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AutoShape 144">
            <a:extLst>
              <a:ext uri="{FF2B5EF4-FFF2-40B4-BE49-F238E27FC236}">
                <a16:creationId xmlns:a16="http://schemas.microsoft.com/office/drawing/2014/main" id="{9F5266E8-697B-9A1B-8F0D-34FC28F228AD}"/>
              </a:ext>
            </a:extLst>
          </p:cNvPr>
          <p:cNvSpPr/>
          <p:nvPr/>
        </p:nvSpPr>
        <p:spPr>
          <a:xfrm>
            <a:off x="8509000" y="5397500"/>
            <a:ext cx="1270000" cy="1206500"/>
          </a:xfrm>
          <a:prstGeom prst="dec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AutoShape 145">
            <a:extLst>
              <a:ext uri="{FF2B5EF4-FFF2-40B4-BE49-F238E27FC236}">
                <a16:creationId xmlns:a16="http://schemas.microsoft.com/office/drawing/2014/main" id="{961D3244-F1C1-DC70-8895-65559FC9D174}"/>
              </a:ext>
            </a:extLst>
          </p:cNvPr>
          <p:cNvSpPr/>
          <p:nvPr/>
        </p:nvSpPr>
        <p:spPr>
          <a:xfrm>
            <a:off x="10541000" y="5397500"/>
            <a:ext cx="1270000" cy="12065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78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46">
            <a:extLst>
              <a:ext uri="{FF2B5EF4-FFF2-40B4-BE49-F238E27FC236}">
                <a16:creationId xmlns:a16="http://schemas.microsoft.com/office/drawing/2014/main" id="{D16011B8-3AF5-502E-6D92-12738464C147}"/>
              </a:ext>
            </a:extLst>
          </p:cNvPr>
          <p:cNvSpPr/>
          <p:nvPr/>
        </p:nvSpPr>
        <p:spPr>
          <a:xfrm>
            <a:off x="381000" y="254000"/>
            <a:ext cx="1270000" cy="1206500"/>
          </a:xfrm>
          <a:prstGeom prst="dodec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AutoShape 147">
            <a:extLst>
              <a:ext uri="{FF2B5EF4-FFF2-40B4-BE49-F238E27FC236}">
                <a16:creationId xmlns:a16="http://schemas.microsoft.com/office/drawing/2014/main" id="{84393AB3-4975-F5FB-9ABD-38F936CD4046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st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148">
            <a:extLst>
              <a:ext uri="{FF2B5EF4-FFF2-40B4-BE49-F238E27FC236}">
                <a16:creationId xmlns:a16="http://schemas.microsoft.com/office/drawing/2014/main" id="{404C4435-A6AE-E2D0-8059-A52059F676AD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star7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149">
            <a:extLst>
              <a:ext uri="{FF2B5EF4-FFF2-40B4-BE49-F238E27FC236}">
                <a16:creationId xmlns:a16="http://schemas.microsoft.com/office/drawing/2014/main" id="{855A648E-84D1-6EF8-13D3-6DE07631CCFF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toShape 150">
            <a:extLst>
              <a:ext uri="{FF2B5EF4-FFF2-40B4-BE49-F238E27FC236}">
                <a16:creationId xmlns:a16="http://schemas.microsoft.com/office/drawing/2014/main" id="{F8740F3C-CCD2-50D9-01DF-66FC2788BE72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star1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151">
            <a:extLst>
              <a:ext uri="{FF2B5EF4-FFF2-40B4-BE49-F238E27FC236}">
                <a16:creationId xmlns:a16="http://schemas.microsoft.com/office/drawing/2014/main" id="{5C66E934-4424-CDB8-95C2-192E0DD208FE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round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152">
            <a:extLst>
              <a:ext uri="{FF2B5EF4-FFF2-40B4-BE49-F238E27FC236}">
                <a16:creationId xmlns:a16="http://schemas.microsoft.com/office/drawing/2014/main" id="{34E0A2DE-17D3-AADE-0FB9-0E7AD538125C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utoShape 153">
            <a:extLst>
              <a:ext uri="{FF2B5EF4-FFF2-40B4-BE49-F238E27FC236}">
                <a16:creationId xmlns:a16="http://schemas.microsoft.com/office/drawing/2014/main" id="{C90CB17E-E8BC-3D23-30D0-E152ADBC1E27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AutoShape 154">
            <a:extLst>
              <a:ext uri="{FF2B5EF4-FFF2-40B4-BE49-F238E27FC236}">
                <a16:creationId xmlns:a16="http://schemas.microsoft.com/office/drawing/2014/main" id="{41A5F76D-1520-1B7D-23CA-9F71A7782DA0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snip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utoShape 155">
            <a:extLst>
              <a:ext uri="{FF2B5EF4-FFF2-40B4-BE49-F238E27FC236}">
                <a16:creationId xmlns:a16="http://schemas.microsoft.com/office/drawing/2014/main" id="{6E43AB41-168C-989C-3DD3-5479ECBD5B9A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156">
            <a:extLst>
              <a:ext uri="{FF2B5EF4-FFF2-40B4-BE49-F238E27FC236}">
                <a16:creationId xmlns:a16="http://schemas.microsoft.com/office/drawing/2014/main" id="{D6CE515C-A686-030A-98D5-F0C9A6F27138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157">
            <a:extLst>
              <a:ext uri="{FF2B5EF4-FFF2-40B4-BE49-F238E27FC236}">
                <a16:creationId xmlns:a16="http://schemas.microsoft.com/office/drawing/2014/main" id="{1B295598-38E6-43CD-74BB-D3ECDBC5905C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utoShape 158">
            <a:extLst>
              <a:ext uri="{FF2B5EF4-FFF2-40B4-BE49-F238E27FC236}">
                <a16:creationId xmlns:a16="http://schemas.microsoft.com/office/drawing/2014/main" id="{36C3FC63-DF5A-C441-883B-2183FABAC60A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AutoShape 159">
            <a:extLst>
              <a:ext uri="{FF2B5EF4-FFF2-40B4-BE49-F238E27FC236}">
                <a16:creationId xmlns:a16="http://schemas.microsoft.com/office/drawing/2014/main" id="{70F75D78-40E3-00C8-78F7-246CE769A4E0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AutoShape 160">
            <a:extLst>
              <a:ext uri="{FF2B5EF4-FFF2-40B4-BE49-F238E27FC236}">
                <a16:creationId xmlns:a16="http://schemas.microsoft.com/office/drawing/2014/main" id="{0C18E8C6-A4A1-FDE6-E24B-421FACD82416}"/>
              </a:ext>
            </a:extLst>
          </p:cNvPr>
          <p:cNvSpPr/>
          <p:nvPr/>
        </p:nvSpPr>
        <p:spPr>
          <a:xfrm>
            <a:off x="4445000" y="3683000"/>
            <a:ext cx="1270000" cy="1206500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utoShape 161">
            <a:extLst>
              <a:ext uri="{FF2B5EF4-FFF2-40B4-BE49-F238E27FC236}">
                <a16:creationId xmlns:a16="http://schemas.microsoft.com/office/drawing/2014/main" id="{F07572C5-5AC1-4C8F-5777-810E1FD436BC}"/>
              </a:ext>
            </a:extLst>
          </p:cNvPr>
          <p:cNvSpPr/>
          <p:nvPr/>
        </p:nvSpPr>
        <p:spPr>
          <a:xfrm>
            <a:off x="6477000" y="3683000"/>
            <a:ext cx="1270000" cy="1206500"/>
          </a:xfrm>
          <a:prstGeom prst="cho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162">
            <a:extLst>
              <a:ext uri="{FF2B5EF4-FFF2-40B4-BE49-F238E27FC236}">
                <a16:creationId xmlns:a16="http://schemas.microsoft.com/office/drawing/2014/main" id="{C65C2459-B4F1-CB09-2BF0-45466DA5D75B}"/>
              </a:ext>
            </a:extLst>
          </p:cNvPr>
          <p:cNvSpPr/>
          <p:nvPr/>
        </p:nvSpPr>
        <p:spPr>
          <a:xfrm>
            <a:off x="8509000" y="3683000"/>
            <a:ext cx="1270000" cy="1206500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utoShape 163">
            <a:extLst>
              <a:ext uri="{FF2B5EF4-FFF2-40B4-BE49-F238E27FC236}">
                <a16:creationId xmlns:a16="http://schemas.microsoft.com/office/drawing/2014/main" id="{7AA7E7A4-3BC5-4D10-FB4A-D17E4C4F169E}"/>
              </a:ext>
            </a:extLst>
          </p:cNvPr>
          <p:cNvSpPr/>
          <p:nvPr/>
        </p:nvSpPr>
        <p:spPr>
          <a:xfrm>
            <a:off x="10541000" y="3683000"/>
            <a:ext cx="1270000" cy="12065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utoShape 164">
            <a:extLst>
              <a:ext uri="{FF2B5EF4-FFF2-40B4-BE49-F238E27FC236}">
                <a16:creationId xmlns:a16="http://schemas.microsoft.com/office/drawing/2014/main" id="{7BE1AAB1-D147-8B67-3804-0F0E5D847805}"/>
              </a:ext>
            </a:extLst>
          </p:cNvPr>
          <p:cNvSpPr/>
          <p:nvPr/>
        </p:nvSpPr>
        <p:spPr>
          <a:xfrm>
            <a:off x="381000" y="5397500"/>
            <a:ext cx="1270000" cy="1206500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utoShape 165">
            <a:extLst>
              <a:ext uri="{FF2B5EF4-FFF2-40B4-BE49-F238E27FC236}">
                <a16:creationId xmlns:a16="http://schemas.microsoft.com/office/drawing/2014/main" id="{B7116B05-BF0E-684E-4195-723417776A12}"/>
              </a:ext>
            </a:extLst>
          </p:cNvPr>
          <p:cNvSpPr/>
          <p:nvPr/>
        </p:nvSpPr>
        <p:spPr>
          <a:xfrm>
            <a:off x="2413000" y="5397500"/>
            <a:ext cx="1270000" cy="120650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AutoShape 166">
            <a:extLst>
              <a:ext uri="{FF2B5EF4-FFF2-40B4-BE49-F238E27FC236}">
                <a16:creationId xmlns:a16="http://schemas.microsoft.com/office/drawing/2014/main" id="{A6906F9D-85A2-228A-5B23-D18EB781CFA6}"/>
              </a:ext>
            </a:extLst>
          </p:cNvPr>
          <p:cNvSpPr/>
          <p:nvPr/>
        </p:nvSpPr>
        <p:spPr>
          <a:xfrm>
            <a:off x="4445000" y="5397500"/>
            <a:ext cx="1270000" cy="1206500"/>
          </a:xfrm>
          <a:prstGeom prst="mathDivid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AutoShape 167">
            <a:extLst>
              <a:ext uri="{FF2B5EF4-FFF2-40B4-BE49-F238E27FC236}">
                <a16:creationId xmlns:a16="http://schemas.microsoft.com/office/drawing/2014/main" id="{78992F95-CBCC-9632-B590-D8B36E151649}"/>
              </a:ext>
            </a:extLst>
          </p:cNvPr>
          <p:cNvSpPr/>
          <p:nvPr/>
        </p:nvSpPr>
        <p:spPr>
          <a:xfrm>
            <a:off x="6477000" y="5397500"/>
            <a:ext cx="1270000" cy="12065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AutoShape 168">
            <a:extLst>
              <a:ext uri="{FF2B5EF4-FFF2-40B4-BE49-F238E27FC236}">
                <a16:creationId xmlns:a16="http://schemas.microsoft.com/office/drawing/2014/main" id="{BF38B3B3-CD95-0D58-12B8-EEE247C6322B}"/>
              </a:ext>
            </a:extLst>
          </p:cNvPr>
          <p:cNvSpPr/>
          <p:nvPr/>
        </p:nvSpPr>
        <p:spPr>
          <a:xfrm>
            <a:off x="8509000" y="5397500"/>
            <a:ext cx="1270000" cy="1206500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AutoShape 169">
            <a:extLst>
              <a:ext uri="{FF2B5EF4-FFF2-40B4-BE49-F238E27FC236}">
                <a16:creationId xmlns:a16="http://schemas.microsoft.com/office/drawing/2014/main" id="{75B1FD41-5104-B409-561B-8B0681D6C286}"/>
              </a:ext>
            </a:extLst>
          </p:cNvPr>
          <p:cNvSpPr/>
          <p:nvPr/>
        </p:nvSpPr>
        <p:spPr>
          <a:xfrm>
            <a:off x="10541000" y="5397500"/>
            <a:ext cx="1270000" cy="1206500"/>
          </a:xfrm>
          <a:prstGeom prst="cornerTab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50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70">
            <a:extLst>
              <a:ext uri="{FF2B5EF4-FFF2-40B4-BE49-F238E27FC236}">
                <a16:creationId xmlns:a16="http://schemas.microsoft.com/office/drawing/2014/main" id="{94C1E75D-7DDF-8DB7-64CF-208B16044AFE}"/>
              </a:ext>
            </a:extLst>
          </p:cNvPr>
          <p:cNvSpPr/>
          <p:nvPr/>
        </p:nvSpPr>
        <p:spPr>
          <a:xfrm>
            <a:off x="381000" y="254000"/>
            <a:ext cx="1270000" cy="1206500"/>
          </a:xfrm>
          <a:prstGeom prst="squareTab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" name="AutoShape 171">
            <a:extLst>
              <a:ext uri="{FF2B5EF4-FFF2-40B4-BE49-F238E27FC236}">
                <a16:creationId xmlns:a16="http://schemas.microsoft.com/office/drawing/2014/main" id="{BDC14929-F0C7-C8FB-6365-0AD1476C0530}"/>
              </a:ext>
            </a:extLst>
          </p:cNvPr>
          <p:cNvSpPr/>
          <p:nvPr/>
        </p:nvSpPr>
        <p:spPr>
          <a:xfrm>
            <a:off x="2413000" y="254000"/>
            <a:ext cx="1270000" cy="1206500"/>
          </a:xfrm>
          <a:prstGeom prst="plaqueTab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AutoShape 172">
            <a:extLst>
              <a:ext uri="{FF2B5EF4-FFF2-40B4-BE49-F238E27FC236}">
                <a16:creationId xmlns:a16="http://schemas.microsoft.com/office/drawing/2014/main" id="{D479F61E-C307-F8F6-FE38-7364943C0398}"/>
              </a:ext>
            </a:extLst>
          </p:cNvPr>
          <p:cNvSpPr/>
          <p:nvPr/>
        </p:nvSpPr>
        <p:spPr>
          <a:xfrm>
            <a:off x="4445000" y="254000"/>
            <a:ext cx="1270000" cy="1206500"/>
          </a:xfrm>
          <a:prstGeom prst="gear6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utoShape 173">
            <a:extLst>
              <a:ext uri="{FF2B5EF4-FFF2-40B4-BE49-F238E27FC236}">
                <a16:creationId xmlns:a16="http://schemas.microsoft.com/office/drawing/2014/main" id="{D36225BD-5E30-23AE-5E3D-7778C5A1C973}"/>
              </a:ext>
            </a:extLst>
          </p:cNvPr>
          <p:cNvSpPr/>
          <p:nvPr/>
        </p:nvSpPr>
        <p:spPr>
          <a:xfrm>
            <a:off x="6477000" y="254000"/>
            <a:ext cx="1270000" cy="1206500"/>
          </a:xfrm>
          <a:prstGeom prst="gear9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utoShape 174">
            <a:extLst>
              <a:ext uri="{FF2B5EF4-FFF2-40B4-BE49-F238E27FC236}">
                <a16:creationId xmlns:a16="http://schemas.microsoft.com/office/drawing/2014/main" id="{C64E9610-FF45-13B9-2225-3D451406CE19}"/>
              </a:ext>
            </a:extLst>
          </p:cNvPr>
          <p:cNvSpPr/>
          <p:nvPr/>
        </p:nvSpPr>
        <p:spPr>
          <a:xfrm>
            <a:off x="8509000" y="254000"/>
            <a:ext cx="1270000" cy="1206500"/>
          </a:xfrm>
          <a:prstGeom prst="funn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AutoShape 175">
            <a:extLst>
              <a:ext uri="{FF2B5EF4-FFF2-40B4-BE49-F238E27FC236}">
                <a16:creationId xmlns:a16="http://schemas.microsoft.com/office/drawing/2014/main" id="{AFB2B3AA-97F2-2CD6-C9B5-73ABF1D01541}"/>
              </a:ext>
            </a:extLst>
          </p:cNvPr>
          <p:cNvSpPr/>
          <p:nvPr/>
        </p:nvSpPr>
        <p:spPr>
          <a:xfrm>
            <a:off x="10541000" y="254000"/>
            <a:ext cx="1270000" cy="1206500"/>
          </a:xfrm>
          <a:prstGeom prst="pieWed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AutoShape 176">
            <a:extLst>
              <a:ext uri="{FF2B5EF4-FFF2-40B4-BE49-F238E27FC236}">
                <a16:creationId xmlns:a16="http://schemas.microsoft.com/office/drawing/2014/main" id="{464B6267-F99B-B95F-AD23-0E3F82687304}"/>
              </a:ext>
            </a:extLst>
          </p:cNvPr>
          <p:cNvSpPr/>
          <p:nvPr/>
        </p:nvSpPr>
        <p:spPr>
          <a:xfrm>
            <a:off x="381000" y="1968500"/>
            <a:ext cx="1270000" cy="1206500"/>
          </a:xfrm>
          <a:prstGeom prst="left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AutoShape 177">
            <a:extLst>
              <a:ext uri="{FF2B5EF4-FFF2-40B4-BE49-F238E27FC236}">
                <a16:creationId xmlns:a16="http://schemas.microsoft.com/office/drawing/2014/main" id="{F98E3A67-D453-7F31-5D01-648CEA1E9636}"/>
              </a:ext>
            </a:extLst>
          </p:cNvPr>
          <p:cNvSpPr/>
          <p:nvPr/>
        </p:nvSpPr>
        <p:spPr>
          <a:xfrm>
            <a:off x="2413000" y="1968500"/>
            <a:ext cx="1270000" cy="1206500"/>
          </a:xfrm>
          <a:prstGeom prst="leftRight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AutoShape 178">
            <a:extLst>
              <a:ext uri="{FF2B5EF4-FFF2-40B4-BE49-F238E27FC236}">
                <a16:creationId xmlns:a16="http://schemas.microsoft.com/office/drawing/2014/main" id="{F286B8E9-5DEC-A391-A964-192CF9C2AC4E}"/>
              </a:ext>
            </a:extLst>
          </p:cNvPr>
          <p:cNvSpPr/>
          <p:nvPr/>
        </p:nvSpPr>
        <p:spPr>
          <a:xfrm>
            <a:off x="4445000" y="1968500"/>
            <a:ext cx="1270000" cy="1206500"/>
          </a:xfrm>
          <a:prstGeom prst="swoosh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AutoShape 179">
            <a:extLst>
              <a:ext uri="{FF2B5EF4-FFF2-40B4-BE49-F238E27FC236}">
                <a16:creationId xmlns:a16="http://schemas.microsoft.com/office/drawing/2014/main" id="{C5737512-CA2B-A9D8-18C5-2774D8442A30}"/>
              </a:ext>
            </a:extLst>
          </p:cNvPr>
          <p:cNvSpPr/>
          <p:nvPr/>
        </p:nvSpPr>
        <p:spPr>
          <a:xfrm>
            <a:off x="6477000" y="1968500"/>
            <a:ext cx="1270000" cy="120650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utoShape 180">
            <a:extLst>
              <a:ext uri="{FF2B5EF4-FFF2-40B4-BE49-F238E27FC236}">
                <a16:creationId xmlns:a16="http://schemas.microsoft.com/office/drawing/2014/main" id="{56AE900D-DF71-1AEC-6F25-1D07EEDF6EB3}"/>
              </a:ext>
            </a:extLst>
          </p:cNvPr>
          <p:cNvSpPr/>
          <p:nvPr/>
        </p:nvSpPr>
        <p:spPr>
          <a:xfrm>
            <a:off x="8509000" y="1968500"/>
            <a:ext cx="1270000" cy="1206500"/>
          </a:xfrm>
          <a:prstGeom prst="chartX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utoShape 181">
            <a:extLst>
              <a:ext uri="{FF2B5EF4-FFF2-40B4-BE49-F238E27FC236}">
                <a16:creationId xmlns:a16="http://schemas.microsoft.com/office/drawing/2014/main" id="{3614900B-A348-92B3-7C53-CC7542DE5369}"/>
              </a:ext>
            </a:extLst>
          </p:cNvPr>
          <p:cNvSpPr/>
          <p:nvPr/>
        </p:nvSpPr>
        <p:spPr>
          <a:xfrm>
            <a:off x="10541000" y="1968500"/>
            <a:ext cx="1270000" cy="1206500"/>
          </a:xfrm>
          <a:prstGeom prst="chartSta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AutoShape 182">
            <a:extLst>
              <a:ext uri="{FF2B5EF4-FFF2-40B4-BE49-F238E27FC236}">
                <a16:creationId xmlns:a16="http://schemas.microsoft.com/office/drawing/2014/main" id="{31BC22E4-C38A-090D-B6BC-9814A60217CD}"/>
              </a:ext>
            </a:extLst>
          </p:cNvPr>
          <p:cNvSpPr/>
          <p:nvPr/>
        </p:nvSpPr>
        <p:spPr>
          <a:xfrm>
            <a:off x="381000" y="3683000"/>
            <a:ext cx="1270000" cy="1206500"/>
          </a:xfrm>
          <a:prstGeom prst="chart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utoShape 183">
            <a:extLst>
              <a:ext uri="{FF2B5EF4-FFF2-40B4-BE49-F238E27FC236}">
                <a16:creationId xmlns:a16="http://schemas.microsoft.com/office/drawing/2014/main" id="{55034728-3CB3-638B-6F45-E2E6B022274C}"/>
              </a:ext>
            </a:extLst>
          </p:cNvPr>
          <p:cNvSpPr/>
          <p:nvPr/>
        </p:nvSpPr>
        <p:spPr>
          <a:xfrm>
            <a:off x="2413000" y="3683000"/>
            <a:ext cx="1270000" cy="1206500"/>
          </a:xfrm>
          <a:prstGeom prst="lineInv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8186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2026-10-08T08:36:05Z</dcterms:created>
  <dcterms:modified xsi:type="dcterms:W3CDTF">2026-10-08T08:36:05Z</dcterms:modified>
</cp:coreProperties>
</file>