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014123-8A45-6B01-2BB2-22E112E8FE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6AFE139-545F-4B89-7901-5A4B75284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84C94F-C374-8C30-6A51-4292D8DD7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233DAA-B441-AF37-EB88-FA883497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95FE69-808F-2EFB-D9CB-5BD7BCD2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1681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40211-B738-3F14-0568-212750B82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B36F60-ABAA-0DE5-321D-1E45366A5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FF4D80-0BD8-C07E-A1E8-92749F2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AA087B-1535-7BA2-94E1-C1287DD7D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FBCE7A-FB8B-DECB-F3A1-52DBF7C89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369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335ACE-2055-16E2-3483-141D8B82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A98258-CE6D-E6F9-A086-B5E512C1E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8A46F9-F0EE-BD04-E4B8-69CFD22CC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53FE83-9D98-B05C-1772-89CD4F93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D2AF6-12B2-B66E-EB25-9FCB2AD24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034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BBD358-A318-3722-9315-626162F03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3B4337-6F28-3006-BB0A-48A046ABD5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145F47B-3C07-778E-5E06-1DA45732A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0486E6-070B-3548-1166-4CA87225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2B7064-02CB-0DFF-317A-5B8654C93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53140C-69EC-5016-265D-55C9CC456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018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F334EB-A9F5-C914-27EF-1541A2756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597C93-4F3C-DD29-7EF4-306F1730B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30CA82-ED51-EFC3-6097-FA328DE264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5AAF9D-605C-C0A1-D67A-7A7D4E7E4A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A7489FA-3C26-F27C-144C-9ADD44F54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09B1621-4BBD-B3E5-8E1D-92D5ADEB8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07147C4-E188-DB88-856A-D18946EF2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24E0046-DB34-009E-2322-8C5BAA251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09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D04E45-F84F-D0ED-3244-B8D13CAF0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289D8D-D334-A215-AFA4-6C24D52C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652533-59D1-C4CE-D646-0110D1A3D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935AA8-5269-DAC8-E889-9A7269DA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1133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0A7911A-D911-BC95-5AD2-7EAE44AB3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80E5C04-2E31-1E1B-536B-FCE547A06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4885C-A567-7DDF-298F-DA6FF9264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4226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05646-A69E-0C42-3033-872B9E6EB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7DC611-64BA-E5F1-6520-AB7CBD84F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C4C39B-B6B8-32A5-02C2-866C47EBB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D357FB4-4078-DBF8-D510-EF809E621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31909E-7392-DD31-28D5-C1481D11B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132139-9F5B-C5FB-864C-267B50B9E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657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928842-9A0A-7905-E8BF-6CBD91D5D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3E07F5E-AB2A-72B2-9F31-23BB02B7744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35678F7-193A-D9A2-2CC1-0090DF35A1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6BD6C9-ED25-EF19-F210-22CBEF24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3748BF-B771-AE83-3080-F9CBBF471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53FBAC-B80A-6B09-BA04-318925D23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407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E577C-DAE3-932A-FC69-2E4BD939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66A9B59-2FBE-DA8D-4313-0F7B9D19CB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1ADB14-161F-AD73-A628-B6BA61D4D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F03A55E-7586-8960-34A7-AFB04B124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476D66-222C-9566-EDE2-4CD7A2471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8326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FBF6C2D-2666-5500-724A-5844F94048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6A4964F-BFDF-8E29-3598-C91630D11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32B5FF-E9F6-04F4-9FB3-23B1FF9FA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2CB3B4-AD07-5095-DC43-F23C9948D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849CED-F56A-D6B6-FBA5-B7108555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56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6631ED7-764D-2D47-CDA7-461DAA1C7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A7A07E9-9B5A-98C8-0810-82ED7210D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007FE9-DBFD-FF28-52DC-5FA189C8E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3DCA7-4954-48E9-BB06-E8D867B735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CEA29F-CBB3-9F31-98EB-B1ED186003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59ECDC-87C3-0240-5B4A-48D38692C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9F909-3697-4CE1-8820-ACCACBBF84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6142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">
            <a:extLst>
              <a:ext uri="{FF2B5EF4-FFF2-40B4-BE49-F238E27FC236}">
                <a16:creationId xmlns:a16="http://schemas.microsoft.com/office/drawing/2014/main" id="{AD27A153-C146-F4E3-0955-2C6C6F9DB691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9B5526E-7D52-F1A9-7D1E-68328BCBF899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arallelogra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3">
            <a:extLst>
              <a:ext uri="{FF2B5EF4-FFF2-40B4-BE49-F238E27FC236}">
                <a16:creationId xmlns:a16="http://schemas.microsoft.com/office/drawing/2014/main" id="{4059154D-3029-D04E-8970-9407B1EA3D21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51A55C3-0D72-F760-C9CD-6453C2BE7D95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77CD00F3-1A71-14D0-E2D6-D060A51F8329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BC4C8FF3-CF41-6E5E-C8C6-ADDDCD1516D2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oc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">
            <a:extLst>
              <a:ext uri="{FF2B5EF4-FFF2-40B4-BE49-F238E27FC236}">
                <a16:creationId xmlns:a16="http://schemas.microsoft.com/office/drawing/2014/main" id="{8E9136C7-36DA-74AA-8495-B495C8002A0B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394B3190-1FB6-16CF-89CB-70D222AF145E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9">
            <a:extLst>
              <a:ext uri="{FF2B5EF4-FFF2-40B4-BE49-F238E27FC236}">
                <a16:creationId xmlns:a16="http://schemas.microsoft.com/office/drawing/2014/main" id="{3D8E798A-49DC-AB42-965A-55F22E50E143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">
            <a:extLst>
              <a:ext uri="{FF2B5EF4-FFF2-40B4-BE49-F238E27FC236}">
                <a16:creationId xmlns:a16="http://schemas.microsoft.com/office/drawing/2014/main" id="{AF3E019E-D7C5-8C6E-1118-53FFC1B3BA6F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A6631881-4319-1858-748E-209E1E332C90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2">
            <a:extLst>
              <a:ext uri="{FF2B5EF4-FFF2-40B4-BE49-F238E27FC236}">
                <a16:creationId xmlns:a16="http://schemas.microsoft.com/office/drawing/2014/main" id="{38E2C772-D1A2-4C19-3D3A-632043D12D7B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pen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">
            <a:extLst>
              <a:ext uri="{FF2B5EF4-FFF2-40B4-BE49-F238E27FC236}">
                <a16:creationId xmlns:a16="http://schemas.microsoft.com/office/drawing/2014/main" id="{142DDB9D-2C17-F82F-B825-DB4F797F28D1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4">
            <a:extLst>
              <a:ext uri="{FF2B5EF4-FFF2-40B4-BE49-F238E27FC236}">
                <a16:creationId xmlns:a16="http://schemas.microsoft.com/office/drawing/2014/main" id="{402D5DB2-6738-D374-477A-B2CF2B8906F6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5">
            <a:extLst>
              <a:ext uri="{FF2B5EF4-FFF2-40B4-BE49-F238E27FC236}">
                <a16:creationId xmlns:a16="http://schemas.microsoft.com/office/drawing/2014/main" id="{683E7F48-8910-94A8-874A-C11F33470164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">
            <a:extLst>
              <a:ext uri="{FF2B5EF4-FFF2-40B4-BE49-F238E27FC236}">
                <a16:creationId xmlns:a16="http://schemas.microsoft.com/office/drawing/2014/main" id="{163C1198-E1D1-B279-AF18-0796EBF975B9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7">
            <a:extLst>
              <a:ext uri="{FF2B5EF4-FFF2-40B4-BE49-F238E27FC236}">
                <a16:creationId xmlns:a16="http://schemas.microsoft.com/office/drawing/2014/main" id="{334239BD-03D1-2F12-9BD7-FF0F8EE5E230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8">
            <a:extLst>
              <a:ext uri="{FF2B5EF4-FFF2-40B4-BE49-F238E27FC236}">
                <a16:creationId xmlns:a16="http://schemas.microsoft.com/office/drawing/2014/main" id="{3F1542BD-0094-B9CB-3FB3-6D8DE8B2C635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19">
            <a:extLst>
              <a:ext uri="{FF2B5EF4-FFF2-40B4-BE49-F238E27FC236}">
                <a16:creationId xmlns:a16="http://schemas.microsoft.com/office/drawing/2014/main" id="{817ADCE3-F59D-6F31-AF75-11D76E95BA4D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AutoShape 20">
            <a:extLst>
              <a:ext uri="{FF2B5EF4-FFF2-40B4-BE49-F238E27FC236}">
                <a16:creationId xmlns:a16="http://schemas.microsoft.com/office/drawing/2014/main" id="{47635448-A377-DF86-0FF4-5566111DAAE7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lockArc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21">
            <a:extLst>
              <a:ext uri="{FF2B5EF4-FFF2-40B4-BE49-F238E27FC236}">
                <a16:creationId xmlns:a16="http://schemas.microsoft.com/office/drawing/2014/main" id="{D04DA4AF-2C5F-5F83-BDF3-5390F23A726F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22">
            <a:extLst>
              <a:ext uri="{FF2B5EF4-FFF2-40B4-BE49-F238E27FC236}">
                <a16:creationId xmlns:a16="http://schemas.microsoft.com/office/drawing/2014/main" id="{7435A67E-2CBD-4F23-68A4-254311939626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lightningBol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23">
            <a:extLst>
              <a:ext uri="{FF2B5EF4-FFF2-40B4-BE49-F238E27FC236}">
                <a16:creationId xmlns:a16="http://schemas.microsoft.com/office/drawing/2014/main" id="{7A78C81B-8FBC-F06F-2877-CE7C0E5478AF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24">
            <a:extLst>
              <a:ext uri="{FF2B5EF4-FFF2-40B4-BE49-F238E27FC236}">
                <a16:creationId xmlns:a16="http://schemas.microsoft.com/office/drawing/2014/main" id="{2500F941-7840-9B6E-84E6-6A1024E23885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55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5">
            <a:extLst>
              <a:ext uri="{FF2B5EF4-FFF2-40B4-BE49-F238E27FC236}">
                <a16:creationId xmlns:a16="http://schemas.microsoft.com/office/drawing/2014/main" id="{83428C10-479D-E863-583B-3AE8167A88A6}"/>
              </a:ext>
            </a:extLst>
          </p:cNvPr>
          <p:cNvSpPr/>
          <p:nvPr/>
        </p:nvSpPr>
        <p:spPr>
          <a:xfrm>
            <a:off x="-889000" y="254000"/>
            <a:ext cx="2540000" cy="2413000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6">
            <a:extLst>
              <a:ext uri="{FF2B5EF4-FFF2-40B4-BE49-F238E27FC236}">
                <a16:creationId xmlns:a16="http://schemas.microsoft.com/office/drawing/2014/main" id="{EA3A04D7-750C-4B38-18DF-BC3CC8187F8F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27">
            <a:extLst>
              <a:ext uri="{FF2B5EF4-FFF2-40B4-BE49-F238E27FC236}">
                <a16:creationId xmlns:a16="http://schemas.microsoft.com/office/drawing/2014/main" id="{4DBB3162-40CA-8785-AFF0-1BAEF143FA48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28">
            <a:extLst>
              <a:ext uri="{FF2B5EF4-FFF2-40B4-BE49-F238E27FC236}">
                <a16:creationId xmlns:a16="http://schemas.microsoft.com/office/drawing/2014/main" id="{FCA90FBC-E563-835A-BA0F-84CC2BB5E2BB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plaqu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29">
            <a:extLst>
              <a:ext uri="{FF2B5EF4-FFF2-40B4-BE49-F238E27FC236}">
                <a16:creationId xmlns:a16="http://schemas.microsoft.com/office/drawing/2014/main" id="{18F47E02-8F5A-F7AE-4000-5D0831D58703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30">
            <a:extLst>
              <a:ext uri="{FF2B5EF4-FFF2-40B4-BE49-F238E27FC236}">
                <a16:creationId xmlns:a16="http://schemas.microsoft.com/office/drawing/2014/main" id="{49BAA3DA-2A99-CB41-1E1E-994905C5A675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31">
            <a:extLst>
              <a:ext uri="{FF2B5EF4-FFF2-40B4-BE49-F238E27FC236}">
                <a16:creationId xmlns:a16="http://schemas.microsoft.com/office/drawing/2014/main" id="{1A9E7E68-3303-C050-3B51-1197EECDE88D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32">
            <a:extLst>
              <a:ext uri="{FF2B5EF4-FFF2-40B4-BE49-F238E27FC236}">
                <a16:creationId xmlns:a16="http://schemas.microsoft.com/office/drawing/2014/main" id="{E8E146EE-FB6B-8028-8A15-59AA913FFB02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33">
            <a:extLst>
              <a:ext uri="{FF2B5EF4-FFF2-40B4-BE49-F238E27FC236}">
                <a16:creationId xmlns:a16="http://schemas.microsoft.com/office/drawing/2014/main" id="{ADBDED41-A571-70DA-E413-40F6FC7FDF32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34">
            <a:extLst>
              <a:ext uri="{FF2B5EF4-FFF2-40B4-BE49-F238E27FC236}">
                <a16:creationId xmlns:a16="http://schemas.microsoft.com/office/drawing/2014/main" id="{5E51264A-0AE2-0F63-61E2-704DDEEFCF46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35">
            <a:extLst>
              <a:ext uri="{FF2B5EF4-FFF2-40B4-BE49-F238E27FC236}">
                <a16:creationId xmlns:a16="http://schemas.microsoft.com/office/drawing/2014/main" id="{74E29E4F-3843-270F-A423-359C518C1371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36">
            <a:extLst>
              <a:ext uri="{FF2B5EF4-FFF2-40B4-BE49-F238E27FC236}">
                <a16:creationId xmlns:a16="http://schemas.microsoft.com/office/drawing/2014/main" id="{1CCEA532-28F3-4133-629B-2EE5DB643220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37">
            <a:extLst>
              <a:ext uri="{FF2B5EF4-FFF2-40B4-BE49-F238E27FC236}">
                <a16:creationId xmlns:a16="http://schemas.microsoft.com/office/drawing/2014/main" id="{2BADD779-676F-20F3-8C09-E3EA43E816A4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38">
            <a:extLst>
              <a:ext uri="{FF2B5EF4-FFF2-40B4-BE49-F238E27FC236}">
                <a16:creationId xmlns:a16="http://schemas.microsoft.com/office/drawing/2014/main" id="{78D81500-0991-DF83-C581-22F8FDF1AAB3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39">
            <a:extLst>
              <a:ext uri="{FF2B5EF4-FFF2-40B4-BE49-F238E27FC236}">
                <a16:creationId xmlns:a16="http://schemas.microsoft.com/office/drawing/2014/main" id="{DC2D0B3B-764E-F31D-28FF-6AB19EFA02A1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quad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40">
            <a:extLst>
              <a:ext uri="{FF2B5EF4-FFF2-40B4-BE49-F238E27FC236}">
                <a16:creationId xmlns:a16="http://schemas.microsoft.com/office/drawing/2014/main" id="{EDE9F087-4C78-F435-C5BA-59EE512B7CB2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leftRigh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41">
            <a:extLst>
              <a:ext uri="{FF2B5EF4-FFF2-40B4-BE49-F238E27FC236}">
                <a16:creationId xmlns:a16="http://schemas.microsoft.com/office/drawing/2014/main" id="{EE372107-A933-DC35-37FA-78D75C2DA1F8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9" name="AutoShape 42">
            <a:extLst>
              <a:ext uri="{FF2B5EF4-FFF2-40B4-BE49-F238E27FC236}">
                <a16:creationId xmlns:a16="http://schemas.microsoft.com/office/drawing/2014/main" id="{BEE3592E-BFA0-4D3A-ECBD-DB1152D64D1F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43">
            <a:extLst>
              <a:ext uri="{FF2B5EF4-FFF2-40B4-BE49-F238E27FC236}">
                <a16:creationId xmlns:a16="http://schemas.microsoft.com/office/drawing/2014/main" id="{7F0E8F59-C21D-A7F7-DE55-74150FC48A6B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44">
            <a:extLst>
              <a:ext uri="{FF2B5EF4-FFF2-40B4-BE49-F238E27FC236}">
                <a16:creationId xmlns:a16="http://schemas.microsoft.com/office/drawing/2014/main" id="{2CC6E31D-E924-8F40-269D-4D455E6FD3F3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45">
            <a:extLst>
              <a:ext uri="{FF2B5EF4-FFF2-40B4-BE49-F238E27FC236}">
                <a16:creationId xmlns:a16="http://schemas.microsoft.com/office/drawing/2014/main" id="{CF1201B4-61EB-210E-E4C3-D71D8668C895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46">
            <a:extLst>
              <a:ext uri="{FF2B5EF4-FFF2-40B4-BE49-F238E27FC236}">
                <a16:creationId xmlns:a16="http://schemas.microsoft.com/office/drawing/2014/main" id="{F4827821-A1B8-EDF8-37B6-6C735C414E53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47">
            <a:extLst>
              <a:ext uri="{FF2B5EF4-FFF2-40B4-BE49-F238E27FC236}">
                <a16:creationId xmlns:a16="http://schemas.microsoft.com/office/drawing/2014/main" id="{4F021092-54CC-55B6-7CA1-033E08ECB7F1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48">
            <a:extLst>
              <a:ext uri="{FF2B5EF4-FFF2-40B4-BE49-F238E27FC236}">
                <a16:creationId xmlns:a16="http://schemas.microsoft.com/office/drawing/2014/main" id="{0832DC57-D5B9-090C-D1B9-64514FE3412E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884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49">
            <a:extLst>
              <a:ext uri="{FF2B5EF4-FFF2-40B4-BE49-F238E27FC236}">
                <a16:creationId xmlns:a16="http://schemas.microsoft.com/office/drawing/2014/main" id="{DD220FF9-8AC4-76AB-1CB0-A146C2E9BDE8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50">
            <a:extLst>
              <a:ext uri="{FF2B5EF4-FFF2-40B4-BE49-F238E27FC236}">
                <a16:creationId xmlns:a16="http://schemas.microsoft.com/office/drawing/2014/main" id="{D6BE1BCD-1057-48A4-EA0E-0CEF6B02686C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51">
            <a:extLst>
              <a:ext uri="{FF2B5EF4-FFF2-40B4-BE49-F238E27FC236}">
                <a16:creationId xmlns:a16="http://schemas.microsoft.com/office/drawing/2014/main" id="{664FD47A-9A71-57C4-6335-824A0464A6A3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52">
            <a:extLst>
              <a:ext uri="{FF2B5EF4-FFF2-40B4-BE49-F238E27FC236}">
                <a16:creationId xmlns:a16="http://schemas.microsoft.com/office/drawing/2014/main" id="{379155C7-A6F3-D41F-69DF-18C8A9B0D95D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6" name="AutoShape 53">
            <a:extLst>
              <a:ext uri="{FF2B5EF4-FFF2-40B4-BE49-F238E27FC236}">
                <a16:creationId xmlns:a16="http://schemas.microsoft.com/office/drawing/2014/main" id="{3A3D76B6-D4DD-9C3E-0C7C-5F14181FDA32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54">
            <a:extLst>
              <a:ext uri="{FF2B5EF4-FFF2-40B4-BE49-F238E27FC236}">
                <a16:creationId xmlns:a16="http://schemas.microsoft.com/office/drawing/2014/main" id="{FFCB00FF-B88E-C311-4758-9071B10BB201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lef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55">
            <a:extLst>
              <a:ext uri="{FF2B5EF4-FFF2-40B4-BE49-F238E27FC236}">
                <a16:creationId xmlns:a16="http://schemas.microsoft.com/office/drawing/2014/main" id="{850D9810-781E-44E0-CCA5-E0D635622CD6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up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56">
            <a:extLst>
              <a:ext uri="{FF2B5EF4-FFF2-40B4-BE49-F238E27FC236}">
                <a16:creationId xmlns:a16="http://schemas.microsoft.com/office/drawing/2014/main" id="{AB051905-6BDA-4BB9-9ED6-33F0EDECD4CC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57">
            <a:extLst>
              <a:ext uri="{FF2B5EF4-FFF2-40B4-BE49-F238E27FC236}">
                <a16:creationId xmlns:a16="http://schemas.microsoft.com/office/drawing/2014/main" id="{5FBD4247-147F-4EEA-634A-3F65FDB7C4BF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left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58">
            <a:extLst>
              <a:ext uri="{FF2B5EF4-FFF2-40B4-BE49-F238E27FC236}">
                <a16:creationId xmlns:a16="http://schemas.microsoft.com/office/drawing/2014/main" id="{2137ED0B-54D1-211B-BC54-B9F3AFCD7EA7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up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59">
            <a:extLst>
              <a:ext uri="{FF2B5EF4-FFF2-40B4-BE49-F238E27FC236}">
                <a16:creationId xmlns:a16="http://schemas.microsoft.com/office/drawing/2014/main" id="{326458FD-3ADF-2F21-ADE9-910FBB6880AC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quad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60">
            <a:extLst>
              <a:ext uri="{FF2B5EF4-FFF2-40B4-BE49-F238E27FC236}">
                <a16:creationId xmlns:a16="http://schemas.microsoft.com/office/drawing/2014/main" id="{3491976F-9619-D805-A13A-A37CAE29C3C5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4" name="AutoShape 61">
            <a:extLst>
              <a:ext uri="{FF2B5EF4-FFF2-40B4-BE49-F238E27FC236}">
                <a16:creationId xmlns:a16="http://schemas.microsoft.com/office/drawing/2014/main" id="{90076C50-BE9F-52D3-9A68-6C582A959B11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62">
            <a:extLst>
              <a:ext uri="{FF2B5EF4-FFF2-40B4-BE49-F238E27FC236}">
                <a16:creationId xmlns:a16="http://schemas.microsoft.com/office/drawing/2014/main" id="{8C0BFCA3-124A-5434-3B85-5496DDE32B4E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63">
            <a:extLst>
              <a:ext uri="{FF2B5EF4-FFF2-40B4-BE49-F238E27FC236}">
                <a16:creationId xmlns:a16="http://schemas.microsoft.com/office/drawing/2014/main" id="{52C7C7B3-197A-6134-C0AC-9BA1B0426C10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64">
            <a:extLst>
              <a:ext uri="{FF2B5EF4-FFF2-40B4-BE49-F238E27FC236}">
                <a16:creationId xmlns:a16="http://schemas.microsoft.com/office/drawing/2014/main" id="{7859CD3C-B584-3D34-B088-F5BF9CF30A3B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65">
            <a:extLst>
              <a:ext uri="{FF2B5EF4-FFF2-40B4-BE49-F238E27FC236}">
                <a16:creationId xmlns:a16="http://schemas.microsoft.com/office/drawing/2014/main" id="{AE7C0CCE-B8D6-16B5-B446-F825849DE49B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66">
            <a:extLst>
              <a:ext uri="{FF2B5EF4-FFF2-40B4-BE49-F238E27FC236}">
                <a16:creationId xmlns:a16="http://schemas.microsoft.com/office/drawing/2014/main" id="{F81522B1-95BB-6786-5795-99BDBDA382AD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67">
            <a:extLst>
              <a:ext uri="{FF2B5EF4-FFF2-40B4-BE49-F238E27FC236}">
                <a16:creationId xmlns:a16="http://schemas.microsoft.com/office/drawing/2014/main" id="{BF94DEC1-AB6A-DFD6-822B-1F4D7722DEA8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68">
            <a:extLst>
              <a:ext uri="{FF2B5EF4-FFF2-40B4-BE49-F238E27FC236}">
                <a16:creationId xmlns:a16="http://schemas.microsoft.com/office/drawing/2014/main" id="{A13C87D6-EECD-AA55-84D0-8881ABDECDB8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flowChartMulti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69">
            <a:extLst>
              <a:ext uri="{FF2B5EF4-FFF2-40B4-BE49-F238E27FC236}">
                <a16:creationId xmlns:a16="http://schemas.microsoft.com/office/drawing/2014/main" id="{9C9E734D-FD8A-1250-64BA-181D8C815D2E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70">
            <a:extLst>
              <a:ext uri="{FF2B5EF4-FFF2-40B4-BE49-F238E27FC236}">
                <a16:creationId xmlns:a16="http://schemas.microsoft.com/office/drawing/2014/main" id="{642A0350-A53D-B2C7-801C-6A860615179F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flowChartPrepa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71">
            <a:extLst>
              <a:ext uri="{FF2B5EF4-FFF2-40B4-BE49-F238E27FC236}">
                <a16:creationId xmlns:a16="http://schemas.microsoft.com/office/drawing/2014/main" id="{DE79E948-F15F-9E53-3A99-BFBCCB12D83C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flowChartManualIn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72">
            <a:extLst>
              <a:ext uri="{FF2B5EF4-FFF2-40B4-BE49-F238E27FC236}">
                <a16:creationId xmlns:a16="http://schemas.microsoft.com/office/drawing/2014/main" id="{A3D97BBE-E5E2-29B9-53E5-A5FB0379D966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448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3">
            <a:extLst>
              <a:ext uri="{FF2B5EF4-FFF2-40B4-BE49-F238E27FC236}">
                <a16:creationId xmlns:a16="http://schemas.microsoft.com/office/drawing/2014/main" id="{99EA0749-EE67-BCD4-EDEC-C4A3F213E4A9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74">
            <a:extLst>
              <a:ext uri="{FF2B5EF4-FFF2-40B4-BE49-F238E27FC236}">
                <a16:creationId xmlns:a16="http://schemas.microsoft.com/office/drawing/2014/main" id="{D61EB4CF-F854-9E53-5476-AD4370AAE127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75">
            <a:extLst>
              <a:ext uri="{FF2B5EF4-FFF2-40B4-BE49-F238E27FC236}">
                <a16:creationId xmlns:a16="http://schemas.microsoft.com/office/drawing/2014/main" id="{F86505E5-A620-E303-8BEA-716536640BD0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flowChartPunchedCa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76">
            <a:extLst>
              <a:ext uri="{FF2B5EF4-FFF2-40B4-BE49-F238E27FC236}">
                <a16:creationId xmlns:a16="http://schemas.microsoft.com/office/drawing/2014/main" id="{B3C0D2BC-E839-3288-1CB7-C41DE49D5C2E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flowChartPunched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77">
            <a:extLst>
              <a:ext uri="{FF2B5EF4-FFF2-40B4-BE49-F238E27FC236}">
                <a16:creationId xmlns:a16="http://schemas.microsoft.com/office/drawing/2014/main" id="{F3AE30C3-47EA-7BF3-FD07-B8AD27BE7F03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lowChartSummingJunc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78">
            <a:extLst>
              <a:ext uri="{FF2B5EF4-FFF2-40B4-BE49-F238E27FC236}">
                <a16:creationId xmlns:a16="http://schemas.microsoft.com/office/drawing/2014/main" id="{53160383-7510-E945-1973-473371EB6C2E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9">
            <a:extLst>
              <a:ext uri="{FF2B5EF4-FFF2-40B4-BE49-F238E27FC236}">
                <a16:creationId xmlns:a16="http://schemas.microsoft.com/office/drawing/2014/main" id="{4CCB0FFC-510E-68FF-4EAB-F19A515825EC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flowChartCol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80">
            <a:extLst>
              <a:ext uri="{FF2B5EF4-FFF2-40B4-BE49-F238E27FC236}">
                <a16:creationId xmlns:a16="http://schemas.microsoft.com/office/drawing/2014/main" id="{547E7CFD-6C78-DF0C-7B2D-1E9B4AFB85A7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81">
            <a:extLst>
              <a:ext uri="{FF2B5EF4-FFF2-40B4-BE49-F238E27FC236}">
                <a16:creationId xmlns:a16="http://schemas.microsoft.com/office/drawing/2014/main" id="{77BC841A-C6C9-A735-28C3-74A627B1CAFE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82">
            <a:extLst>
              <a:ext uri="{FF2B5EF4-FFF2-40B4-BE49-F238E27FC236}">
                <a16:creationId xmlns:a16="http://schemas.microsoft.com/office/drawing/2014/main" id="{0B80C19D-CAC6-9334-DBA9-7DDB6020EAD0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83">
            <a:extLst>
              <a:ext uri="{FF2B5EF4-FFF2-40B4-BE49-F238E27FC236}">
                <a16:creationId xmlns:a16="http://schemas.microsoft.com/office/drawing/2014/main" id="{0AC62F22-ED54-3E26-1151-0B5A29BF10A8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flowChartOn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84">
            <a:extLst>
              <a:ext uri="{FF2B5EF4-FFF2-40B4-BE49-F238E27FC236}">
                <a16:creationId xmlns:a16="http://schemas.microsoft.com/office/drawing/2014/main" id="{7893AF44-9A90-7725-0C19-5ABEF9F2EEEF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flowChartDe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85">
            <a:extLst>
              <a:ext uri="{FF2B5EF4-FFF2-40B4-BE49-F238E27FC236}">
                <a16:creationId xmlns:a16="http://schemas.microsoft.com/office/drawing/2014/main" id="{5EB611B4-F8AE-10D8-8065-677D2177F46E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Magnetic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86">
            <a:extLst>
              <a:ext uri="{FF2B5EF4-FFF2-40B4-BE49-F238E27FC236}">
                <a16:creationId xmlns:a16="http://schemas.microsoft.com/office/drawing/2014/main" id="{83169978-C12E-BF29-78E9-BDF8CD12A56B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87">
            <a:extLst>
              <a:ext uri="{FF2B5EF4-FFF2-40B4-BE49-F238E27FC236}">
                <a16:creationId xmlns:a16="http://schemas.microsoft.com/office/drawing/2014/main" id="{9A6B012D-E19F-463C-9DA6-F1A92B4BEFF3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MagneticDru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88">
            <a:extLst>
              <a:ext uri="{FF2B5EF4-FFF2-40B4-BE49-F238E27FC236}">
                <a16:creationId xmlns:a16="http://schemas.microsoft.com/office/drawing/2014/main" id="{329DD0A8-4FE5-1FA4-02FF-B701C47D9534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Disp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89">
            <a:extLst>
              <a:ext uri="{FF2B5EF4-FFF2-40B4-BE49-F238E27FC236}">
                <a16:creationId xmlns:a16="http://schemas.microsoft.com/office/drawing/2014/main" id="{37E2F2E0-442C-6918-0CFB-FA23B0E2A7FE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90">
            <a:extLst>
              <a:ext uri="{FF2B5EF4-FFF2-40B4-BE49-F238E27FC236}">
                <a16:creationId xmlns:a16="http://schemas.microsoft.com/office/drawing/2014/main" id="{1A6CAA5D-0313-5EA9-7F22-EC50F09CC191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91">
            <a:extLst>
              <a:ext uri="{FF2B5EF4-FFF2-40B4-BE49-F238E27FC236}">
                <a16:creationId xmlns:a16="http://schemas.microsoft.com/office/drawing/2014/main" id="{F083986D-0A4A-E2FE-8CAE-6FF8DE095D98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star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92">
            <a:extLst>
              <a:ext uri="{FF2B5EF4-FFF2-40B4-BE49-F238E27FC236}">
                <a16:creationId xmlns:a16="http://schemas.microsoft.com/office/drawing/2014/main" id="{D56DCBCD-9EA6-20A6-208B-3FFEF6039405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93">
            <a:extLst>
              <a:ext uri="{FF2B5EF4-FFF2-40B4-BE49-F238E27FC236}">
                <a16:creationId xmlns:a16="http://schemas.microsoft.com/office/drawing/2014/main" id="{37B00E74-E25A-4D27-7CCD-720D070D9438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94">
            <a:extLst>
              <a:ext uri="{FF2B5EF4-FFF2-40B4-BE49-F238E27FC236}">
                <a16:creationId xmlns:a16="http://schemas.microsoft.com/office/drawing/2014/main" id="{2ABD7A5D-44C1-7CD6-1A94-B645029660D7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star1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95">
            <a:extLst>
              <a:ext uri="{FF2B5EF4-FFF2-40B4-BE49-F238E27FC236}">
                <a16:creationId xmlns:a16="http://schemas.microsoft.com/office/drawing/2014/main" id="{7DBF6FAE-ABAE-B850-C794-F3F9DF111148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tar2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96">
            <a:extLst>
              <a:ext uri="{FF2B5EF4-FFF2-40B4-BE49-F238E27FC236}">
                <a16:creationId xmlns:a16="http://schemas.microsoft.com/office/drawing/2014/main" id="{101CA51B-64B8-2BB5-7AF4-52D899DE5EB4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star3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115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97">
            <a:extLst>
              <a:ext uri="{FF2B5EF4-FFF2-40B4-BE49-F238E27FC236}">
                <a16:creationId xmlns:a16="http://schemas.microsoft.com/office/drawing/2014/main" id="{22076A29-6B15-0C0F-4F5F-3B2E3C299F5C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98">
            <a:extLst>
              <a:ext uri="{FF2B5EF4-FFF2-40B4-BE49-F238E27FC236}">
                <a16:creationId xmlns:a16="http://schemas.microsoft.com/office/drawing/2014/main" id="{03C5861D-C63F-0C25-F46D-83A529C57357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99">
            <a:extLst>
              <a:ext uri="{FF2B5EF4-FFF2-40B4-BE49-F238E27FC236}">
                <a16:creationId xmlns:a16="http://schemas.microsoft.com/office/drawing/2014/main" id="{E1708339-ECB9-8023-5CF9-B9C37B482E21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ellipse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00">
            <a:extLst>
              <a:ext uri="{FF2B5EF4-FFF2-40B4-BE49-F238E27FC236}">
                <a16:creationId xmlns:a16="http://schemas.microsoft.com/office/drawing/2014/main" id="{A97A8EA2-9A6E-A985-B77F-6EE1DE607D33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ellipse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01">
            <a:extLst>
              <a:ext uri="{FF2B5EF4-FFF2-40B4-BE49-F238E27FC236}">
                <a16:creationId xmlns:a16="http://schemas.microsoft.com/office/drawing/2014/main" id="{9EE8BC44-2AC8-DFEA-96EB-7E099A9D2D8B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02">
            <a:extLst>
              <a:ext uri="{FF2B5EF4-FFF2-40B4-BE49-F238E27FC236}">
                <a16:creationId xmlns:a16="http://schemas.microsoft.com/office/drawing/2014/main" id="{8CFACEC7-CEB7-3732-8126-C7E07146B040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03">
            <a:extLst>
              <a:ext uri="{FF2B5EF4-FFF2-40B4-BE49-F238E27FC236}">
                <a16:creationId xmlns:a16="http://schemas.microsoft.com/office/drawing/2014/main" id="{2488ADA8-DD99-15FC-6F0D-13F78C627592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04">
            <a:extLst>
              <a:ext uri="{FF2B5EF4-FFF2-40B4-BE49-F238E27FC236}">
                <a16:creationId xmlns:a16="http://schemas.microsoft.com/office/drawing/2014/main" id="{24BBB738-444B-38AC-22A3-845D64FD99B0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uble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05">
            <a:extLst>
              <a:ext uri="{FF2B5EF4-FFF2-40B4-BE49-F238E27FC236}">
                <a16:creationId xmlns:a16="http://schemas.microsoft.com/office/drawing/2014/main" id="{11912639-AA9D-D1C3-95AC-2FAC7D78B125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6">
            <a:extLst>
              <a:ext uri="{FF2B5EF4-FFF2-40B4-BE49-F238E27FC236}">
                <a16:creationId xmlns:a16="http://schemas.microsoft.com/office/drawing/2014/main" id="{60A0017A-1937-2255-7966-46E702E2846C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07">
            <a:extLst>
              <a:ext uri="{FF2B5EF4-FFF2-40B4-BE49-F238E27FC236}">
                <a16:creationId xmlns:a16="http://schemas.microsoft.com/office/drawing/2014/main" id="{EDD23D32-7540-6482-9EAF-B77B3E303BCB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08">
            <a:extLst>
              <a:ext uri="{FF2B5EF4-FFF2-40B4-BE49-F238E27FC236}">
                <a16:creationId xmlns:a16="http://schemas.microsoft.com/office/drawing/2014/main" id="{33C2C458-C2AA-BA12-7D4C-3C54493152FD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09">
            <a:extLst>
              <a:ext uri="{FF2B5EF4-FFF2-40B4-BE49-F238E27FC236}">
                <a16:creationId xmlns:a16="http://schemas.microsoft.com/office/drawing/2014/main" id="{51DAC559-CC40-F463-8F8C-76EC3144423E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10">
            <a:extLst>
              <a:ext uri="{FF2B5EF4-FFF2-40B4-BE49-F238E27FC236}">
                <a16:creationId xmlns:a16="http://schemas.microsoft.com/office/drawing/2014/main" id="{90479C51-EA78-4301-B6FC-9854214B34D5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11">
            <a:extLst>
              <a:ext uri="{FF2B5EF4-FFF2-40B4-BE49-F238E27FC236}">
                <a16:creationId xmlns:a16="http://schemas.microsoft.com/office/drawing/2014/main" id="{FE81AB21-E1F6-E57A-2BB6-CC99521362A5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12">
            <a:extLst>
              <a:ext uri="{FF2B5EF4-FFF2-40B4-BE49-F238E27FC236}">
                <a16:creationId xmlns:a16="http://schemas.microsoft.com/office/drawing/2014/main" id="{F7D90733-D436-464B-C34E-043825EFADDF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13">
            <a:extLst>
              <a:ext uri="{FF2B5EF4-FFF2-40B4-BE49-F238E27FC236}">
                <a16:creationId xmlns:a16="http://schemas.microsoft.com/office/drawing/2014/main" id="{477B6B5F-EFD0-051F-A413-BE23853B1D20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14">
            <a:extLst>
              <a:ext uri="{FF2B5EF4-FFF2-40B4-BE49-F238E27FC236}">
                <a16:creationId xmlns:a16="http://schemas.microsoft.com/office/drawing/2014/main" id="{CCD54E9B-75A8-99CA-7B99-7EA1BFD9D18E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15">
            <a:extLst>
              <a:ext uri="{FF2B5EF4-FFF2-40B4-BE49-F238E27FC236}">
                <a16:creationId xmlns:a16="http://schemas.microsoft.com/office/drawing/2014/main" id="{9E482AD7-0B02-715F-B07C-635FBE8C0FAF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accent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16">
            <a:extLst>
              <a:ext uri="{FF2B5EF4-FFF2-40B4-BE49-F238E27FC236}">
                <a16:creationId xmlns:a16="http://schemas.microsoft.com/office/drawing/2014/main" id="{85F8BCBB-B0B5-9DA2-2F84-CAFBC8F4E759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accent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17">
            <a:extLst>
              <a:ext uri="{FF2B5EF4-FFF2-40B4-BE49-F238E27FC236}">
                <a16:creationId xmlns:a16="http://schemas.microsoft.com/office/drawing/2014/main" id="{22AEB4BF-2C74-5393-B5AB-69EB6BE368D5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18">
            <a:extLst>
              <a:ext uri="{FF2B5EF4-FFF2-40B4-BE49-F238E27FC236}">
                <a16:creationId xmlns:a16="http://schemas.microsoft.com/office/drawing/2014/main" id="{87D3D2A2-AACF-F3D0-EE24-F1B896D9F378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19">
            <a:extLst>
              <a:ext uri="{FF2B5EF4-FFF2-40B4-BE49-F238E27FC236}">
                <a16:creationId xmlns:a16="http://schemas.microsoft.com/office/drawing/2014/main" id="{5E82BC34-0369-0599-CF04-17F937EA2D8D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20">
            <a:extLst>
              <a:ext uri="{FF2B5EF4-FFF2-40B4-BE49-F238E27FC236}">
                <a16:creationId xmlns:a16="http://schemas.microsoft.com/office/drawing/2014/main" id="{5CB0ADFE-86F5-8614-DAC5-B15D411D3B3E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2928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21">
            <a:extLst>
              <a:ext uri="{FF2B5EF4-FFF2-40B4-BE49-F238E27FC236}">
                <a16:creationId xmlns:a16="http://schemas.microsoft.com/office/drawing/2014/main" id="{D0C42839-C3D4-104A-EF2D-CD6AF6962E76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22">
            <a:extLst>
              <a:ext uri="{FF2B5EF4-FFF2-40B4-BE49-F238E27FC236}">
                <a16:creationId xmlns:a16="http://schemas.microsoft.com/office/drawing/2014/main" id="{9C3FD070-6E8A-5825-4050-1C40280977CE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accent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23">
            <a:extLst>
              <a:ext uri="{FF2B5EF4-FFF2-40B4-BE49-F238E27FC236}">
                <a16:creationId xmlns:a16="http://schemas.microsoft.com/office/drawing/2014/main" id="{31B2EE46-E444-8B29-EC6A-D0598C20FBAB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accent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24">
            <a:extLst>
              <a:ext uri="{FF2B5EF4-FFF2-40B4-BE49-F238E27FC236}">
                <a16:creationId xmlns:a16="http://schemas.microsoft.com/office/drawing/2014/main" id="{D248D615-ACDE-AC2C-71AC-A8BE8590E02E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accent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25">
            <a:extLst>
              <a:ext uri="{FF2B5EF4-FFF2-40B4-BE49-F238E27FC236}">
                <a16:creationId xmlns:a16="http://schemas.microsoft.com/office/drawing/2014/main" id="{C094F790-D307-FDC0-C08A-43C6FF2BEF6B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actionButtonBlan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26">
            <a:extLst>
              <a:ext uri="{FF2B5EF4-FFF2-40B4-BE49-F238E27FC236}">
                <a16:creationId xmlns:a16="http://schemas.microsoft.com/office/drawing/2014/main" id="{706B23E4-03C1-A919-67ED-CFBAE9FE929D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27">
            <a:extLst>
              <a:ext uri="{FF2B5EF4-FFF2-40B4-BE49-F238E27FC236}">
                <a16:creationId xmlns:a16="http://schemas.microsoft.com/office/drawing/2014/main" id="{AABCCFA9-1F6A-234F-A21B-2BC94194B736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28">
            <a:extLst>
              <a:ext uri="{FF2B5EF4-FFF2-40B4-BE49-F238E27FC236}">
                <a16:creationId xmlns:a16="http://schemas.microsoft.com/office/drawing/2014/main" id="{B90C99B3-CB6C-A854-B059-8B1949F91795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actionButtonInform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29">
            <a:extLst>
              <a:ext uri="{FF2B5EF4-FFF2-40B4-BE49-F238E27FC236}">
                <a16:creationId xmlns:a16="http://schemas.microsoft.com/office/drawing/2014/main" id="{AC616121-176D-E6E6-548C-BF9BDE346A24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actionButtonBackPrevio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30">
            <a:extLst>
              <a:ext uri="{FF2B5EF4-FFF2-40B4-BE49-F238E27FC236}">
                <a16:creationId xmlns:a16="http://schemas.microsoft.com/office/drawing/2014/main" id="{4DFCF986-63CC-13D9-10EF-EF20A8F25589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31">
            <a:extLst>
              <a:ext uri="{FF2B5EF4-FFF2-40B4-BE49-F238E27FC236}">
                <a16:creationId xmlns:a16="http://schemas.microsoft.com/office/drawing/2014/main" id="{DBB30D68-05C3-9B5D-8481-E721625F1D80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32">
            <a:extLst>
              <a:ext uri="{FF2B5EF4-FFF2-40B4-BE49-F238E27FC236}">
                <a16:creationId xmlns:a16="http://schemas.microsoft.com/office/drawing/2014/main" id="{8ED5B6C8-E252-5A7D-C0EF-AAA5BDBF53E5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actionButtonE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3">
            <a:extLst>
              <a:ext uri="{FF2B5EF4-FFF2-40B4-BE49-F238E27FC236}">
                <a16:creationId xmlns:a16="http://schemas.microsoft.com/office/drawing/2014/main" id="{AEEAD01C-6414-231A-E47C-7AD11DF0C1BF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actionButtonRetur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34">
            <a:extLst>
              <a:ext uri="{FF2B5EF4-FFF2-40B4-BE49-F238E27FC236}">
                <a16:creationId xmlns:a16="http://schemas.microsoft.com/office/drawing/2014/main" id="{AAB11F1A-1ECE-A82D-637D-27BC67C1110D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actionButton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35">
            <a:extLst>
              <a:ext uri="{FF2B5EF4-FFF2-40B4-BE49-F238E27FC236}">
                <a16:creationId xmlns:a16="http://schemas.microsoft.com/office/drawing/2014/main" id="{AFACBDBC-DE61-8051-F5B8-C8D439665E16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actionButtonSou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36">
            <a:extLst>
              <a:ext uri="{FF2B5EF4-FFF2-40B4-BE49-F238E27FC236}">
                <a16:creationId xmlns:a16="http://schemas.microsoft.com/office/drawing/2014/main" id="{9948BBF3-6139-C5A4-3016-2346DB47D184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actionButtonMov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37">
            <a:extLst>
              <a:ext uri="{FF2B5EF4-FFF2-40B4-BE49-F238E27FC236}">
                <a16:creationId xmlns:a16="http://schemas.microsoft.com/office/drawing/2014/main" id="{9E0F0425-0259-98C7-9BDC-FF7F53817586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39">
            <a:extLst>
              <a:ext uri="{FF2B5EF4-FFF2-40B4-BE49-F238E27FC236}">
                <a16:creationId xmlns:a16="http://schemas.microsoft.com/office/drawing/2014/main" id="{4092AFEA-2F37-16B4-D8AE-B1C168E0A990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Off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40">
            <a:extLst>
              <a:ext uri="{FF2B5EF4-FFF2-40B4-BE49-F238E27FC236}">
                <a16:creationId xmlns:a16="http://schemas.microsoft.com/office/drawing/2014/main" id="{343C5D3C-F9B3-FFAF-64A9-6E8FEF5B9618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Right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41">
            <a:extLst>
              <a:ext uri="{FF2B5EF4-FFF2-40B4-BE49-F238E27FC236}">
                <a16:creationId xmlns:a16="http://schemas.microsoft.com/office/drawing/2014/main" id="{98B05640-B623-CB57-6551-3022BA3A01CC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diagStri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142">
            <a:extLst>
              <a:ext uri="{FF2B5EF4-FFF2-40B4-BE49-F238E27FC236}">
                <a16:creationId xmlns:a16="http://schemas.microsoft.com/office/drawing/2014/main" id="{69FC3A30-9EAB-F63C-5CCB-59AC1AA12D46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p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143">
            <a:extLst>
              <a:ext uri="{FF2B5EF4-FFF2-40B4-BE49-F238E27FC236}">
                <a16:creationId xmlns:a16="http://schemas.microsoft.com/office/drawing/2014/main" id="{7A7574B7-2D8A-620B-607D-84487626090B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nonIsosceles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44">
            <a:extLst>
              <a:ext uri="{FF2B5EF4-FFF2-40B4-BE49-F238E27FC236}">
                <a16:creationId xmlns:a16="http://schemas.microsoft.com/office/drawing/2014/main" id="{C1B8D038-40C6-B41D-ECE7-A59E9BF22746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45">
            <a:extLst>
              <a:ext uri="{FF2B5EF4-FFF2-40B4-BE49-F238E27FC236}">
                <a16:creationId xmlns:a16="http://schemas.microsoft.com/office/drawing/2014/main" id="{F53EC40A-F747-093B-D233-7C950834C3C6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hep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8730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46">
            <a:extLst>
              <a:ext uri="{FF2B5EF4-FFF2-40B4-BE49-F238E27FC236}">
                <a16:creationId xmlns:a16="http://schemas.microsoft.com/office/drawing/2014/main" id="{6E040AAC-00C1-B5A8-A5FC-93267B52E725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do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47">
            <a:extLst>
              <a:ext uri="{FF2B5EF4-FFF2-40B4-BE49-F238E27FC236}">
                <a16:creationId xmlns:a16="http://schemas.microsoft.com/office/drawing/2014/main" id="{B4158DCC-AA1C-F7D5-4470-9B728FB1685F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st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48">
            <a:extLst>
              <a:ext uri="{FF2B5EF4-FFF2-40B4-BE49-F238E27FC236}">
                <a16:creationId xmlns:a16="http://schemas.microsoft.com/office/drawing/2014/main" id="{1CFE83CE-72B9-C123-6251-BF41806331A2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star7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49">
            <a:extLst>
              <a:ext uri="{FF2B5EF4-FFF2-40B4-BE49-F238E27FC236}">
                <a16:creationId xmlns:a16="http://schemas.microsoft.com/office/drawing/2014/main" id="{24DBBEA3-FCE0-F247-534C-F97162B234B6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50">
            <a:extLst>
              <a:ext uri="{FF2B5EF4-FFF2-40B4-BE49-F238E27FC236}">
                <a16:creationId xmlns:a16="http://schemas.microsoft.com/office/drawing/2014/main" id="{4964F558-A10E-3DD8-AEFB-9469C42E9FFB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star1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51">
            <a:extLst>
              <a:ext uri="{FF2B5EF4-FFF2-40B4-BE49-F238E27FC236}">
                <a16:creationId xmlns:a16="http://schemas.microsoft.com/office/drawing/2014/main" id="{38C047AC-4AEC-BAA7-B47E-72959C796CB2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ound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52">
            <a:extLst>
              <a:ext uri="{FF2B5EF4-FFF2-40B4-BE49-F238E27FC236}">
                <a16:creationId xmlns:a16="http://schemas.microsoft.com/office/drawing/2014/main" id="{D8FF19A0-B000-C18B-1C14-121DFB82575C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53">
            <a:extLst>
              <a:ext uri="{FF2B5EF4-FFF2-40B4-BE49-F238E27FC236}">
                <a16:creationId xmlns:a16="http://schemas.microsoft.com/office/drawing/2014/main" id="{8904D015-D3F8-0C15-A51F-76689FB7F9F2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54">
            <a:extLst>
              <a:ext uri="{FF2B5EF4-FFF2-40B4-BE49-F238E27FC236}">
                <a16:creationId xmlns:a16="http://schemas.microsoft.com/office/drawing/2014/main" id="{681B9DB9-B3BC-6BBE-3810-A6DBB4F512AA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nip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55">
            <a:extLst>
              <a:ext uri="{FF2B5EF4-FFF2-40B4-BE49-F238E27FC236}">
                <a16:creationId xmlns:a16="http://schemas.microsoft.com/office/drawing/2014/main" id="{56AF7E07-6C41-6789-88AC-84438A3BC315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snip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56">
            <a:extLst>
              <a:ext uri="{FF2B5EF4-FFF2-40B4-BE49-F238E27FC236}">
                <a16:creationId xmlns:a16="http://schemas.microsoft.com/office/drawing/2014/main" id="{BC535C7C-D9DF-0990-3622-F83CAB9B687C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snip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57">
            <a:extLst>
              <a:ext uri="{FF2B5EF4-FFF2-40B4-BE49-F238E27FC236}">
                <a16:creationId xmlns:a16="http://schemas.microsoft.com/office/drawing/2014/main" id="{0F2FEAC4-28C1-BF77-F608-4027830E05FB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58">
            <a:extLst>
              <a:ext uri="{FF2B5EF4-FFF2-40B4-BE49-F238E27FC236}">
                <a16:creationId xmlns:a16="http://schemas.microsoft.com/office/drawing/2014/main" id="{0ADFA7A7-E81B-185E-E2EA-F6F2AAAFCB90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5" name="AutoShape 159">
            <a:extLst>
              <a:ext uri="{FF2B5EF4-FFF2-40B4-BE49-F238E27FC236}">
                <a16:creationId xmlns:a16="http://schemas.microsoft.com/office/drawing/2014/main" id="{2333B376-EEF7-47D6-A7C4-88AAF24A2A7B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half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6" name="AutoShape 160">
            <a:extLst>
              <a:ext uri="{FF2B5EF4-FFF2-40B4-BE49-F238E27FC236}">
                <a16:creationId xmlns:a16="http://schemas.microsoft.com/office/drawing/2014/main" id="{7C1150BD-B289-15B4-D6B4-70DA691F4B1B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teardro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1">
            <a:extLst>
              <a:ext uri="{FF2B5EF4-FFF2-40B4-BE49-F238E27FC236}">
                <a16:creationId xmlns:a16="http://schemas.microsoft.com/office/drawing/2014/main" id="{77AC5A10-BE6F-5E08-0DD4-5E994E1EB8D4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cho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62">
            <a:extLst>
              <a:ext uri="{FF2B5EF4-FFF2-40B4-BE49-F238E27FC236}">
                <a16:creationId xmlns:a16="http://schemas.microsoft.com/office/drawing/2014/main" id="{F5784F2E-E9CF-243C-9B5C-AB753B5DC122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63">
            <a:extLst>
              <a:ext uri="{FF2B5EF4-FFF2-40B4-BE49-F238E27FC236}">
                <a16:creationId xmlns:a16="http://schemas.microsoft.com/office/drawing/2014/main" id="{A16B63C0-FEFA-39EB-E8ED-555A6BD76949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64">
            <a:extLst>
              <a:ext uri="{FF2B5EF4-FFF2-40B4-BE49-F238E27FC236}">
                <a16:creationId xmlns:a16="http://schemas.microsoft.com/office/drawing/2014/main" id="{83CAAC80-077C-12DD-81C9-8004910E23FC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65">
            <a:extLst>
              <a:ext uri="{FF2B5EF4-FFF2-40B4-BE49-F238E27FC236}">
                <a16:creationId xmlns:a16="http://schemas.microsoft.com/office/drawing/2014/main" id="{04F87306-73F3-89D3-A02F-20E9948D13D7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66">
            <a:extLst>
              <a:ext uri="{FF2B5EF4-FFF2-40B4-BE49-F238E27FC236}">
                <a16:creationId xmlns:a16="http://schemas.microsoft.com/office/drawing/2014/main" id="{1750F7F6-AFAF-47B1-2CB5-2FA0A4B8E07E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67">
            <a:extLst>
              <a:ext uri="{FF2B5EF4-FFF2-40B4-BE49-F238E27FC236}">
                <a16:creationId xmlns:a16="http://schemas.microsoft.com/office/drawing/2014/main" id="{6A6A199C-2837-12F9-2E4A-FF62C408F4CA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168">
            <a:extLst>
              <a:ext uri="{FF2B5EF4-FFF2-40B4-BE49-F238E27FC236}">
                <a16:creationId xmlns:a16="http://schemas.microsoft.com/office/drawing/2014/main" id="{1844D7EC-7EE5-2138-D6A5-C6AF5B688E4D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169">
            <a:extLst>
              <a:ext uri="{FF2B5EF4-FFF2-40B4-BE49-F238E27FC236}">
                <a16:creationId xmlns:a16="http://schemas.microsoft.com/office/drawing/2014/main" id="{216FA9A5-E2CA-96E4-9B99-EBBAA5D830DE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orner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219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70">
            <a:extLst>
              <a:ext uri="{FF2B5EF4-FFF2-40B4-BE49-F238E27FC236}">
                <a16:creationId xmlns:a16="http://schemas.microsoft.com/office/drawing/2014/main" id="{62E119D6-C2D4-4DAF-99B8-EA844411A5FB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quar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" name="AutoShape 171">
            <a:extLst>
              <a:ext uri="{FF2B5EF4-FFF2-40B4-BE49-F238E27FC236}">
                <a16:creationId xmlns:a16="http://schemas.microsoft.com/office/drawing/2014/main" id="{05420347-B6D7-434D-A253-7D3EA8B84E5A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laqu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4" name="AutoShape 172">
            <a:extLst>
              <a:ext uri="{FF2B5EF4-FFF2-40B4-BE49-F238E27FC236}">
                <a16:creationId xmlns:a16="http://schemas.microsoft.com/office/drawing/2014/main" id="{0EB77CA0-F408-6019-85EB-265A8344831E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ge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73">
            <a:extLst>
              <a:ext uri="{FF2B5EF4-FFF2-40B4-BE49-F238E27FC236}">
                <a16:creationId xmlns:a16="http://schemas.microsoft.com/office/drawing/2014/main" id="{BDB78637-585B-D7BC-3774-C25CA2AB6A70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gear9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74">
            <a:extLst>
              <a:ext uri="{FF2B5EF4-FFF2-40B4-BE49-F238E27FC236}">
                <a16:creationId xmlns:a16="http://schemas.microsoft.com/office/drawing/2014/main" id="{58DCCA25-694B-3436-F15F-043F46F79054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unn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75">
            <a:extLst>
              <a:ext uri="{FF2B5EF4-FFF2-40B4-BE49-F238E27FC236}">
                <a16:creationId xmlns:a16="http://schemas.microsoft.com/office/drawing/2014/main" id="{F482423B-4C2D-C4F0-62C2-19074C67C39F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pieWed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76">
            <a:extLst>
              <a:ext uri="{FF2B5EF4-FFF2-40B4-BE49-F238E27FC236}">
                <a16:creationId xmlns:a16="http://schemas.microsoft.com/office/drawing/2014/main" id="{95EBD7E0-37E9-6970-C36B-5C302396592C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177">
            <a:extLst>
              <a:ext uri="{FF2B5EF4-FFF2-40B4-BE49-F238E27FC236}">
                <a16:creationId xmlns:a16="http://schemas.microsoft.com/office/drawing/2014/main" id="{92B42260-7096-D86B-EC6B-FA856E79084E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leftRigh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0" name="AutoShape 178">
            <a:extLst>
              <a:ext uri="{FF2B5EF4-FFF2-40B4-BE49-F238E27FC236}">
                <a16:creationId xmlns:a16="http://schemas.microsoft.com/office/drawing/2014/main" id="{A163172B-9DCC-D96F-273A-DE7B7A32469D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woosh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AutoShape 179">
            <a:extLst>
              <a:ext uri="{FF2B5EF4-FFF2-40B4-BE49-F238E27FC236}">
                <a16:creationId xmlns:a16="http://schemas.microsoft.com/office/drawing/2014/main" id="{452852C6-D908-B8A8-678C-F46205894527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80">
            <a:extLst>
              <a:ext uri="{FF2B5EF4-FFF2-40B4-BE49-F238E27FC236}">
                <a16:creationId xmlns:a16="http://schemas.microsoft.com/office/drawing/2014/main" id="{FEBDB4C3-DB0F-C46A-B931-6A310C57C987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chartX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81">
            <a:extLst>
              <a:ext uri="{FF2B5EF4-FFF2-40B4-BE49-F238E27FC236}">
                <a16:creationId xmlns:a16="http://schemas.microsoft.com/office/drawing/2014/main" id="{152DD3DE-47C2-707B-5FD0-DA6780E226E8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hartSta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82">
            <a:extLst>
              <a:ext uri="{FF2B5EF4-FFF2-40B4-BE49-F238E27FC236}">
                <a16:creationId xmlns:a16="http://schemas.microsoft.com/office/drawing/2014/main" id="{AC406217-4EF5-8FF8-0089-552DDD4655D7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hart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83">
            <a:extLst>
              <a:ext uri="{FF2B5EF4-FFF2-40B4-BE49-F238E27FC236}">
                <a16:creationId xmlns:a16="http://schemas.microsoft.com/office/drawing/2014/main" id="{892077E4-E95D-B0B3-766E-4025950756BC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lineInv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2026-10-08T08:23:52Z</dcterms:created>
  <dcterms:modified xsi:type="dcterms:W3CDTF">2026-10-08T08:23:52Z</dcterms:modified>
</cp:coreProperties>
</file>