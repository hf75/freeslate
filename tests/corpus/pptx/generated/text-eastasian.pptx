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93043-D799-5D31-BE26-D5EC5BC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379083-E454-0216-6AE1-CC57E8BEA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EDA0C4-D882-9B02-CC0B-24ED8866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7C5E1B-F82F-A0EA-1BE4-6E9C46D8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F1AD90-DA35-2346-15F3-4534906C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175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1AF25B-1F74-F941-AB44-38096170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8706-A5CD-A716-0F8C-E891B816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E572F-5340-638C-9731-30246BDE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69C7-E827-2EF0-8755-6B857988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199EED-0B4C-F66E-D34C-B00B139E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9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925CA-2196-0B52-4D71-EB3E7152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357243-F3E9-9757-6597-A70C87D5D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A15C8-F219-7059-1DAF-480DAFC8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68FA1D-A8D6-E3A0-FBFD-73926B6B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9D7CE5-C328-6872-393B-D7A339E4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644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15C6D-5D8C-3D88-5B1B-82AB7161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99E825-8B4F-FCA2-E51C-926450E11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55CAB7-2A6F-9599-A83D-5FC728294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82D1C2-F5DE-0B80-EBFD-54238E2B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CF90BB-AC6A-6A04-06A8-6E952D30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A16BCC-2745-6327-F363-18EABC0A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1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62D75-1D31-AB16-9845-315AD762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C16356-A4E9-D2A6-DDB4-4D2CDABBB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E04D8A-70C3-D6A8-514E-5AC6E2524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A93197-FE6B-71E7-7FBB-0EA685573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0F46BD1-F43C-D832-0838-89039A2B8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4CCCA9B-85F5-F428-D004-79F627E1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414189C-BACE-EE55-2141-4F4B957A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51C981-8A35-FF39-3396-0D76403A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0413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15BAD-342C-F80B-4EF0-CBD89EFF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3CD165-8803-3956-9BDA-716CA3DD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03F46C-15C9-3B3E-4D9C-D0C34C73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C28AAF-C819-D6D4-3792-C77091F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63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7814BC-DB46-2901-FDA1-3734B857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DB8B36E-E077-D870-D71D-C507C9F4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893809-D583-BC86-64F8-E54DEBA3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01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C9EB6-C9BB-0481-05C3-5084B56E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0914BB-1853-C882-D2E6-63EEEBFA3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6F17BC-E310-B1D3-9ADD-BB1D2DA00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090121-6696-1367-166A-795D93864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A603A6-23D9-F41F-A93A-782C5C73F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E53BFA-BFEF-9951-733D-1A04F9AE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464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11746-BD22-1237-9807-333E62D8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BC2A828-B1D5-F524-D836-693A0CAA84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87976F-13BE-5AC3-8AF9-146D8FDB1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4E8DD9-E1FB-F2E2-95E5-C6BD5657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5600EF-4BE8-CD28-EE92-A5DE7A1F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1BDB13-613C-78C4-E2AF-F1B7C2A3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69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C826D-DFFF-CCBB-F023-A5CAE5A2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52AAE2-864D-8EF9-B894-E2C6E16F6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58E1F-F988-F826-644A-A46D0C96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16A855-FFBB-1E01-B3BB-922CE6FD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D63AFA-FB97-51AD-CE90-B70DC5CE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144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6A610F-4E72-34AB-B30F-7379ECC5F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B7357D-CAB1-0792-1F9A-A8C76235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A70A70-80EB-B900-424C-3FEE1B07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A36A92-3202-ED53-D2F5-2160CE97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B04C4F-9750-D432-67F6-CDBAAB73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06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C58F636-750B-0D9F-0995-869208BC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4B018D-3974-BB47-6F49-D1EF08383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6C0CCD-6490-8DDF-8061-91FE8BC0D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C1550-6173-4F1B-B7A8-18B2615D794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C69CE6-44EE-E821-4257-238238158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79C73B-227D-DAFF-0685-FA310C970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8F55A-842C-4032-9F36-512C3E23EB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17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-default">
            <a:extLst>
              <a:ext uri="{FF2B5EF4-FFF2-40B4-BE49-F238E27FC236}">
                <a16:creationId xmlns:a16="http://schemas.microsoft.com/office/drawing/2014/main" id="{6A15B5B4-7194-C0C9-5DD8-4B1119030CF7}"/>
              </a:ext>
            </a:extLst>
          </p:cNvPr>
          <p:cNvSpPr txBox="1"/>
          <p:nvPr/>
        </p:nvSpPr>
        <p:spPr>
          <a:xfrm>
            <a:off x="381000" y="254000"/>
            <a:ext cx="3175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r>
              <a:rPr lang="ja-JP" altLang="de-DE" dirty="0"/>
              <a:t>これは長い日本語の文章です、句読点の扱いを確認します。改行の位置が正しいかどう</a:t>
            </a:r>
            <a:r>
              <a:rPr lang="ja-JP" altLang="de-DE"/>
              <a:t>か。</a:t>
            </a:r>
            <a:endParaRPr lang="ja-JP" altLang="de-DE" dirty="0"/>
          </a:p>
        </p:txBody>
      </p:sp>
      <p:sp>
        <p:nvSpPr>
          <p:cNvPr id="3" name="ea-nohang">
            <a:extLst>
              <a:ext uri="{FF2B5EF4-FFF2-40B4-BE49-F238E27FC236}">
                <a16:creationId xmlns:a16="http://schemas.microsoft.com/office/drawing/2014/main" id="{57117808-E117-6672-4720-710AABEFBFBC}"/>
              </a:ext>
            </a:extLst>
          </p:cNvPr>
          <p:cNvSpPr txBox="1"/>
          <p:nvPr/>
        </p:nvSpPr>
        <p:spPr>
          <a:xfrm>
            <a:off x="6350000" y="254000"/>
            <a:ext cx="3175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hangingPunct="0"/>
            <a:r>
              <a:rPr lang="ja-JP" altLang="de-DE" dirty="0"/>
              <a:t>これは長い日本語の文章です、句読点の扱いを確認します。改行の位置が正しいかどう</a:t>
            </a:r>
            <a:r>
              <a:rPr lang="ja-JP" altLang="de-DE"/>
              <a:t>か。</a:t>
            </a:r>
            <a:endParaRPr lang="ja-JP" altLang="de-DE" dirty="0"/>
          </a:p>
        </p:txBody>
      </p:sp>
      <p:sp>
        <p:nvSpPr>
          <p:cNvPr id="4" name="ea-nokinsoku">
            <a:extLst>
              <a:ext uri="{FF2B5EF4-FFF2-40B4-BE49-F238E27FC236}">
                <a16:creationId xmlns:a16="http://schemas.microsoft.com/office/drawing/2014/main" id="{60B4495B-4A96-F050-7280-7BFE72A18CC4}"/>
              </a:ext>
            </a:extLst>
          </p:cNvPr>
          <p:cNvSpPr txBox="1"/>
          <p:nvPr/>
        </p:nvSpPr>
        <p:spPr>
          <a:xfrm>
            <a:off x="381000" y="2413000"/>
            <a:ext cx="3175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eaLnBrk="0"/>
            <a:r>
              <a:rPr lang="ja-JP" altLang="de-DE" dirty="0"/>
              <a:t>これは長い日本語の文章です、句読点の扱いを確認します。改行の位置が正しいかどう</a:t>
            </a:r>
            <a:r>
              <a:rPr lang="ja-JP" altLang="de-DE"/>
              <a:t>か。</a:t>
            </a:r>
            <a:endParaRPr lang="ja-JP" altLang="de-DE" dirty="0"/>
          </a:p>
        </p:txBody>
      </p:sp>
      <p:sp>
        <p:nvSpPr>
          <p:cNvPr id="5" name="ea-nokinsoku-nohang">
            <a:extLst>
              <a:ext uri="{FF2B5EF4-FFF2-40B4-BE49-F238E27FC236}">
                <a16:creationId xmlns:a16="http://schemas.microsoft.com/office/drawing/2014/main" id="{166D58DB-D6BE-1516-F13E-3D9D26FDB497}"/>
              </a:ext>
            </a:extLst>
          </p:cNvPr>
          <p:cNvSpPr txBox="1"/>
          <p:nvPr/>
        </p:nvSpPr>
        <p:spPr>
          <a:xfrm>
            <a:off x="6350000" y="2413000"/>
            <a:ext cx="3175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eaLnBrk="0" hangingPunct="0"/>
            <a:r>
              <a:rPr lang="ja-JP" altLang="de-DE" dirty="0"/>
              <a:t>これは長い日本語の文章です、句読点の扱いを確認します。改行の位置が正しいかどう</a:t>
            </a:r>
            <a:r>
              <a:rPr lang="ja-JP" altLang="de-DE"/>
              <a:t>か。</a:t>
            </a:r>
            <a:endParaRPr lang="ja-JP" altLang="de-DE" dirty="0"/>
          </a:p>
        </p:txBody>
      </p:sp>
      <p:sp>
        <p:nvSpPr>
          <p:cNvPr id="6" name="ea-latin">
            <a:extLst>
              <a:ext uri="{FF2B5EF4-FFF2-40B4-BE49-F238E27FC236}">
                <a16:creationId xmlns:a16="http://schemas.microsoft.com/office/drawing/2014/main" id="{D68C9CF7-E0CE-F870-D26F-CC9AE188F4FC}"/>
              </a:ext>
            </a:extLst>
          </p:cNvPr>
          <p:cNvSpPr txBox="1"/>
          <p:nvPr/>
        </p:nvSpPr>
        <p:spPr>
          <a:xfrm>
            <a:off x="381000" y="4572000"/>
            <a:ext cx="3810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r>
              <a:rPr lang="ja-JP" altLang="de-DE" dirty="0"/>
              <a:t>これは長い日本語の文章です、句読点の扱いを確認します。改行の位置が正しいかどうか</a:t>
            </a:r>
            <a:r>
              <a:rPr lang="ja-JP" altLang="de-DE"/>
              <a:t>。 </a:t>
            </a:r>
            <a:r>
              <a:rPr lang="de-DE" altLang="ja-JP"/>
              <a:t>Internationalization</a:t>
            </a:r>
            <a:r>
              <a:rPr lang="ja-JP" altLang="de-DE"/>
              <a:t> </a:t>
            </a:r>
            <a:r>
              <a:rPr lang="de-DE" altLang="ja-JP"/>
              <a:t>PowerPoint </a:t>
            </a:r>
            <a:r>
              <a:rPr lang="ja-JP" altLang="de-DE"/>
              <a:t>こ</a:t>
            </a:r>
            <a:r>
              <a:rPr lang="ja-JP" altLang="de-DE" dirty="0"/>
              <a:t>れは長い日本語の文章です、句読点の扱いを確認します。改行の位置が正しいかどう</a:t>
            </a:r>
            <a:r>
              <a:rPr lang="ja-JP" altLang="de-DE"/>
              <a:t>か。</a:t>
            </a:r>
            <a:endParaRPr lang="ja-JP" altLang="de-DE" dirty="0"/>
          </a:p>
        </p:txBody>
      </p:sp>
      <p:sp>
        <p:nvSpPr>
          <p:cNvPr id="7" name="ea-latinbreak">
            <a:extLst>
              <a:ext uri="{FF2B5EF4-FFF2-40B4-BE49-F238E27FC236}">
                <a16:creationId xmlns:a16="http://schemas.microsoft.com/office/drawing/2014/main" id="{747F5F6B-E6FD-B839-A90C-98F4307CC890}"/>
              </a:ext>
            </a:extLst>
          </p:cNvPr>
          <p:cNvSpPr txBox="1"/>
          <p:nvPr/>
        </p:nvSpPr>
        <p:spPr>
          <a:xfrm>
            <a:off x="6350000" y="4572000"/>
            <a:ext cx="3810000" cy="369332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ja-JP" altLang="de-DE" dirty="0"/>
              <a:t>これは長い日本語の文章です、句読点の扱いを確認します。改行の位置が正しいかどうか</a:t>
            </a:r>
            <a:r>
              <a:rPr lang="ja-JP" altLang="de-DE"/>
              <a:t>。 </a:t>
            </a:r>
            <a:r>
              <a:rPr lang="de-DE" altLang="ja-JP"/>
              <a:t>Internationalization</a:t>
            </a:r>
            <a:r>
              <a:rPr lang="ja-JP" altLang="de-DE"/>
              <a:t> </a:t>
            </a:r>
            <a:r>
              <a:rPr lang="de-DE" altLang="ja-JP"/>
              <a:t>PowerPoint </a:t>
            </a:r>
            <a:r>
              <a:rPr lang="ja-JP" altLang="de-DE"/>
              <a:t>こ</a:t>
            </a:r>
            <a:r>
              <a:rPr lang="ja-JP" altLang="de-DE" dirty="0"/>
              <a:t>れは長い日本語の文章です、句読点の扱いを確認します。改行の位置が正しいかどう</a:t>
            </a:r>
            <a:r>
              <a:rPr lang="ja-JP" altLang="de-DE"/>
              <a:t>か。</a:t>
            </a:r>
            <a:endParaRPr lang="ja-JP" altLang="de-DE" dirty="0"/>
          </a:p>
        </p:txBody>
      </p:sp>
    </p:spTree>
    <p:extLst>
      <p:ext uri="{BB962C8B-B14F-4D97-AF65-F5344CB8AC3E}">
        <p14:creationId xmlns:p14="http://schemas.microsoft.com/office/powerpoint/2010/main" val="105083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Benutzerdefiniert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2026-10-08T17:35:32Z</dcterms:created>
  <dcterms:modified xsi:type="dcterms:W3CDTF">2026-10-08T17:35:32Z</dcterms:modified>
</cp:coreProperties>
</file>