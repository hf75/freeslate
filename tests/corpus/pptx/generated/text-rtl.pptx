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E721DC-EF19-A7D9-E8E5-5DB0DFE40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3CE54C8-901C-2C74-7E3E-EE3CFDC18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4A7249-7E6C-A84F-BDAA-70CBEB18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269269-CC29-71B7-5A44-1373AC1F4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F5C2CD-A60F-B281-091B-96FAF2B9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2976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870EC-9715-17F2-E8B5-B4E18533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814F3B-4384-22F1-D39B-B8D4A3487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3CE9A2-8B97-300D-AE2A-CDD676E5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5E6972-D65F-0DA9-A733-10783228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BEFCE2-775A-8BAC-6402-299E429D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518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547251-992A-F65A-EB1A-32B6DFECE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39218D-4B8E-FB04-416B-25109DF43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D3DDAE-6738-AEEF-96FF-C6A62F812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DC3E63-BEF3-709D-DD43-0BF75A89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7EC1BF-A1ED-235B-2DB1-D3F9481D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8426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30D2A4-6E5A-7628-5A0C-BB2CB9EC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A8590D-9F7E-EC5A-59B9-1D77019B0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77AE06-F442-2B38-279C-8F2A67B93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93D0B5-6082-4E76-7D10-A0640737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C4B95F-F15A-C107-6EE0-2216669E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004708-AB8E-1258-BF36-365376214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5825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8F2A36-95A4-DD9E-BD06-843B5583B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6E5C66-E2E5-3810-3CE7-A06A8871F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97DBEE-84F6-E55A-466E-4ED41CCB8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022F6FA-0FE0-DDCA-B9E9-F95884FBB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C69BCB-0941-E4F0-D974-51AADAAFE1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7792643-49A5-3723-9E1E-A1EBFABB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FC01A93-0007-BA0A-8BE0-12393774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16BA73B-71F3-4F49-F60D-AF0B3419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90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164B9-D6E6-9A77-BA42-9FFF2F88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2BB5DB-922A-34D4-8235-82AA4B44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14860D-7995-9E58-0430-0BE9DC977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B713FE-393C-DA8C-BD95-1B81CE6E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804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3E95AFE-5137-9FD7-F0FD-FF6CDC3D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927083-0442-78F6-9F9F-7C228575A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6193D-8CEA-4C51-7D17-7DE86E89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934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5E703-7D23-EC0A-5B03-6E6993F5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B73C74-9D65-ED04-6819-AE506A9CA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CF372E-C2AE-408F-0C39-AD1E34A75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7A412D-27AF-272C-0A6B-5D48608D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AEE6F0-9FA8-1B7F-BFFE-9CDF90A1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A045C8-2D70-AD84-F85B-1CF1C499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2286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0F141B-9CF3-4F73-196C-95F09C82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828B241-A814-74FB-F919-FA90EFD718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A8851D-674B-681F-5A65-BDB3E9C5D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42E19E-7CC1-588E-BA70-CF0FD9A34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902D79-F7F6-477E-9F79-12498B75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377CDF-7284-6872-906A-8BCE2B5F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781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D7D30-92BE-7C01-79AC-01B68410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455FB4-3748-ABFA-E638-CBF8F5845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7069E0-9AD6-B519-C309-1ABAC847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75F0B4-A506-AC3B-261B-8D0F4EE9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A6C76D-4F5A-B2D2-A4B3-AA2D51A3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673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8AB40FE-F862-1AFB-7D87-45408E8D2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9D65BE-AAD9-AE90-8BFC-AF4B891CA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1B4D55-0B6A-07DE-1FB1-6AFD7D44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26144E-F73D-A92B-75B7-D600A45D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40F584-2B43-79D3-E3A5-9E1A7FB0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85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6B7014-13FB-4B07-71FC-F2BAD3E2F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5F703D-68EE-5581-096D-CACDC8FA8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FF4081-0C69-7646-6976-7796FE9CA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5B85B-DFD1-422F-98B4-609DB3D6E61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7FE509-1E43-7F88-5184-D6D7727BF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CCDECF-632B-B209-C201-E07D531AC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CF170-BDD6-4F3C-9D30-D8D6934FFB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9101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ED2B59D-1B8E-F7E9-ECBE-7A2E43CAE830}"/>
              </a:ext>
            </a:extLst>
          </p:cNvPr>
          <p:cNvSpPr txBox="1"/>
          <p:nvPr/>
        </p:nvSpPr>
        <p:spPr>
          <a:xfrm>
            <a:off x="381000" y="254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algn="r" rtl="1"/>
            <a:r>
              <a:rPr lang="ar-AE" sz="2000"/>
              <a:t>مرحبا بالعالم</a:t>
            </a:r>
            <a:endParaRPr lang="de-DE" sz="20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39D1AF2-E8CC-7C97-AC8D-DD74F0E4E9D8}"/>
              </a:ext>
            </a:extLst>
          </p:cNvPr>
          <p:cNvSpPr txBox="1"/>
          <p:nvPr/>
        </p:nvSpPr>
        <p:spPr>
          <a:xfrm>
            <a:off x="6350000" y="254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algn="r" rtl="1"/>
            <a:r>
              <a:rPr lang="ar-AE" sz="2000"/>
              <a:t>مرحبا بالعالم 2024 </a:t>
            </a:r>
            <a:r>
              <a:rPr lang="de-DE" sz="2000"/>
              <a:t>PowerPoint </a:t>
            </a:r>
            <a:r>
              <a:rPr lang="ar-AE" sz="2000"/>
              <a:t>مرحبا بالعالم</a:t>
            </a:r>
            <a:endParaRPr lang="de-DE" sz="20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D1C42B9-B571-40CD-7102-421BE5C85748}"/>
              </a:ext>
            </a:extLst>
          </p:cNvPr>
          <p:cNvSpPr txBox="1"/>
          <p:nvPr/>
        </p:nvSpPr>
        <p:spPr>
          <a:xfrm>
            <a:off x="381000" y="1905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000"/>
              <a:t>Hello </a:t>
            </a:r>
            <a:r>
              <a:rPr lang="ar-AE" sz="2000"/>
              <a:t>مرحبا بالعالم </a:t>
            </a:r>
            <a:r>
              <a:rPr lang="de-DE" sz="2000"/>
              <a:t>world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273455A-9CCE-33CD-6C9C-5967606EE883}"/>
              </a:ext>
            </a:extLst>
          </p:cNvPr>
          <p:cNvSpPr txBox="1"/>
          <p:nvPr/>
        </p:nvSpPr>
        <p:spPr>
          <a:xfrm>
            <a:off x="6350000" y="1905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indent="-457200" algn="r" rtl="1">
              <a:buAutoNum type="arabicPeriod"/>
            </a:pPr>
            <a:r>
              <a:rPr lang="he-IL" sz="2000"/>
              <a:t>שלום עולם</a:t>
            </a:r>
          </a:p>
          <a:p>
            <a:pPr indent="-457200" algn="r" rtl="1">
              <a:buAutoNum type="arabicPeriod"/>
            </a:pPr>
            <a:r>
              <a:rPr lang="he-IL" sz="2000"/>
              <a:t>שלום עולם 123</a:t>
            </a:r>
          </a:p>
          <a:p>
            <a:pPr indent="-457200" algn="r" rtl="1">
              <a:buAutoNum type="arabicPeriod"/>
            </a:pPr>
            <a:r>
              <a:rPr lang="he-IL" sz="2000"/>
              <a:t>שלום עולם</a:t>
            </a:r>
            <a:endParaRPr lang="de-DE" sz="200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42E961B-654B-60BB-B3BA-C5268D462569}"/>
              </a:ext>
            </a:extLst>
          </p:cNvPr>
          <p:cNvSpPr txBox="1"/>
          <p:nvPr/>
        </p:nvSpPr>
        <p:spPr>
          <a:xfrm>
            <a:off x="381000" y="3556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rtl="1"/>
            <a:r>
              <a:rPr lang="ar-AE" sz="2000"/>
              <a:t>مرحبا بالعالم</a:t>
            </a:r>
            <a:endParaRPr lang="de-DE" sz="200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18C60F5-4350-44C0-DA00-C310C19DACF3}"/>
              </a:ext>
            </a:extLst>
          </p:cNvPr>
          <p:cNvSpPr txBox="1"/>
          <p:nvPr/>
        </p:nvSpPr>
        <p:spPr>
          <a:xfrm>
            <a:off x="6350000" y="3556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algn="r" rtl="1"/>
            <a:r>
              <a:rPr lang="ar-AE" sz="2000"/>
              <a:t>مرحبا بالعالم مرحبا بالعالم مرحبا بالعالم مرحبا بالعالم مرحبا بالعالم مرحبا بالعالم مرحبا بالعالم مرحبا بالعالم</a:t>
            </a:r>
            <a:endParaRPr lang="de-DE" sz="200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34B9661-F4E1-AB5C-F04D-A1A6A4492B1D}"/>
              </a:ext>
            </a:extLst>
          </p:cNvPr>
          <p:cNvSpPr txBox="1"/>
          <p:nvPr/>
        </p:nvSpPr>
        <p:spPr>
          <a:xfrm>
            <a:off x="381000" y="5207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algn="r" rtl="1"/>
            <a:r>
              <a:rPr lang="he-IL" sz="2000"/>
              <a:t>שלום עולם (</a:t>
            </a:r>
            <a:r>
              <a:rPr lang="de-DE" sz="2000"/>
              <a:t>abc) 12.5%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189C24D-A294-02D4-9EB3-D6331B97EED0}"/>
              </a:ext>
            </a:extLst>
          </p:cNvPr>
          <p:cNvSpPr txBox="1"/>
          <p:nvPr/>
        </p:nvSpPr>
        <p:spPr>
          <a:xfrm>
            <a:off x="6350000" y="5207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algn="r" rtl="1"/>
            <a:r>
              <a:rPr lang="ar-AE" sz="4000"/>
              <a:t>مرحبا بالعالم</a:t>
            </a:r>
            <a:endParaRPr lang="de-DE" sz="4000"/>
          </a:p>
        </p:txBody>
      </p:sp>
    </p:spTree>
    <p:extLst>
      <p:ext uri="{BB962C8B-B14F-4D97-AF65-F5344CB8AC3E}">
        <p14:creationId xmlns:p14="http://schemas.microsoft.com/office/powerpoint/2010/main" val="3958009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29FB034-1FA1-0D2E-7487-059311B9AD63}"/>
              </a:ext>
            </a:extLst>
          </p:cNvPr>
          <p:cNvSpPr txBox="1"/>
          <p:nvPr/>
        </p:nvSpPr>
        <p:spPr>
          <a:xfrm>
            <a:off x="381000" y="254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algn="ctr" rtl="1"/>
            <a:r>
              <a:rPr lang="he-IL" sz="2000"/>
              <a:t>שלום עולם שלום עולם שלום עולם</a:t>
            </a:r>
            <a:endParaRPr lang="de-DE" sz="20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482AD4E-58D7-D72D-5F70-128C229B59B5}"/>
              </a:ext>
            </a:extLst>
          </p:cNvPr>
          <p:cNvSpPr txBox="1"/>
          <p:nvPr/>
        </p:nvSpPr>
        <p:spPr>
          <a:xfrm>
            <a:off x="6350000" y="254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algn="just" rtl="1"/>
            <a:r>
              <a:rPr lang="ar-AE" sz="2000"/>
              <a:t>مرحبا بالعالم مرحبا بالعالم مرحبا بالعالم مرحبا بالعالم مرحبا بالعالم مرحبا بالعالم مرحبا بالعالم مرحبا بالعالم مرحبا بالعالم</a:t>
            </a:r>
            <a:endParaRPr lang="de-DE" sz="20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61134AC-4C6C-DCC6-541B-0CF4FCE3450E}"/>
              </a:ext>
            </a:extLst>
          </p:cNvPr>
          <p:cNvSpPr txBox="1"/>
          <p:nvPr/>
        </p:nvSpPr>
        <p:spPr>
          <a:xfrm>
            <a:off x="381000" y="1905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algn="r" rtl="1"/>
            <a:r>
              <a:rPr lang="he-IL" sz="2400"/>
              <a:t>שלום עולם 100% שלום עולם [1] שלום עולם</a:t>
            </a:r>
            <a:endParaRPr lang="de-DE" sz="240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67660BA-9EBD-DDC6-1F23-33199CFEE3CB}"/>
              </a:ext>
            </a:extLst>
          </p:cNvPr>
          <p:cNvSpPr txBox="1"/>
          <p:nvPr/>
        </p:nvSpPr>
        <p:spPr>
          <a:xfrm>
            <a:off x="6350000" y="1905000"/>
            <a:ext cx="5588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400"/>
              <a:t>Price: 100 </a:t>
            </a:r>
            <a:r>
              <a:rPr lang="he-IL" sz="2400"/>
              <a:t>שלום עולם</a:t>
            </a:r>
            <a:endParaRPr lang="de-DE" sz="2400"/>
          </a:p>
        </p:txBody>
      </p:sp>
    </p:spTree>
    <p:extLst>
      <p:ext uri="{BB962C8B-B14F-4D97-AF65-F5344CB8AC3E}">
        <p14:creationId xmlns:p14="http://schemas.microsoft.com/office/powerpoint/2010/main" val="371455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Benutzerdefiniert</PresentationFormat>
  <Paragraphs>14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2026-10-08T17:28:22Z</dcterms:created>
  <dcterms:modified xsi:type="dcterms:W3CDTF">2026-10-08T17:28:22Z</dcterms:modified>
</cp:coreProperties>
</file>