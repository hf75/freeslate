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968DB1-E842-B4AB-7989-E213D6505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8E5647D-175D-7B5C-DCC1-7649BAAE9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35CF1F-530D-649D-8059-277A69FDB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CABE2-45AA-45BE-BEF9-FB5A0489D3E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A6183D-06F3-67BC-5C28-7495D81BD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4A36AF-E972-DA9D-66C4-14AF32B25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604D2-C531-431D-8172-70A1B65842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7625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0DC5C3-997A-10C9-C723-8064A49DE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1E0F86-3F11-EBC1-9D4C-6F20EA040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740FDE-8B1B-AC47-F909-D7F0349E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CABE2-45AA-45BE-BEF9-FB5A0489D3E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004C5B-6D37-85D6-AFBF-4829592C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9BCE23-684B-889B-1F9F-F84021AD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604D2-C531-431D-8172-70A1B65842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9603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D0F43F-94F3-51FC-FC75-D1D7CA61D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73D0E8-BBFF-E155-88B2-B42B249D5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625951-9E14-D51C-A474-538A816CC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CABE2-45AA-45BE-BEF9-FB5A0489D3E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16C989-EB08-EC2C-40D6-F68E9DF0A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3E1E9C-CA08-60BF-8832-C11FDB641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604D2-C531-431D-8172-70A1B65842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7393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F50953-1741-4123-B72A-C1EC2678E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73553C-9253-E16C-F063-E560AF3029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4011CBD-413B-0AC6-3F9E-47945E5DE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A2CF662-6629-69A0-DB12-4F2CABDAF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CABE2-45AA-45BE-BEF9-FB5A0489D3E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64A321-99ED-BC95-0C68-63A5BEEC2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797508-75F9-4D57-8DFE-67E878E4D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604D2-C531-431D-8172-70A1B65842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9085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FA3CC7-90B7-F8E1-2C10-65816CD5A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B39693-7841-5526-672F-9AF93F0E3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3D619A-31C5-BB70-DF6D-10A710A36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7941DCF-EA03-8509-1950-B89CFEA40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C8CD440-69AA-3842-05A0-AEAA5BB400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861B3E4-D08E-85B7-2EDA-F39AC55F5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CABE2-45AA-45BE-BEF9-FB5A0489D3E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28276BF-5FA7-91C8-BC9F-F25321F39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F5404BE-3448-8824-589D-EBC5A1D2B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604D2-C531-431D-8172-70A1B65842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6536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4BB5D6-019F-BF5D-4499-DF7B4CDF6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7EA3EC2-81AC-4B9A-36A4-5A24AC00B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CABE2-45AA-45BE-BEF9-FB5A0489D3E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8FDA941-3F3E-A213-1693-531080010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875392-D4BA-D2FF-27F0-09C2A77AB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604D2-C531-431D-8172-70A1B65842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4962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F622103-498D-EDAC-E70C-45981F6E2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CABE2-45AA-45BE-BEF9-FB5A0489D3E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B8C0FCA-1732-19A2-5E4F-F5E2BE8B7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B7C2A4-2022-B150-C379-0CFF6EA13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604D2-C531-431D-8172-70A1B65842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6489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B8D45-7E09-668E-BE5C-F2A81B5B4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0B7CB8-3005-8548-D90C-CA23B97A9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DB091B6-D313-AF9D-774F-5D24C5702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6931DB1-EA15-4D1D-A1EF-A49FBE674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CABE2-45AA-45BE-BEF9-FB5A0489D3E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294A14-F3B9-7EF6-0FBF-20B3E66BA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C66F3B-1DFC-2667-249F-EAD75957B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604D2-C531-431D-8172-70A1B65842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224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6ECB69-0C70-E1D6-4254-C6E981820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203B96D-5B79-7447-36C2-8A87436A482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4FA9D78-87C5-5A16-2AAE-2CB467BB5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C1DC3A5-738D-E10B-FE0E-2B7CF0F2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CABE2-45AA-45BE-BEF9-FB5A0489D3E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5205F5-1B0E-B6EB-C687-88839017E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91BA4A-F3F7-E72F-F54F-F4E279A7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604D2-C531-431D-8172-70A1B65842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4783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7633B1-20EF-7C3F-A850-3C081F1F0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4531B87-33AF-278F-7FB9-0346EF89F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31F9B0-FCE8-8D23-77EE-6F6CBE013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CABE2-45AA-45BE-BEF9-FB5A0489D3E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C0D5D3-AF00-B7C4-59BD-F7B1E24AF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417576-44B8-6683-D5C1-0D6087337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604D2-C531-431D-8172-70A1B65842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7153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836077E-4C61-1380-0805-0EDAC99D29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D0F7D3C-12E8-6DEE-500F-73848696F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2EA55A-2402-743D-F717-FCA439CC2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CABE2-45AA-45BE-BEF9-FB5A0489D3E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15F8F0-34B8-15CD-9F4A-60B6924EC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768069-1FE2-5633-5DEB-E538BB56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604D2-C531-431D-8172-70A1B65842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6093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4F4B5C2-1128-DC60-4849-50DC7CC31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7355A59-7830-5D2F-410C-DD390BBC4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381721-4035-7B03-09CE-0B061F7B6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6CABE2-45AA-45BE-BEF9-FB5A0489D3E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0A14E6-B000-63A1-3E8F-610F8A558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6F2995-4D2D-A9C6-8EE0-2D5815DC0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8604D2-C531-431D-8172-70A1B65842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3822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7CE9904-27C4-3894-3BAE-E98D2FA06EBB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2BE4591B-7F7A-1D08-6379-B823FA98C08A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3D70426-A59D-E55A-1789-FB9E1F4F9CAA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4954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88067A1-4D2C-0FFD-FAEC-9B5DB48F2B06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3862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AA2444A1-95E6-D3A8-0C67-BED605A27A4A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C651E24-ED27-3095-989A-864FA0ED3D45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2135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wheelReverse spokes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88D7AC0-587F-A942-9440-8B4B51CBC1D4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3863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A3775E6F-166D-AA1D-D936-0152D86B88AF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59D13A6-A742-C028-DA5B-24786C1397BA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9124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vortex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D0F8E89-9C03-65FF-A96C-6B9F1E44756D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3864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7CB5E6EE-7A5D-E6ED-C3C5-B2364D632A7E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1CEC46-A2C2-62BD-6F96-DA3B060CD988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228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vortex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F57F60F-BBB7-7D9A-8254-0B5443CE9257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3865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3939459-8FB5-EB97-C860-3F979D9271D2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FD5E10C-52B5-AA50-88FC-AD2182F4B753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7950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vortex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077FFD2-D571-2774-0127-B156766571E3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3866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2270F5A4-5400-28FC-F003-7B61A3E21202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8326714-B508-D2A8-FEC8-07CB0C6B72CC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4147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vortex dir="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1F6F997-14D1-C9BA-FE90-71EF442F987C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3867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8646D849-74F9-B25C-6087-074040010F1A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A65E1FA-27BB-E790-5CEA-17F2DFF49108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4193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36CCEF5-8F37-E154-4190-C44A19932EEB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3868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F7EF1648-75EF-1867-4C63-CF06D53360D0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72A6576-1B13-11AC-14D7-137E0E74A88B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2920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 dir="r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1089283-0FF3-E09C-328B-7D05F1C04CF1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3869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49224223-59E9-75BB-1810-E6F2CEF3F230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00C2B8D-7DE7-1165-8548-38BECBA704F6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1165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 dir="l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62A52DA-5C8B-8383-E349-11E2D466C64F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3870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1007D7EE-0C99-3BA6-A3C5-717AC19803FA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C90BF7F-31A7-7ACC-F98B-6FE670236219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0644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 dir="ld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F767327-EE2E-B467-2A65-CA102484A4B6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3871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64054E5-8F92-032A-1687-EC9D52F9A1C1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25BD769-4079-D5FA-77A9-4B68FDA1E109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5379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 dir="rd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E7A0F2B-4ACE-9A39-35B6-7FA4F6B73E39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3872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8E6A19AD-E9F9-54FA-952A-ABE080B9457F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06F7D9A-435B-E4B3-D298-B6A1EF5982E5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1108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litter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22ACE8D-121C-E5F6-04D4-3E71B5B8D423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3873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2C38B66F-F2F6-1064-EEA7-8745507BB08B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0E0EFB1-287B-05B4-7824-D8D76C327E00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0832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litter dir="d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0FBD602-BBCD-5751-6E9A-4740B82161E0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3874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0C00D03B-3D8E-BE59-24BA-9913DADE880E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60A78B0-F17E-A79C-0F93-695A924BE0F9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1326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litter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A00C138-363E-27B2-DCA0-2FEC19D8A5D8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3875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B944AFE-8A52-0400-376E-976B97EF0713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C9BCA3A-9B19-D6C2-5929-4797A1C7EDB7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4622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litter dir="u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CB293D0-DAC9-1DD9-82B6-50374A16B6EB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3876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08327048-A383-C844-A42C-0189D4EA4C5E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1195D69-F641-D447-5687-19EC62DD80E3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7591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litter dir="r" pattern="hexagon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251DFE2-D9DA-657E-9724-D8A3613A553B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3877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FCE41CD6-9B37-DD79-B81F-AB784373EDBA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0A3514D-5525-8AB6-0C3F-6A51A79D9302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5589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litter dir="d" pattern="hexago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7E2721E-5D31-7ABF-918A-D69C5ABC0B85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3878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09CCCAC1-B2F9-0D6E-16C3-49518F37595B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08E0820-3C3F-2F3C-3BFF-A69C89453191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1233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litter pattern="hexagon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0D8F0C0-E9A6-1558-8D90-68CDF3D833E9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3879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247D622D-4087-4156-1CF8-892DE0D24E2C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20E101F-1239-F587-105E-4AD25FACD9D2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6894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litter dir="u" pattern="hexagon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7B60EA0-2045-B3B6-1F91-FA4CB9B453A6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3880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F625995B-3C0A-E6FF-1351-F9D680A8BF13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C311052-5A80-173A-23ED-AA3D4ADCA089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2610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allery dir="l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3CAFC8D-3317-997D-7DE0-D2B9ACD2543C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3881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ECB3BA4F-5D0C-5630-9ED1-58D1267E6E43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F12D3E3-7722-43F1-E027-C5CD5F7EFEB2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0022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allery dir="r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2AB6A78-1C04-8CDE-659C-B731193AC8C3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3882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E69A67BE-9311-0602-D9EB-B1961A2DE507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77D2D87-5C75-3CCD-0234-E918BE6C9E36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644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conveyor dir="l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DF91D96-A0F2-AA71-4B26-F2F59F3A460A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3883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B311EF8-5BE3-D19A-0003-A7A25829546F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0F649EE-649B-42D0-9164-BDDCA15D7ED3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2090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conveyor dir="r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748A9CB-7795-49EA-3F1C-8F8E4A657318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3884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B5B1C6B6-FC0A-C534-3BA8-5C230B9900A2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6DF89E6-2647-1B6D-5926-2067A17E462E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1554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doors dir="ver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8BE549A-2575-97C2-D82A-D9CEF0E17088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3885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35B529B3-41E7-0729-233F-CB5BD1B21144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E1DCFF8-F75A-2400-208A-01CBC60AB9A9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2287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doors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2B60210-674A-C658-DF36-B9820ACE8DF5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3886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63A2EFB9-B5F6-0630-9F5E-70647B96A239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AD358F6-FE7A-A0ED-3060-2429D4E577D8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5283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window dir="ver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3E6FEE5-F26E-D6C9-568B-E3FCCD2BA8AC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3887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F199F783-3DCE-6F1E-C362-DCA3EB99236D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0F29030-D6D3-8D43-CBAC-C6AE0E27A0DB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754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window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4493396-B069-42B8-50E6-CC7FFE55A184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3888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6B04A95F-AEFB-E0CC-0299-A3A3E568DD17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B17D123-948E-CBBF-3662-803A07C3A987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2753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warp dir="in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85E3123-EA74-6519-7B69-A8C53E7F6AA6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3889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2C1E1CD0-1FF0-EE84-F831-73A488A33530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F1BCA8A-901A-2B25-D715-E1FA3019F3C7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4657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warp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4C1C30F-DE46-9637-D517-765FE1F2DF94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3890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DFA1D8A7-CBF5-E0D2-D597-BB98243FE3E8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22BDBDB-23BE-046B-CD23-CF8B421B8053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0421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ythrough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4F2FB45-ECF2-BDE7-7AA8-E54066F0DEA3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3891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0E157352-7D7A-9FCC-A779-001920311BF1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CA1FDA-2408-43E8-B44E-40D2EACC9380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2076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ythrough dir="ou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E3CFF60-1998-47D3-A990-E79A6F3E4790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3892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BC50E9DD-97A7-BCAF-2042-EB6E24F8CC57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868F7F5-5039-CC6C-C436-411337E46376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6536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ythrough hasBounce="1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62A9D94-428B-C59F-2185-344D710E5680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3893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7010985-8454-55B3-9E6A-9D4470BE661B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9AB30DC-7A15-A745-AEEF-7FF0F5F9F762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4323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ythrough dir="out" hasBounce="1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7222EE9-0A09-D830-C99B-C85685C38E54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3894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7FF5EE16-7FCC-7C1B-C29F-0CE7CF0BF941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8C8E6A9-52B9-8E7A-44AA-BE4156319B8A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3488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A2F5A4F-B5C2-E566-F5B6-C96F902D4798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3895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F89645F7-550D-A5B7-175D-D0407E4A42DA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FE0A995-8822-4969-26B7-4FE8E79642F6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20474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 dir="r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CDFFCA0-129B-2D16-F51C-5FEF6B0AD4E3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3896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3014148E-5425-7DF7-3040-0AE88EF0E0EC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909EFB4-DD75-3051-7790-6E5340DA7AD2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1747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 thruBlk="1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52A103B-70AD-C6DD-8C2D-0E92C928219F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3897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8068B2C-5AE3-C9BC-53D5-9699FD0E7168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9EC37EC-8A7C-755F-A6BA-2056117ADFE7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3322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 thruBlk="1" dir="r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2288B60-27A5-6A66-DAD2-7B86195598C1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3898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8BF04CC1-A44F-B191-A0DB-BDE385749C13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D085F1F-1A8F-357A-DAF5-ADF1416897E6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7671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honeycomb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A21242A-648B-D375-EE33-6FEA7482BAB0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3899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87A0D99A-59D9-6D82-6B41-36B87C8DB003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734D9E3-E051-3E17-6CE2-08EFA53E5E6B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1014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erris dir="l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DE88317-4D7E-78EE-4427-8A19EE8B54BD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3900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328B02D9-1149-ECB1-9A55-A4E30B37FFF5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D7BE410-9D68-FECB-FFBA-E3F8B6A6C53A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8915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erris dir="r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83C6D46-4593-BA5E-8101-114B0F55FEF9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3901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2095B92C-F83B-ACBE-424E-AB80D6B944C3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7ECB967-26FE-42A5-8F78-783C01F2685B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3671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witch dir="l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D9E7DDA-1000-A300-EAE2-FDFE18537941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3902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8E27C0E3-86B6-B414-9857-C3F1AAFCC2E2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AFAEAF8-1990-98AD-FF23-07AF7E00E9D6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7259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witch dir="r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DCB0B1F-94E2-DBF3-7380-6F715039E30C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3905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2D5A7E4C-A4E9-EA6F-7C7A-E7AD86A91EA1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08BD52B-9393-4B76-BA9E-CC0A18A5EF70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3954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ip dir="l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71EB180-A4F3-9B1E-95AA-C19E0BC47BC3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3906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7D20666E-A84E-2188-CF8D-5F3BAC32036F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787A55D-26C5-8B79-6989-887292AF2D2B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0732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ip dir="r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DCCB07B-AEC0-62E5-65B8-6860642B61FB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3909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3868EC6-7378-B4FA-64E1-7F34E80D5796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A185EA5-A053-F88E-AD9A-78E2C906764F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6308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4107D1A-50BE-49DA-F233-6B525D464B00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3910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D11A6679-0C5D-E0C1-7D3B-B7DBD3257A55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7AFB08D-FC4E-2502-459B-27EA46823B9B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8560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hred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6DE5076-2848-B36D-8728-F43BA3787E0F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3911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B5A9BE14-77AA-B6D1-384C-A12BD70BF0BE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675198B-7CBF-5177-07E6-5AB0B07B434A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7061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hred dir="ou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4831A5C-C0E3-F37A-CB23-FA099FF64301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3912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8A2DF2B8-1C67-95FF-2847-F6B343E6A951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731E9F1-AEE4-8763-FDFE-8C406E13B336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6175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hred pattern="rectangle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5D949DC-0546-B80C-5D6E-2B5D13EE6492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3913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038FCD7E-29E2-13C8-896F-17F83F3055FC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8BD9019-831B-66DA-CFC1-2214A58149BF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630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hred pattern="rectangle" dir="out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AE1DC80-2985-E165-9F47-40D4E43314CC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3914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DC2EDB60-E9DB-FF6F-49A7-2048520FD182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ADE56F9-D433-7852-D236-4729A284B190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998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B2F1390-9D91-2A31-10CF-067C899AE244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3915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80434341-7C23-A97B-6092-B0A1FDB7C2D8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38F7C2E-77D6-42D0-1DE9-21010C01DC31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7806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dir="u"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3141B26-D9C8-8368-7789-F2F1FE19D4F0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3916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F9393001-FB36-4982-F546-16C62CBF11BD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2ED7C34-07C1-386D-2184-5CF8384ED75D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3782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dir="r"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B59E9B8-435C-8641-AC06-933F2594F55A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3917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435992C-AB1C-C8EA-04A3-31B5CF3D71DF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8276060-9968-0182-223E-F1608F8386D2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1880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dir="d"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46B4A59-108C-1D09-0E92-D1D10CCCE31F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3918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315F58F5-98A1-D54B-28F0-2D94F59856EC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E71F63D-A1D8-C1BB-44B6-40EC6489B149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1820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isContent="1"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C85EEE4-DB16-5779-FED0-862C28C979A9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3919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B6D5F380-FA2E-BC00-451C-E2B63D7C656B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F8FAB37-E2DF-03A1-D397-67AB4C03AD5F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9214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dir="u" isContent="1"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14F7593-C595-1FEA-104F-DFD1116D6DFF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3920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D9758C74-ACB6-F19F-7532-943C6C3EA980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3705E3C-786C-B4D3-04D8-D3728EB92F04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341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dir="r" isContent="1"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49687B1-B986-9971-AEEF-174E51287FE4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3921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0CBF7372-40D7-8291-60D3-4931FFEECD59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47D1BE4-9DED-464A-CEF8-3A5E7824AB2B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093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dir="d" isContent="1"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B53E336-9DED-7EB4-86A1-69DAB118625B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3922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005C479E-348E-2615-5DB5-6CDAEE856B56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BB8900B-F57C-99FF-92E2-408A81B722FF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4211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isInverted="1"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F091865-9F30-AFDC-ED65-C4D64A2487DA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3923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0A906FFB-5303-34BC-2C82-753D25FE2AB3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F6CE1F6-36AB-52B4-FD3C-7635215787A9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8667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dir="u" isInverted="1"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213822F-4E65-9589-E903-12FD5D0E4A54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3924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1A3EF05B-1BCF-F452-A812-6BA5E692218F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964ADB5-5559-CCD7-5467-16866D91FA77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6646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dir="r" isInverted="1"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02436D7-0CAA-5290-D2B8-D49AD61D567B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3925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F0D61F57-7204-7C98-E4CF-C30B5F30D95C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28A2F5A-A216-9479-042B-535BA4A7FF15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9036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dir="d" isInverted="1"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8794321-79D0-21E8-C421-84F22B089221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3926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9A7169D3-DB75-B421-56B5-7A3E138ABA98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4388E3E-B836-2161-82D5-0D1656F92F92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5885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isContent="1" isInverted="1"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9505B96-4035-1EFA-1CC8-0E711524F6BD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3927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FD88422B-70C7-3D0C-A0E8-8944CE5B4887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F3D173E-C4BC-36AE-E2C5-76D5BA15B061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4313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dir="u" isContent="1" isInverted="1"/>
      </p:transition>
    </mc:Choice>
    <mc:Fallback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587B748-E695-E7B9-0A70-9393FA0C0251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3928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DEBBEAEF-E123-6D9A-EF18-4167208C21A9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1BEC366-7C73-DED1-A67F-45AD9B734D90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5568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dir="r" isContent="1" isInverted="1"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84E25DB-4215-7BCD-2F6A-3496F8C33CC2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3929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FF4736D-C5E5-CDB1-9C0B-41398D86E576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AC476C4-39F8-51B3-2A53-1101BC0F23CE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3468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dir="d" isContent="1" isInverted="1"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18959F2-A248-A97A-5AAC-10525EB67E9C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3930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E19E60FF-954E-AD73-2818-19C3CCB3BB11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415D662-1DE2-DA4F-F51C-B89EAF2416DB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169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AA62CD1-EBFD-74C3-1198-CFBA8824A1E5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3931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9DB78F1-7DAB-9058-D4B9-0A1012BA9BDD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FACA74C-2808-B35A-D97C-975F109BD7C5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8267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 dir="u"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B2A8581-B6C8-2CB9-1173-9078F3C063AD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3932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F002687F-1375-D1F2-FFB3-BD13FD60CB9F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9DAA08E-0860-C4C8-72DA-F048B003F38A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39871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 dir="r"/>
      </p:transition>
    </mc:Choice>
    <mc:Fallback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92C0611-2B25-6C24-F216-3FF4DAF81649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3933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85CD1609-E67A-A45F-4613-FEEFE727EFCB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9604B5A-6C14-6E2C-ED02-8D5AC6A21379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2137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 dir="d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Microsoft Office PowerPoint</Application>
  <PresentationFormat>Benutzerdefiniert</PresentationFormat>
  <Paragraphs>69</Paragraphs>
  <Slides>69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69</vt:i4>
      </vt:variant>
    </vt:vector>
  </HeadingPairs>
  <TitlesOfParts>
    <vt:vector size="73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2026-10-09T05:53:31Z</dcterms:created>
  <dcterms:modified xsi:type="dcterms:W3CDTF">2026-10-09T05:53:31Z</dcterms:modified>
</cp:coreProperties>
</file>