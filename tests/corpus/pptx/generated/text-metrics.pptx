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67CB8B-F1A5-C48E-916B-4125B565E2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5EAE6B0-EAC2-3F1F-8220-AD732B873C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DA375C-E4D4-9D32-D7F8-8A00ADF3C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8C4502-9F4D-BF31-C561-88F8A35EA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E2C9061-36C5-2F3C-9B4E-4DB56F36E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6326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1FCB8D-D9E3-8841-84CF-C8BE8D86B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C77E8D-3236-3B12-615C-85212CED1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F20303-685F-70DA-F418-F8A7AD74C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0B5B9E8-2BBA-1AFA-C21F-2373451E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DF5646-8B72-0FC9-2A86-65B4F524F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6438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1AC5D1-1B27-F382-6BEC-D348C6232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D00D32A-181C-F945-262E-2062E70D1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21DDEC-6B48-7F34-45FA-A44148034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91EC7A3-6F43-5C79-126A-3DD9F319B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04D2D0-5C35-381E-16C5-8F8B9BCBE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8955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89ABC3-CDB3-318C-BD76-E7936354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383155-9338-4E16-A99B-A3A33CEF8D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4CF9DC0-9C8B-2615-1079-93DBDB847A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77DD6A-4C1B-0A46-3571-BB4210EBD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DFBF85C-FC7F-4B92-7F05-F50E9F9A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2187BEB-0ED1-F94E-1E27-DADCD094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60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0B8F5-8BC9-5FC0-74B4-FBB75FAF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ACDE2E7-B3E8-3638-BD64-4CB12C09A0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4544D51-5EC5-D467-F932-884EF73554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CA52E7-7274-E099-3949-4AA7ACC84C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8F5EE6-17CB-4346-0C09-A0ECDBF36F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682588D-BAEB-4ABC-3393-7B45C00A9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6F598A-1AFC-9509-82A0-A69B059D0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FB40040-0D34-9EBE-18D7-F4DD46352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1541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D00AB8-6AE4-7AE4-7BBB-7AEA443C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4160252-ECB7-5D36-BF88-0A87F5ED8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1A3EA3-D6F5-2F90-B1B1-F6626D922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92518C7-A1CA-A851-C36A-35290036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2555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B2DFBC8-FE76-9F07-3F49-B3A3A33E1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38FE773-F92F-0091-1526-539CD7701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D1BEBC-D26D-26C2-D97F-A63C3E92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2211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2FD68A-617F-3AF5-A13E-1EDD6D767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8816C8-A137-09B3-AC2D-23A2CA9BD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DAD893-6D4B-721A-5879-220C771E31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A8B6AB2-168A-B9E9-2898-CF30E9D93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BB63B66-B184-4ECA-BD1D-EAA25C3CD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C3AFDB-334A-9141-564D-836CC0326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9381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3D0EDE-6647-DE2A-D9F5-7BF6B16FF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20AD4D-5E1D-0C16-B3BA-D139D3EEE64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13A27BB-0E08-0413-AD54-0E19F2F78A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9CED36F-3B20-5332-B9C2-3CD192C51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44F75EF-6EC5-579C-CC82-087986840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7423568-FB20-C682-A8D5-9F62E6EDD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1078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F2099F-0C36-7EC7-CB65-457FA6DE8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9A6749A-EF8F-54BE-EC35-FB7DF7A00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77D9B3C-01F2-BBD2-EF30-BDFD5B3FC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F07461-5ED8-E6BA-F6C6-0AB616A8B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557114-ECD7-268E-DD0B-2AB7C8159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4190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9BBA29B-2E78-355B-421C-D79A0365DA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3299046-ED3F-9D3B-C502-C60EA84A3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F4D55B0-2F2F-15D8-46EA-9AD31C4E0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86189B-204D-218A-7905-91AF840A4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40098D-015D-F232-97CD-F6FC32A5D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1106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0943286-451E-576D-CD0F-00BD38C48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3A2D561-3C23-2E69-1811-D9A3EF2B2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53DA6C-18BE-B037-F7C3-2A6AA4F741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E4E22E-3ABD-487B-A461-F35064D7E1CB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E0216EA-4125-7CE0-AD9A-CA1FD12BF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092EF72-389F-EA0E-DB41-7CAE9CE8EE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22E049-7081-4061-85D4-497D056D529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2228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6E60F3F-591A-F9A5-2FA2-59866D2FC9F4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7B7EDEB-6FF1-803C-06BC-3788F1D832C9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C893C3D-9DB3-8B8E-3024-6161A5492A4E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CA8CCB2-F84B-4766-55EA-7734986707BF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133529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BD1730A-E545-AA64-409F-B7DBB2DFFB2E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1B6F9F9-77B9-7B93-3437-0940A4EA0B47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C8A4AF7-7D3C-8693-561C-DBDCA911F12B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86E48D0-A647-6B16-09DA-C541ED16E8D4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839002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651B621-CE08-4B83-FD6A-DAE601B7CD7F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2171893-4101-38DA-831F-BE43095F4944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00EAD94-18F7-CBFE-E290-0F5DD517D2B3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D379FF-9E6D-9A78-B6AF-3C2B512707AC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921747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E877DA2-CF4C-9568-C7B0-2FF60AC6BD7A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1861C8D-BF76-4CAC-7015-2258A74EA077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4E46949-95BE-2951-EB36-13F9411AC235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7E0D0F5-E534-8391-09CA-CF9A8BE96D4C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libri" panose="020F050202020403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263460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E2755E5-2F71-EE62-1D05-7B49721248F8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AF26CD9-9B23-CBB4-2C54-B7B95784CF73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F963A20-3EAB-6FC6-BBC5-0DD91F6726D6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B3169F2-F1FE-A087-5868-A0FF918F3C34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373817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0BB5EC8-1729-A142-62AD-F5E029020F6D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91E940C-2065-61A5-5948-7C12075065F6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8D5E177-9EC6-6CEC-AD22-470538088052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9727557-7BCA-2A3C-CF86-2F62746F3428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282876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113E330-C070-2E1C-CAB0-8A2651110029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2CEDE90-65FD-F81A-7744-9BDF4A878B90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D678486-79A5-2A4E-100A-ED40D052A0E0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F764148-8FE6-1A0F-CFED-B9F793DA24E3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998170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067ABEB-F3E0-FBB7-0EDF-31BBF371B3DF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C630DBF-C0A9-7399-9A03-EA3F32022BF6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6B04A0B-B3F9-EC7A-C7FA-F598BFE1F1F0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9EB8DAE-84D4-B548-5AAC-BD62A66259CC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956556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CD21415-F54D-6571-6914-32F234E87027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2008BDB-E645-665F-1AFD-01D19BE230B2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E46D8BB-C26E-945F-D100-7AEEA6C4DA1F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DEEFDD9-274E-C6F5-CE01-B2D34CAA964C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479772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21566AA-FA79-BC95-B290-0EC7C68394E7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8F6D312-4BE7-A4DB-B101-693C526EDA89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36AEE38-615F-D5D9-377A-D5F95459EE19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420963D-D81F-5ED8-FD75-A70CC45B5B90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Segoe UI" panose="020B0502040204020203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483859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32FC381-274B-FE1B-A97D-298E6E56E649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F7D474B-A488-F34C-F1EC-FE10F138D69C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6FCACB2-3BA3-EDFB-5318-85BDFC845399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C213876-13B5-1847-1383-AE34B7A4770B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811999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441BC0D-665F-D2F1-14F8-BD17419DBAD4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C3B6EF-309A-1EE8-17A8-841BF96B6757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FABB29E-CC2D-9337-A698-AA47A750A444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5290E2-03BE-762A-36FC-4C38D299DA7A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Georgia" panose="02040502050405020303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791334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DC57872-54AB-D7BC-4BA8-4B98849F09EF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A7B803D-01FD-C743-B991-EEFC5DA8D061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E0D1A9A-A79F-B2D9-8ECC-CD21209B9F51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E1AE3BA-9D20-5B34-6E15-B3FD5186E6E6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826823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407D251-3FD1-581A-AE75-12E9828BDFF5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015BBFE-CC96-6E88-A134-25085D08F991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C9968E2-DF59-9DF2-DCA8-0D11ED31529C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9BDA47E-D619-DDBB-F34B-9B72DD64C1A3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ambria" panose="020405030504060302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8486047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C08DB99-F125-0349-4A15-B2F1265E95C8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F0C2388-625B-FA19-217A-7C2D78DCA516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3198D7F-E219-7E46-178B-AD9328A0919F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8921D59-167F-B617-F99C-58AEAE74CCDD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84796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009A7B5-9D48-AC8E-2850-E56B2019CC75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6EA5AF9-E277-7C03-F71E-744B5A9053D8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9512771-6F92-640A-D00F-2D2F7B12CF4C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A52BBF-E861-7CE9-8A7D-E6247B665C5F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Courier New" panose="02070309020205020404" pitchFamily="49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6772461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A5753B-62EB-9696-63AA-511AEA83CBAB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B4396D3-E1A2-ADA0-0E07-C9954CA1185B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9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BA54C70-BC06-6820-5A15-776D9D066B4F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ct val="150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3785C10-C7B7-A88E-A343-E518B6F3DBE7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lnSpc>
                <a:spcPts val="4000"/>
              </a:lnSpc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49023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A3DF6E-5AF8-B8C7-410E-84BE6A69401C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12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69BC17-BAE1-B088-7354-F380648DA314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4E57585-373E-5770-A3A9-79A0DE990677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48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BABCDC6-8E98-87AE-4FD1-AB0283BD5EF3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sz="2400">
                <a:solidFill>
                  <a:srgbClr val="000000"/>
                </a:solidFill>
                <a:latin typeface="Verdana" panose="020B060403050404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4034877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219E319-AF98-6E30-3E6B-3BA7AFCAECF7}"/>
              </a:ext>
            </a:extLst>
          </p:cNvPr>
          <p:cNvSpPr txBox="1"/>
          <p:nvPr/>
        </p:nvSpPr>
        <p:spPr>
          <a:xfrm>
            <a:off x="254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573AB71-296A-10AD-04A6-6AF0C2B71034}"/>
              </a:ext>
            </a:extLst>
          </p:cNvPr>
          <p:cNvSpPr txBox="1"/>
          <p:nvPr/>
        </p:nvSpPr>
        <p:spPr>
          <a:xfrm>
            <a:off x="3302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ctr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597B88D-5055-BCD5-50DE-DF7FF3A62075}"/>
              </a:ext>
            </a:extLst>
          </p:cNvPr>
          <p:cNvSpPr txBox="1"/>
          <p:nvPr/>
        </p:nvSpPr>
        <p:spPr>
          <a:xfrm>
            <a:off x="6350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b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2FA68BA-467A-6BDA-8F83-D593CF5E0F85}"/>
              </a:ext>
            </a:extLst>
          </p:cNvPr>
          <p:cNvSpPr txBox="1"/>
          <p:nvPr/>
        </p:nvSpPr>
        <p:spPr>
          <a:xfrm>
            <a:off x="9398000" y="508000"/>
            <a:ext cx="2540000" cy="3810000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7098428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ACA72F0-BFAC-7478-BC09-EBF972FDBE08}"/>
              </a:ext>
            </a:extLst>
          </p:cNvPr>
          <p:cNvSpPr txBox="1"/>
          <p:nvPr/>
        </p:nvSpPr>
        <p:spPr>
          <a:xfrm>
            <a:off x="254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4800">
                <a:solidFill>
                  <a:srgbClr val="000000"/>
                </a:solidFill>
                <a:latin typeface="Aptos" panose="020B0004020202020204" pitchFamily="34" charset="0"/>
              </a:rPr>
              <a:t>HH</a:t>
            </a: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55F46A9-15B9-01EC-6B0E-9F9324113ACD}"/>
              </a:ext>
            </a:extLst>
          </p:cNvPr>
          <p:cNvSpPr txBox="1"/>
          <p:nvPr/>
        </p:nvSpPr>
        <p:spPr>
          <a:xfrm>
            <a:off x="3302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71A6844-D5F5-6300-E2AD-F3825898D6FF}"/>
              </a:ext>
            </a:extLst>
          </p:cNvPr>
          <p:cNvSpPr txBox="1"/>
          <p:nvPr/>
        </p:nvSpPr>
        <p:spPr>
          <a:xfrm>
            <a:off x="6350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 marL="457200" indent="-457200">
              <a:buSzPct val="200000"/>
              <a:buFont typeface="+mj-lt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SzPct val="200000"/>
              <a:buFont typeface="+mj-lt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SzPct val="200000"/>
              <a:buFont typeface="+mj-lt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 marL="457200" indent="-457200">
              <a:buSzPct val="200000"/>
              <a:buFont typeface="+mj-lt"/>
              <a:buChar char="•"/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50C9FC7-F3AE-8C91-3813-B1B1D0D76E5E}"/>
              </a:ext>
            </a:extLst>
          </p:cNvPr>
          <p:cNvSpPr txBox="1"/>
          <p:nvPr/>
        </p:nvSpPr>
        <p:spPr>
          <a:xfrm>
            <a:off x="9398000" y="508000"/>
            <a:ext cx="2540000" cy="3810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  <a:p>
            <a:r>
              <a:rPr lang="de-DE" sz="2400">
                <a:solidFill>
                  <a:srgbClr val="000000"/>
                </a:solidFill>
                <a:latin typeface="Times New Roman" panose="02020603050405020304" pitchFamily="18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189474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8E1B9A3-4E88-E04F-98AC-DB45335C01D6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5049490-EDE5-CBA7-3C6C-4F4FA56FFAD9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C47E2D-342B-059B-347B-6FC7E9A73787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FFC7A1-7375-EAE0-1FE1-FC0FEA952A6E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41563064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BE154A-A690-B779-BFFC-BAA41B974C08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9142628-620C-9D50-923E-85F3E6A80203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AD4D715-E469-9AA2-6566-8BE4B5BA5CE5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968CB6-5F94-FF6D-E312-297DBAAF4756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38433023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C7E4C20-79CC-5C24-E002-E03FDB2EA713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05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4326C-8289-9A72-8E95-1A31CA2ED6C0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1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BD2A6BD-A362-5E94-3208-1F696A43D97C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2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2BCA07D-63E2-5392-3DA3-AF907B9E3F94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ct val="130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14248338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E2913D7-C6AE-2DD2-4395-964FA1638952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0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BD19633-52FD-F35D-3A8C-95B88E97244C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5C47C2-4B7F-9753-7A3A-6FCD1ADFF870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288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D56016-BBFD-F5BF-A328-99B673BCFF91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  <a:p>
            <a:pPr>
              <a:lnSpc>
                <a:spcPts val="3400"/>
              </a:lnSpc>
            </a:pPr>
            <a:r>
              <a:rPr lang="de-DE" sz="2400">
                <a:solidFill>
                  <a:srgbClr val="000000"/>
                </a:solidFill>
                <a:latin typeface="Arial" panose="020B06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26297072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A12053E-7D08-1F97-9AE5-0FD80F798266}"/>
              </a:ext>
            </a:extLst>
          </p:cNvPr>
          <p:cNvSpPr txBox="1"/>
          <p:nvPr/>
        </p:nvSpPr>
        <p:spPr>
          <a:xfrm>
            <a:off x="254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8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8D9C9B6-9AE6-E4B7-A00A-0A11EBC4B58B}"/>
              </a:ext>
            </a:extLst>
          </p:cNvPr>
          <p:cNvSpPr txBox="1"/>
          <p:nvPr/>
        </p:nvSpPr>
        <p:spPr>
          <a:xfrm>
            <a:off x="3302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7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F4EC304-26FB-664B-17A4-F3C5507C8B03}"/>
              </a:ext>
            </a:extLst>
          </p:cNvPr>
          <p:cNvSpPr txBox="1"/>
          <p:nvPr/>
        </p:nvSpPr>
        <p:spPr>
          <a:xfrm>
            <a:off x="6350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lnSpc>
                <a:spcPct val="50000"/>
              </a:lnSpc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E7A57A-EDFD-BB8B-37CA-EFB1E5EEAFFF}"/>
              </a:ext>
            </a:extLst>
          </p:cNvPr>
          <p:cNvSpPr txBox="1"/>
          <p:nvPr/>
        </p:nvSpPr>
        <p:spPr>
          <a:xfrm>
            <a:off x="9398000" y="508000"/>
            <a:ext cx="2540000" cy="6096000"/>
          </a:xfrm>
          <a:prstGeom prst="rect">
            <a:avLst/>
          </a:prstGeom>
          <a:noFill/>
        </p:spPr>
        <p:txBody>
          <a:bodyPr vert="horz" wrap="none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  <a:p>
            <a:pPr>
              <a:spcBef>
                <a:spcPct val="50000"/>
              </a:spcBef>
            </a:pPr>
            <a:r>
              <a:rPr lang="de-DE" sz="2400">
                <a:solidFill>
                  <a:srgbClr val="000000"/>
                </a:solidFill>
                <a:latin typeface="Aptos" panose="020B0004020202020204" pitchFamily="34" charset="0"/>
              </a:rPr>
              <a:t>HHHH</a:t>
            </a:r>
          </a:p>
        </p:txBody>
      </p:sp>
    </p:spTree>
    <p:extLst>
      <p:ext uri="{BB962C8B-B14F-4D97-AF65-F5344CB8AC3E}">
        <p14:creationId xmlns:p14="http://schemas.microsoft.com/office/powerpoint/2010/main" val="555179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</Words>
  <Application>Microsoft Office PowerPoint</Application>
  <PresentationFormat>Benutzerdefiniert</PresentationFormat>
  <Paragraphs>561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10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Cambria</vt:lpstr>
      <vt:lpstr>Courier New</vt:lpstr>
      <vt:lpstr>Georgia</vt:lpstr>
      <vt:lpstr>Segoe UI</vt:lpstr>
      <vt:lpstr>Times New Roman</vt:lpstr>
      <vt:lpstr>Verdana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2026-10-08T08:59:35Z</dcterms:created>
  <dcterms:modified xsi:type="dcterms:W3CDTF">2026-10-08T08:59:35Z</dcterms:modified>
</cp:coreProperties>
</file>