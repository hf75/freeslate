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611594-7CB2-5820-CD54-04D09C3CB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6FC9C98-42CC-E353-667B-E3BEF66CF7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9D3695-76AE-DF3C-7FB7-073F5A228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C554BC-F0B4-4AE5-4CAA-CF7551C73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030204-099F-8808-F7FF-65DE212EA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680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76252-DA11-6756-4A18-C8925178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DA748-E922-285D-73DF-B950B9849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4B29EE-B323-FD18-DA7B-59F01EC7A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F0D161-FC87-3F0D-FF20-B9617ADC6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50D557-64C6-8F08-5F4D-95262D9BF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067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20D5-D5D7-8BEE-3BF7-13F9E2ED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B58CEC-778C-5D41-E05E-4D636485F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89F325-EC6A-DE51-6D92-1C2EB9CB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AB369A-0F2A-DB08-8B70-858CE04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61EF26-54E9-514E-4ED4-BDE25DD36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3612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17581E-A99E-1F4F-6C68-A1F4A47B8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8921D6-F298-1722-828D-457EFB7572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FA635D-FA6A-7FB7-B694-4F32D4EC60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6BF591-B321-ADEA-0F3E-D62BA3DBB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909C812-AEF3-9A21-DFCE-88065D0F7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B4659E-E520-1FC9-BC10-23B6D132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803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9B07D-73DE-5A4A-65B5-C5BEF29F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61AECB4-B409-A74F-9004-95144E532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5075292-1A3A-A85D-C3B8-FA2CC6B29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303CB1-5FF9-DCA4-DFA9-71FD943626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7638636-AF7E-EB47-1F95-4451C1D73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FFB5D49-C301-21C2-6E61-B63E7A0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463F688-9A85-4AF3-449A-2A685CCA0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D95FF70-9B08-31A5-5D35-2323D1E75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6536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0A2F2-C60D-1BD8-6326-C59BD3E5C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223099C-CABA-A139-1E7A-980F5416D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878FAB9-889A-FC4E-C974-1DE96EC89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CB3A467-CFAF-B848-8E75-098AD8EA0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750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ABDBD4F-7DFA-08AD-758D-57EC9AC21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1428B3A-42FE-F70B-29CD-D57A502A4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E04460-7673-0946-9738-B9F82229C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1837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B2BD61-1445-D72E-6F3C-633C4FC30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61532D-8E61-74BA-6A2A-69A335F85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C6DF9D-0FBC-22A2-6E0A-9404D6E213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A07EA18-A712-E4E0-2AC4-5DE952611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2E2606-DD7C-A5E7-710D-77FB33B78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90D249-7917-8450-921D-5E7CD3774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151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3FE3F7-BD51-02FF-4698-7D0B1E9ED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11BDDFF-9A11-CBF1-A8E1-AB5984A9185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86A1DC-9AA7-F6B1-6739-1239A26E18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5325F1-1EC1-CE72-0218-BAFDAFDAD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0980C1-441D-40FF-E591-31A09CDE0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22D7379-E8ED-1D0E-FF8B-E8351C56D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3148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91FE1-59FC-9300-3752-84AEAADA3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A09E2D0-0F89-1BA8-03E2-D531A81A0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A8C829-0F88-37AC-7CA8-F90B4D91F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C0BCEB-0DC5-2585-0D78-610A2954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D9B773-7736-AE82-E80E-E674A673E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341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AACD90C-FA06-AD0C-AA17-55A11E9036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7473DE6-6BD3-8CFB-A5DB-36F986F03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07F986-3D3E-1032-3E0B-81C409CD1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558442-6689-0D42-0EDB-76C5637D2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B01155-B14D-1C09-AF2B-294AC11B4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1862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82ADBC-0D34-F551-0F6A-4501B1A5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46B62D-8932-83EE-5F31-E8CBE77AB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E1B88A-EFEE-4F23-DE3E-1C19937C51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F5435-2549-4D64-A39E-BB20B0E2187A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D42301-A670-085A-379D-EB01E8D76D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841761-4C94-CF68-D6F2-4625C06D6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76E8D-7EB0-4433-A98C-8021586EAF0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6705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B927EE2-53A7-8B20-1A2F-531C72F2A213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73CF61A-2417-4C61-54AA-78C33CBE8F43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DB710D-989E-7F69-78DF-65CC2D231338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A3889B1-19B5-4EE4-E22E-B9DE9CDDAC41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15564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D5B86C6-989A-D786-5D12-B41DBA61D7EC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8860F1-4CBE-83BE-483E-5D2877A91CC2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5F78763-17F4-0A8F-A7F4-B4A98FD16CBF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4878D7F-9BD6-B9F4-64AF-7E06026A7A0E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616596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856F378-1852-43FF-BADA-5D8B02EC7CCA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20E18A8-B7C4-67EF-5635-BCC6739386E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A525F4-B394-2CA1-28DC-D1CF8B7047B8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B8948F-19BF-E44B-BC36-5258A4E3ABF4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576840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8648ABC-2A02-DCC2-4B23-86CC02A5610D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9E2898B-DD51-1C66-79D3-EA31A073D301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4172A6A-7C05-1DCA-ABB6-252ED9DEDDE5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D91E0E5-CC4D-64C7-B940-53DE26EF0E6B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472195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029D7704-F7A8-A0DF-7234-74ED22C88BD1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DB82B1A-8CB6-DB1F-81B0-5A61EF7392FE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C2B6B5-DC12-22B8-FC71-C96601553472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9E04FF3-0C36-E379-281B-1CBEAA62F41B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778254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599078F-E04C-C4B7-FD81-5A88C39CD76F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9A57DC8-D662-BE43-D38B-F87ED94929F8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3319065-44A2-D55A-6308-431A0134D5F2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FC72E30-637A-87EB-F972-1D4B6D8AC2D6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109192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D270ED-56C5-6458-778E-1ABA559F9613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79935DA-D997-276C-D546-B0B4DB6A260B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E7C0D6D-08BA-35C3-833A-7B238474FC92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B0AC1AD-FF88-20A6-3E0B-A48AD2EDB832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409220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AF34DE6-FEE6-BDD0-ACA1-AE1A0E028037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74FC4B8-DA95-FB32-13A0-001B11D3AA76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99762E-DEA9-5B5B-7456-D2A2AD804C20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385471D-1B1B-236C-F93F-36C7D6E9E20E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917285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E6D33A8-1EDD-3EC9-E20A-2B8EC38B4FEC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7334D6D-D176-6F2C-4446-26AE9E6CCB8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97CDF2F-A1A2-9EAB-4614-F4E6193956FC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39AD10E-DEAE-444C-D40B-9D86686B9583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81922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7C860A6-EF34-AC0D-9F80-65DBAD439038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5F3F7E5-B501-8881-2129-FE0617645B48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6ACB1CC-5F3D-3E5E-3EEA-915DA1041F17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A137198-E725-83A3-F435-C95CA871F7F3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544016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34B48E2-EEEE-1000-0BFF-D6E73983632F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5B72E3C-739F-218F-5A81-7CE128AD94F4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A0964D0-5283-BDDF-90F4-26515FC99858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59F6321-77EB-B39F-AED5-A83F6E43D135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238859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65DF82F-E29C-6F66-B3A3-A06C10E553E6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DB2E576-07E9-21AC-E1A0-068690DBB438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F33A9E3-3A83-4FA3-8E2E-7613E4859AF5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9232F5-4ED3-126D-CC1F-60523685458F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175220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5DD7AAA-EDE4-5C5F-A62B-289585E7D099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5D33CB4-ED7F-3415-A7DF-337C7051545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2A7AF30-94C1-6AAD-0A27-BA06C0B02525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B745D09-2A53-8905-BA21-548A84F5C196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442420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8975B98-C63B-E9F2-1C58-373D466E1EA6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DDEE59D-C11F-6B9D-9F72-BE62AE32DC7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94EF904-E1BD-5C8D-0D76-5CE1D2D3EBEE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BC79D97-A3DA-4BF4-36B3-781F71B8E139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642290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FE1FABC-BE4D-43B0-1860-CE4B59619B20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4FD090F-0FC7-F8A2-3BED-779C2BE2305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730A0F2-37CD-A375-2E45-26DDC8B750DD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66CF8A5-8451-1CDC-D742-ABCB1340B1D4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28350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98C327-413A-23E8-8C85-E8FAABFB9832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F7E6DBE-1CC2-B739-114C-A10CBF4501B1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C14AC84-89AA-4F83-D357-608F1A7983B8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C2D0D4F-6F33-7120-6FED-BBE324F55D25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666228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14271F3-0D7B-C5C9-DF89-9008A079D58B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80CAC84-F955-2B3D-9782-5598130F71FA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4B7E2A5-DBFA-2F27-E987-DDE2FD492FAC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9281C85-D0E5-D799-9557-DF56C6A84D83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2931075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38776B2-A3EC-6838-E92F-D1B1A689D865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C2AAA35-66C4-5BF9-E80B-861FCE5CEFAC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A770951-5ECC-BAEE-5D76-AC303780AE93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B4823B-9D5B-9007-FAAB-9C97055CA1E9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524349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ACCFE71-30F1-F875-C2CF-F3F6097C7663}"/>
              </a:ext>
            </a:extLst>
          </p:cNvPr>
          <p:cNvSpPr txBox="1"/>
          <p:nvPr/>
        </p:nvSpPr>
        <p:spPr>
          <a:xfrm>
            <a:off x="254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1E4978-94F2-FB34-6793-8D8D02209B8B}"/>
              </a:ext>
            </a:extLst>
          </p:cNvPr>
          <p:cNvSpPr txBox="1"/>
          <p:nvPr/>
        </p:nvSpPr>
        <p:spPr>
          <a:xfrm>
            <a:off x="3302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ctr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C3758B9-7E72-DC90-2A74-BF21671F123A}"/>
              </a:ext>
            </a:extLst>
          </p:cNvPr>
          <p:cNvSpPr txBox="1"/>
          <p:nvPr/>
        </p:nvSpPr>
        <p:spPr>
          <a:xfrm>
            <a:off x="6350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b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B9CE8-CF23-6B41-234B-6B8451898A2D}"/>
              </a:ext>
            </a:extLst>
          </p:cNvPr>
          <p:cNvSpPr txBox="1"/>
          <p:nvPr/>
        </p:nvSpPr>
        <p:spPr>
          <a:xfrm>
            <a:off x="9398000" y="508000"/>
            <a:ext cx="2540000" cy="381000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8113246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DF9DE59-CFD3-B313-BFB0-93CC6E361910}"/>
              </a:ext>
            </a:extLst>
          </p:cNvPr>
          <p:cNvSpPr txBox="1"/>
          <p:nvPr/>
        </p:nvSpPr>
        <p:spPr>
          <a:xfrm>
            <a:off x="254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</a:t>
            </a: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D300985-4633-CED8-62AB-C0961842D647}"/>
              </a:ext>
            </a:extLst>
          </p:cNvPr>
          <p:cNvSpPr txBox="1"/>
          <p:nvPr/>
        </p:nvSpPr>
        <p:spPr>
          <a:xfrm>
            <a:off x="3302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2E885B4-E216-D7B0-0C34-F85D89F2468B}"/>
              </a:ext>
            </a:extLst>
          </p:cNvPr>
          <p:cNvSpPr txBox="1"/>
          <p:nvPr/>
        </p:nvSpPr>
        <p:spPr>
          <a:xfrm>
            <a:off x="6350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2482F46-0612-9092-7AAE-176CF0103C3E}"/>
              </a:ext>
            </a:extLst>
          </p:cNvPr>
          <p:cNvSpPr txBox="1"/>
          <p:nvPr/>
        </p:nvSpPr>
        <p:spPr>
          <a:xfrm>
            <a:off x="9398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709036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6EA8564-A304-BEB6-7273-0ED557C8D8E1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F209957-D808-301B-E1AA-D0731C8A2613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C112366-A91D-43F9-A18E-00873AC6C16E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30123DE-B9E2-5555-3384-4AEB20651A88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4205571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A714E72-916E-7D49-E1F8-D1F61DBDC06B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F7E52D6-A2C6-553D-C226-6E3608322045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22E07E2-5861-A567-7D8D-6887FC48F6ED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8336B99-95B6-B774-0BE1-5CA94D2D0317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4042998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50B6701-330D-B10F-4CB6-6894597B799B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1107DBF-E5AB-79CB-0B2C-F8BD69100E81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39DD349-EBFA-BE85-BB45-DC32A210C485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667DD-317D-9AE1-A19B-52302A04797C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9415263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C98FF2D-212A-7B70-623B-C41A06195308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DA6ED57-D2C9-1920-E21B-A2ED7BF563C6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F4F3FA1-C20C-F9FB-6F34-4DBAF6C19E61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DE30615-887B-9E8C-8163-4BD6656296A5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47981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CFE21B9-543C-2809-D964-274D548FFC3E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B58863F-FE83-C14B-C124-C059F5AFF2C1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416CD3-9120-6D42-434B-FE8A9ABAC08F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7EA188D-C903-DFCF-7ECC-D709AC52FCD0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01539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Microsoft Office PowerPoint</Application>
  <PresentationFormat>Benutzerdefiniert</PresentationFormat>
  <Paragraphs>561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</vt:lpstr>
      <vt:lpstr>Courier New</vt:lpstr>
      <vt:lpstr>Georgia</vt:lpstr>
      <vt:lpstr>Segoe UI</vt:lpstr>
      <vt:lpstr>Times New Roman</vt:lpstr>
      <vt:lpstr>Verdana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2026-10-08T08:36:11Z</dcterms:created>
  <dcterms:modified xsi:type="dcterms:W3CDTF">2026-10-08T08:36:11Z</dcterms:modified>
</cp:coreProperties>
</file>