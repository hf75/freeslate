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7A717-3D48-D828-37E5-19C6168F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CD4076-8648-6A1F-EF31-C05C8EBEF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A6FD2-2FF3-0AE9-E37B-3117104E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0A3CC3-47EF-0D5D-A3FD-58D2B2AE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D2F0E5-93E5-4671-1AC7-5E78599C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504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5B890-33D6-3735-EF57-596B34C16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3E99BA-3004-B80E-5257-3750C304E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34D011-99DE-4053-9830-D98BCE33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5E3380-563C-531B-EFFB-F350CE771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6208F7-579B-F4E0-77AD-8F9A7C32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32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2E2A0-A45D-28C7-EEEE-BAAD2BD4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5AE71A-8E25-8083-D5FA-1793CC2B5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434B88-159A-06D9-4ED9-3BCEFF36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01F647-15BC-55C6-AA15-4CA5A091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580579-612B-7F2F-F94E-286AFEB2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35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03285-C796-ED77-7806-67B2D1C1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081015-A72E-F0FD-CBC7-E121316F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323C8F-8EA7-E8A3-07F1-FB64C0DE9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FEF25C-7E0A-9C1B-491C-4DE8D048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BF6A86-B7B3-7A3A-235E-B1672B30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8C3078-3EA8-7957-FCDD-0CCF1EE0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43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9E754-2BFF-4D36-65DB-14D2B422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7DAF62-47BD-FFD5-2B96-61DA65F1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8651E6-661B-49E5-03A3-5A12F420C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35F9C7-F21F-4D77-5084-90DAD31D5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126A39F-4DA4-28AE-B439-C6CFF93A5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9AF2DA-11E3-69B3-9ACD-6F7C45A7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429F4B0-0BF4-C00A-8C53-F43B7652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CBEB4C-E494-2CBF-CC94-A5617136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16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54707-83E7-9539-2FE1-5154903D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46784C-44E4-C874-66C3-FBC49F61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72891E-9216-4BCC-0860-DE7D90B6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01CCDC-FCFE-F3B6-D20D-88587FA2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283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AF4FA4-7F2F-59A4-9763-59B409E0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00EF30-9111-0C28-78A3-49F374EA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A5ACD1-0E21-4E6A-74D4-BD518085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051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E1750-89C5-5490-B291-0F5C8F0A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250AFC-643A-C23A-1945-07CC3934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4A241D-7D12-C552-7DD8-FEE4DDB3B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E34883-FEAA-2A5B-B2AC-E4625DD14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79BE90-4CC3-6759-5ED8-1DC4807B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046D22-10FA-83EA-4E91-48F18C68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71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D0662-D277-8816-5E07-4BCB901F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A89C1D-06BB-571A-2741-30507EE054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519ABC-6ECB-1A00-02AF-7254F285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E909FC-9045-10A4-3F50-8E7D71B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CCCB48-E4E0-7B50-1C48-A19F1374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B1CFC4-3C30-6F48-F4BD-90BC8E6D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78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221EE-68D2-683A-FA9B-BA9D8D64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DA786E-6285-7956-BE4D-2D262F1DB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207D8D-128C-B483-AFA5-E29C413A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83645-AAD0-96F4-2CDD-6907BB35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6F2771-F94E-821C-E00E-08AE0497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87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153B24-5327-51DC-5DCE-6A37F666C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4080AF-987E-ADBE-5160-C3EA7AD9A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F9FBC4-07E0-1F92-BB9F-3309B1C9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75D69E-359E-650E-74ED-6238A2FB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508C72-15F5-02DB-FE48-9C09A1CE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307C39C-D918-A1E1-C478-A325B77B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DA4B70-01D0-4ED9-9836-763DDE96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75AE0-016E-6285-CE59-D8D763216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2C7D4-AFF3-4799-A37B-64BC7CFCFD9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14744B-CB75-D1A3-5681-844F2E9E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3D80E5-B766-5745-BAAC-8CD06B103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D1EE3-12EE-475A-9834-64E2C82705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66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6DA9413-E3D7-8DDC-303D-3CFB6A7070B6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43A1202-A482-214A-5F6D-027D88606602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7C9A5B-8100-65EB-205B-45F00E3E1941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9E66E8-8ABC-2CF8-4EAC-2916AC36D98B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01814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C3BE7EA-76BA-9DE2-A9C9-0E31C6E5A3BC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3C7C805-486A-14A6-7EE1-3E2BE1912F9C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EE7AE6-5EC8-CC49-818C-933312D89B8C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F867191-E11B-EE0D-37EB-6ABA10161A60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67109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685B47A-DFCD-E642-1114-AC99A6FC8656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C6BCC1-0AA3-A2CC-60CA-B2E31EA37B05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75ACB6E-6C30-6DB7-6B6B-DC8938C050FC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61EC9A-42D9-82A0-7355-644EE4D1B474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43948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1D36BB8-0CBD-04B5-882E-87BD69BFA5DC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8CF549-2829-8D66-690A-93AFC4F046CC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5BD886B-4FF1-31BE-8C88-0B76F4CCD383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DB130EC-5F2F-E2EC-47BB-6630DC81F6A9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libri" panose="020F050202020403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75371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9E70937-D4A0-31DC-1FCB-3C959FC948A0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D64AA1E-AE8D-FB52-B7D8-8B6F7C965BB2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FF8122-8DB2-8A84-0C1B-A3A1AFFF319E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07E26C-6814-6959-F211-805B660FE6B1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55342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5332FE8-84A4-1D21-6536-61670E5BDF33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E0AF433-D2C0-DE1C-3D68-FED9AF3259DB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CCC4F2-B7D5-46A0-5A60-8195F71710EB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194B85-BA9E-D371-C5DB-7D749D51C74B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99852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87561AD-C871-2BE3-E54F-CA6B66E76554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199C93E-5C5F-81BF-AE30-C85BC0DB6031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87AA4D-3DBE-D7AE-EF19-55B38BE683AE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42D3054-CF14-C994-BBBE-63421854AB18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20548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A1912C6-8001-47BB-C762-36DA4B9C93CB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A4139DC-D473-8D7A-6F69-47A7449DC9B2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72D0EAA-AB62-08D7-B112-EE9113269F73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5D2F34-6B7A-E037-3038-576D1B19BBD2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98462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3377EC1-ADF6-7EE5-B9AC-ABF1F855E5D1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EA05D25-1335-8525-6C90-1826F93ABF56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E0764CD-1D78-FD68-02C9-E72788FF384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EC135E-E145-480D-EA43-034DEB42DCF2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202816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7FFAD51-D733-0E22-6334-6B8DFA5AEC61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7F97DA-18ED-EC9E-848D-04C606963C87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CB003CE-38A0-1293-AB2F-B78562F3A3AE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729F3A-DFE8-4CE0-6161-0F0CDF187C7F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Segoe UI" panose="020B0502040204020203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8233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52CCDEE-5BD8-A9D6-E31F-827BDA5B838B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92634EF-2C6B-9B5B-89F7-F3B38972C490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6E5CE3-87A6-6427-1672-778EA6DDD02C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B972544-1EB5-7A85-6034-1EEA5933D553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060256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2E87ACA-063A-B5A3-4A16-48BAF333EF3A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CED9C1-1FB1-BCCE-04D1-441086D477F5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7636EE7-3FC3-CE86-41AB-7F60489C11C5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110E24-624A-EEED-A69D-165EC24236F8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Georgia" panose="02040502050405020303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255333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76C940D-6321-ABE5-FF2D-C1F17D0454CE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75C8A4A-235B-A9DD-1179-3812F867CDE0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9D0C2B-E58B-7FB3-7724-3A586BF8448B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8BAEA4-C32F-EC25-131D-8C30D7FD84CF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481376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21001C6-0DAE-4744-CAD1-DD7ADCF27CAD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017765F-BA9B-6DD4-0376-662DD3CECDCA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7426D6-3207-2C13-3A60-119AA5B8DC4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35300D-B35D-F46C-9834-934E9ED58D2D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ambria" panose="02040503050406030204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79877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85B727E-930D-C4D6-E5A5-E291F11410D8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597D8F-BE38-7C62-CADD-AC26009D872C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9601E0E-FB72-6044-3897-115D1D4F843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1035ABF-7171-CD0F-C611-E81E6ADAB11B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897647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335E710-549B-B67F-60FE-71BDCE25C9ED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267A8A5-4CC6-0CAA-A760-0FB8164BFC96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63460A7-CEEC-B6FA-BCD6-08269F8623A5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22E80B-F63D-D0EE-E6CE-6973D8E7216D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621201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EF10E3-3C11-A02B-8EA8-48385B08650D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B9988E-8546-4A87-0613-D64CA79E0FBE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9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BC81E1A-E57E-CC37-A621-E7349752577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ct val="150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A80349-8FE3-15EF-9DCD-717955C10130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lnSpc>
                <a:spcPts val="4000"/>
              </a:lnSpc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63688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B273C6B-4B3B-CFC3-92D7-BC2B655174A4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12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A5BBC63-E2A0-8029-5C6F-0DF701B1E849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DD299A0-FED1-D066-E02F-42D8A3384B6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69A8F8-20A1-2D1E-5B93-94FF53A3E3A2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sz="2400">
                <a:solidFill>
                  <a:srgbClr val="000000"/>
                </a:solidFill>
                <a:latin typeface="Verdana" panose="020B060403050404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796795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3D3C341-E905-EE75-E903-05A3FC32D5F0}"/>
              </a:ext>
            </a:extLst>
          </p:cNvPr>
          <p:cNvSpPr txBox="1"/>
          <p:nvPr/>
        </p:nvSpPr>
        <p:spPr>
          <a:xfrm>
            <a:off x="254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2DC4E12-91FB-60BD-F064-4F51D6696BF8}"/>
              </a:ext>
            </a:extLst>
          </p:cNvPr>
          <p:cNvSpPr txBox="1"/>
          <p:nvPr/>
        </p:nvSpPr>
        <p:spPr>
          <a:xfrm>
            <a:off x="3302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3C83DF-AC14-1906-B39F-6CBAA1637D12}"/>
              </a:ext>
            </a:extLst>
          </p:cNvPr>
          <p:cNvSpPr txBox="1"/>
          <p:nvPr/>
        </p:nvSpPr>
        <p:spPr>
          <a:xfrm>
            <a:off x="6350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b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5F94F04-9CAC-0B5B-16F4-0C0288497DDE}"/>
              </a:ext>
            </a:extLst>
          </p:cNvPr>
          <p:cNvSpPr txBox="1"/>
          <p:nvPr/>
        </p:nvSpPr>
        <p:spPr>
          <a:xfrm>
            <a:off x="9398000" y="508000"/>
            <a:ext cx="2540000" cy="3810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678470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C4E4000-1034-13EB-689B-4EFA1BF64921}"/>
              </a:ext>
            </a:extLst>
          </p:cNvPr>
          <p:cNvSpPr txBox="1"/>
          <p:nvPr/>
        </p:nvSpPr>
        <p:spPr>
          <a:xfrm>
            <a:off x="254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4800">
                <a:solidFill>
                  <a:srgbClr val="000000"/>
                </a:solidFill>
                <a:latin typeface="Aptos" panose="020B0004020202020204" pitchFamily="34" charset="0"/>
              </a:rPr>
              <a:t>HH</a:t>
            </a: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5A7DD96-6106-6291-6CC4-810EC8816CAE}"/>
              </a:ext>
            </a:extLst>
          </p:cNvPr>
          <p:cNvSpPr txBox="1"/>
          <p:nvPr/>
        </p:nvSpPr>
        <p:spPr>
          <a:xfrm>
            <a:off x="3302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BB51ED-3106-CAA3-0C54-BD932DB4F00E}"/>
              </a:ext>
            </a:extLst>
          </p:cNvPr>
          <p:cNvSpPr txBox="1"/>
          <p:nvPr/>
        </p:nvSpPr>
        <p:spPr>
          <a:xfrm>
            <a:off x="6350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 marL="457200" indent="-457200">
              <a:buSzPct val="200000"/>
              <a:buFont typeface="+mj-lt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SzPct val="200000"/>
              <a:buFont typeface="+mj-lt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SzPct val="200000"/>
              <a:buFont typeface="+mj-lt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 marL="457200" indent="-457200">
              <a:buSzPct val="200000"/>
              <a:buFont typeface="+mj-lt"/>
              <a:buChar char="•"/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02FF442-86CC-F2AB-A67A-98649C3C0095}"/>
              </a:ext>
            </a:extLst>
          </p:cNvPr>
          <p:cNvSpPr txBox="1"/>
          <p:nvPr/>
        </p:nvSpPr>
        <p:spPr>
          <a:xfrm>
            <a:off x="9398000" y="508000"/>
            <a:ext cx="2540000" cy="3810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227297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8689ADB-D23E-DDA5-33EE-E469F409C354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F8AA86F-BF34-9EFA-66A6-C1A86B805BC1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D0BB9E-1D26-C47C-B133-A931FE316B87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E407C54-9F18-F36E-32DC-92E6D33B306A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167377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5B1454D-D1C5-7F73-BA6E-B3C1198A1952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58AA22F-97C1-B190-12F5-6BBB79D4E4BB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A8955D-B0CA-449F-029F-E68D5AB17C76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847B5E-8999-E690-5DBB-EBDF64CADAA3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59103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43E22B2-42B8-BAA9-FB7B-41B2CA78E2B0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05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2A75BF0-A905-E0E9-29EF-5C1407474B34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1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B011715-72EF-BEF0-ED74-E8B36F17D271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2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60BBBDB-104F-A5D8-E14F-9166402B7DD0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ct val="130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3819084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2874EAF-6A27-7AB1-9DD9-56FFC8B5A2BE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0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6E94DB-3736-629E-AE60-F34500B3EFE6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13CA7A-ECD7-7CF3-BB00-BFD1BCDB44CD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288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7D1E4E4-8081-A244-38FA-F85247795975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  <a:p>
            <a:pPr>
              <a:lnSpc>
                <a:spcPts val="3400"/>
              </a:lnSpc>
            </a:pPr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181974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D4B3252-E8FA-52B1-E0AD-0F5C80022AA4}"/>
              </a:ext>
            </a:extLst>
          </p:cNvPr>
          <p:cNvSpPr txBox="1"/>
          <p:nvPr/>
        </p:nvSpPr>
        <p:spPr>
          <a:xfrm>
            <a:off x="254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8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A0C09E-5CF4-6544-1ED5-62D673F942AC}"/>
              </a:ext>
            </a:extLst>
          </p:cNvPr>
          <p:cNvSpPr txBox="1"/>
          <p:nvPr/>
        </p:nvSpPr>
        <p:spPr>
          <a:xfrm>
            <a:off x="3302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7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91B4CB-E83F-BA74-BE76-AB2E4E2133E6}"/>
              </a:ext>
            </a:extLst>
          </p:cNvPr>
          <p:cNvSpPr txBox="1"/>
          <p:nvPr/>
        </p:nvSpPr>
        <p:spPr>
          <a:xfrm>
            <a:off x="6350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lnSpc>
                <a:spcPct val="50000"/>
              </a:lnSpc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DBC5CA-50EF-A412-42A9-1511C032BC19}"/>
              </a:ext>
            </a:extLst>
          </p:cNvPr>
          <p:cNvSpPr txBox="1"/>
          <p:nvPr/>
        </p:nvSpPr>
        <p:spPr>
          <a:xfrm>
            <a:off x="9398000" y="508000"/>
            <a:ext cx="2540000" cy="6096000"/>
          </a:xfrm>
          <a:prstGeom prst="rect">
            <a:avLst/>
          </a:prstGeom>
          <a:noFill/>
        </p:spPr>
        <p:txBody>
          <a:bodyPr vert="horz" wrap="none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  <a:p>
            <a:pPr>
              <a:spcBef>
                <a:spcPct val="50000"/>
              </a:spcBef>
            </a:pPr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</a:t>
            </a:r>
          </a:p>
        </p:txBody>
      </p:sp>
    </p:spTree>
    <p:extLst>
      <p:ext uri="{BB962C8B-B14F-4D97-AF65-F5344CB8AC3E}">
        <p14:creationId xmlns:p14="http://schemas.microsoft.com/office/powerpoint/2010/main" val="218393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Benutzerdefiniert</PresentationFormat>
  <Paragraphs>561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</vt:lpstr>
      <vt:lpstr>Courier New</vt:lpstr>
      <vt:lpstr>Georgia</vt:lpstr>
      <vt:lpstr>Segoe UI</vt:lpstr>
      <vt:lpstr>Times New Roman</vt:lpstr>
      <vt:lpstr>Verdana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2026-10-08T09:08:06Z</dcterms:created>
  <dcterms:modified xsi:type="dcterms:W3CDTF">2026-10-08T09:08:06Z</dcterms:modified>
</cp:coreProperties>
</file>