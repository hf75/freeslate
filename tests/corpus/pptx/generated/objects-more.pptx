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1C3C9F-B967-7610-71BA-9F6D8F078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BDA7613-1096-17C1-A4CD-7672A30A4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80C2F9-B806-0668-82A1-C801A969B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3A2E-3BAE-4274-8AF9-0DEB7F767AF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9E5B17-618F-5AD4-FCAA-499C88CAC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BDD25B-E53D-6A18-41BE-8DF3DF5E6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F4046-FA4C-4A98-B3BE-2B73877F18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953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C058A6-38A4-F7C4-1D2F-0C7C284F4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256559-84B1-0CA7-82CA-227FABDB4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C4A3AD-B2A8-ADBE-7F1C-668470D39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3A2E-3BAE-4274-8AF9-0DEB7F767AF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E0DABF-CEE7-500C-B681-65A58E9DD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69287E-D0BD-A93D-9E9A-E88021E18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F4046-FA4C-4A98-B3BE-2B73877F18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7835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7D5F86-D6B1-ED98-83BF-705FEFC2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23F901-A1F7-4B93-00EE-8F18E22DF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56E512-03A8-3F30-FCFD-C3A24A9CD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3A2E-3BAE-4274-8AF9-0DEB7F767AF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EBEA23-602D-17CC-EF87-2F6A99C2F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2FCDC6-9514-8B24-B1F6-48BCC9812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F4046-FA4C-4A98-B3BE-2B73877F18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6141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AC60AC-3F7E-E906-98A6-FFF6B807E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347727-1360-8E2D-C980-FB57B3F5AD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B932AD-D41E-4B25-5033-4729FEBDB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F19097-24FD-96D4-E875-44FFCE9F4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3A2E-3BAE-4274-8AF9-0DEB7F767AF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7368433-C7E6-E3DB-BAAC-7AFA9E5C9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517A931-7E97-2329-B005-081FBC78E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F4046-FA4C-4A98-B3BE-2B73877F18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933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63A42B-52AB-FC02-DA3E-44469EAC9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83FBED6-9E2F-E0C9-7B4C-84122B5DA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308153-09F0-F27C-83E0-78E53F327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EEF235A-A0F3-1E4D-7760-62C5D3624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91BB7DC-5B9E-87B7-AABB-528DA9DDA0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398BC3C-7905-507C-E9B9-FC97E0111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3A2E-3BAE-4274-8AF9-0DEB7F767AF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7D362D5-DF7D-4BA0-75D3-6A85ECF82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D97F093-86C5-B860-330F-5F65CEE9F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F4046-FA4C-4A98-B3BE-2B73877F18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1736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3D70CB-47D9-2EDF-1D93-40817080D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CA28C83-6F0F-650B-0533-CCA6CDFA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3A2E-3BAE-4274-8AF9-0DEB7F767AF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C74C006-8809-8FCB-8B01-FD337D4B9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FCB2B0-C215-9F2C-8184-A4A7D7415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F4046-FA4C-4A98-B3BE-2B73877F18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8519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BF662A5-0792-4F12-9E0B-354AECAD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3A2E-3BAE-4274-8AF9-0DEB7F767AF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3029F0-D07F-A270-A6DA-D8A2705C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DA3F70C-D714-DC27-4914-4CB91AF7D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F4046-FA4C-4A98-B3BE-2B73877F18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991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9F0A56-DE96-7469-E5E9-1CF5CF46F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DC04E8-35E3-DC7B-0E4C-D30DF3869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A99C762-4105-67AA-E4B1-9E4E1300F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CF16C66-33F3-FD39-5ADD-4980FF047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3A2E-3BAE-4274-8AF9-0DEB7F767AF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A441E2A-5CC1-2A0A-7C4D-CE46F1C56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07F9F88-86AB-2A76-F848-3BFD2EDB7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F4046-FA4C-4A98-B3BE-2B73877F18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8395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022A72-3D41-0EF3-4F70-7C7BA5412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25BB48B-5302-9B8C-4F2A-9567CB403EB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9459AB3-547F-FCCF-911F-B1E1179F6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6593CAA-3F3B-AC7F-3DB6-D35B87640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3A2E-3BAE-4274-8AF9-0DEB7F767AF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3E0C738-1460-2125-9D00-FD563F249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54C3C78-501F-1AA9-435D-AF7FE175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F4046-FA4C-4A98-B3BE-2B73877F18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3493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6B8CC1-1BC2-8F73-2671-9C12FEAA1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6208A41-555D-E892-2F2B-2E392EF78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5FB269-1452-0469-9D80-86D44C066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3A2E-3BAE-4274-8AF9-0DEB7F767AF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C80B3F-5567-AD0F-2D37-A718824F7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109CB3-61BD-CAF4-C018-7BC5575B7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F4046-FA4C-4A98-B3BE-2B73877F18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8056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5CADD8E-3FA6-0F07-B621-48C9AD9B9C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55FD480-03B9-8A16-3041-86550BDB4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CB383A-8DCB-374D-6BBE-F3DF97FE7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3A2E-3BAE-4274-8AF9-0DEB7F767AF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21624C-4FBC-D3A9-7650-1B10075B2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DAAE58-A9C9-525E-495E-7C154FBE2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F4046-FA4C-4A98-B3BE-2B73877F18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8307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ACA8F0D-C49E-FEEE-BCCF-5B0FBCABF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03AA3F5-88A5-377C-6182-5D64FE029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44622A-077F-46B1-1FE5-E870B3FC0B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413A2E-3BAE-4274-8AF9-0DEB7F767AF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9A5443-A155-52DD-4FFE-4BD67C8082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802B8A-BF66-DA5D-0B4F-3F33F6D45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EF4046-FA4C-4A98-B3BE-2B73877F18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9852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0B15655-6FDC-E86E-306D-B14ED3AD5D2F}"/>
              </a:ext>
            </a:extLst>
          </p:cNvPr>
          <p:cNvSpPr/>
          <p:nvPr/>
        </p:nvSpPr>
        <p:spPr>
          <a:xfrm>
            <a:off x="381000" y="5969000"/>
            <a:ext cx="1524000" cy="50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Marker</a:t>
            </a:r>
          </a:p>
        </p:txBody>
      </p:sp>
      <p:graphicFrame>
        <p:nvGraphicFramePr>
          <p:cNvPr id="100" name="Canvas 100"/>
          <p:cNvGraphicFramePr/>
          <p:nvPr/>
        </p:nvGraphicFramePr>
        <p:xfrm>
          <a:off x="381000" y="381000"/>
          <a:ext cx="5080000" cy="3175000"/>
        </p:xfrm>
        <a:graphic>
          <a:graphicData uri="http://schemas.openxmlformats.org/drawingml/2006/lockedCanvas">
            <lockedCanvas xmlns="http://schemas.openxmlformats.org/drawingml/2006/lockedCanvas">
              <a:nvGrpSpPr>
                <a:cNvPr id="0" name=""/>
                <a:cNvGrpSpPr/>
              </a:nvGrpSpPr>
              <a:grpSpPr>
                <a:xfrm>
                  <a:off x="0" y="0"/>
                  <a:ext cx="5080000" cy="3175000"/>
                  <a:chOff x="0" y="0"/>
                  <a:chExt cx="5080000" cy="3175000"/>
                </a:xfrm>
              </a:grpSpPr>
              <a:sp>
                <a:nvSpPr>
                  <a:cNvPr id="101" name="Shape 101"/>
                  <a:cNvSpPr/>
                </a:nvSpPr>
                <a:spPr>
                  <a:xfrm>
                    <a:off x="127000" y="127000"/>
                    <a:ext cx="2286000" cy="1143000"/>
                  </a:xfrm>
                  <a:prstGeom prst="rect">
                    <a:avLst/>
                  </a:prstGeom>
                  <a:solidFill>
                    <a:srgbClr val="BDD7EE"/>
                  </a:solidFill>
                  <a:ln w="19050">
                    <a:solidFill>
                      <a:srgbClr val="1F3864"/>
                    </a:solidFill>
                  </a:ln>
                </a:spPr>
                <a:txSp>
                  <a:txBody>
                    <a:bodyPr anchor="ctr"/>
                    <a:lstStyle/>
                    <a:p>
                      <a:pPr algn="ctr"/>
                      <a:r>
                        <a:rPr lang="en-US" sz="2000">
                          <a:solidFill>
                            <a:srgbClr val="000000"/>
                          </a:solidFill>
                        </a:rPr>
                        <a:t>Canvas text</a:t>
                      </a:r>
                    </a:p>
                  </a:txBody>
                  <a:useSpRect/>
                </a:txSp>
              </a:sp>
              <a:sp>
                <a:nvSpPr>
                  <a:cNvPr id="102" name="Shape 102"/>
                  <a:cNvSpPr/>
                </a:nvSpPr>
                <a:spPr>
                  <a:xfrm>
                    <a:off x="2794000" y="254000"/>
                    <a:ext cx="2032000" cy="1270000"/>
                  </a:xfrm>
                  <a:prstGeom prst="ellipse">
                    <a:avLst/>
                  </a:prstGeom>
                  <a:solidFill>
                    <a:srgbClr val="F8CBAD"/>
                  </a:solidFill>
                  <a:ln w="19050">
                    <a:solidFill>
                      <a:srgbClr val="1F3864"/>
                    </a:solidFill>
                  </a:ln>
                </a:spPr>
                <a:txSp>
                  <a:txBody>
                    <a:bodyPr anchor="ctr"/>
                    <a:lstStyle/>
                    <a:p>
                      <a:pPr algn="ctr"/>
                      <a:r>
                        <a:rPr lang="en-US" sz="2000">
                          <a:solidFill>
                            <a:srgbClr val="000000"/>
                          </a:solidFill>
                        </a:rPr>
                        <a:t>Ellipse</a:t>
                      </a:r>
                    </a:p>
                  </a:txBody>
                  <a:useSpRect/>
                </a:txSp>
              </a:sp>
              <a:cxnSp>
                <a:nvCxnSpPr>
                  <a:cNvPr id="103" name="Line"/>
                  <a:cNvCxnSpPr/>
                </a:nvCxnSpPr>
                <a:spPr>
                  <a:xfrm>
                    <a:off x="1270000" y="1778000"/>
                    <a:ext cx="2540000" cy="1016000"/>
                  </a:xfrm>
                  <a:prstGeom prst="line">
                    <a:avLst/>
                  </a:prstGeom>
                  <a:ln w="38100">
                    <a:solidFill>
                      <a:srgbClr val="C00000"/>
                    </a:solidFill>
                  </a:ln>
                </a:spPr>
              </a:cxnSp>
              <a:grpSp>
                <a:nvGrpSpPr>
                  <a:cNvPr id="104" name="Inner group"/>
                  <a:cNvGrpSpPr/>
                </a:nvGrpSpPr>
                <a:grpSpPr>
                  <a:xfrm>
                    <a:off x="254000" y="2032000"/>
                    <a:ext cx="1524000" cy="1016000"/>
                    <a:chOff x="254000" y="2032000"/>
                    <a:chExt cx="1524000" cy="1016000"/>
                  </a:xfrm>
                </a:grpSpPr>
                <a:sp>
                  <a:nvSpPr>
                    <a:cNvPr id="105" name="Shape 105"/>
                    <a:cNvSpPr/>
                  </a:nvSpPr>
                  <a:spPr>
                    <a:xfrm>
                      <a:off x="254000" y="2032000"/>
                      <a:ext cx="762000" cy="1016000"/>
                    </a:xfrm>
                    <a:prstGeom prst="triangle">
                      <a:avLst/>
                    </a:prstGeom>
                    <a:solidFill>
                      <a:srgbClr val="A9D18E"/>
                    </a:solidFill>
                    <a:ln w="19050">
                      <a:solidFill>
                        <a:srgbClr val="1F3864"/>
                      </a:solidFill>
                    </a:ln>
                  </a:spPr>
                </a:sp>
                <a:sp>
                  <a:nvSpPr>
                    <a:cNvPr id="106" name="Shape 106"/>
                    <a:cNvSpPr/>
                  </a:nvSpPr>
                  <a:spPr>
                    <a:xfrm>
                      <a:off x="1016000" y="2032000"/>
                      <a:ext cx="762000" cy="1016000"/>
                    </a:xfrm>
                    <a:prstGeom prst="diamond">
                      <a:avLst/>
                    </a:prstGeom>
                    <a:solidFill>
                      <a:srgbClr val="FFE699"/>
                    </a:solidFill>
                    <a:ln w="19050">
                      <a:solidFill>
                        <a:srgbClr val="1F3864"/>
                      </a:solidFill>
                    </a:ln>
                  </a:spPr>
                </a:sp>
              </a:grpSp>
            </lockedCanvas>
          </a:graphicData>
        </a:graphic>
      </p:graphicFrame>
      <p:graphicFrame>
        <p:nvGraphicFramePr>
          <p:cNvPr id="200" name="Canvas 200"/>
          <p:cNvGraphicFramePr/>
          <p:nvPr/>
        </p:nvGraphicFramePr>
        <p:xfrm>
          <a:off x="6350000" y="762000"/>
          <a:ext cx="3810000" cy="2032000"/>
        </p:xfrm>
        <a:graphic>
          <a:graphicData uri="http://schemas.openxmlformats.org/drawingml/2006/lockedCanvas">
            <lockedCanvas xmlns="http://schemas.openxmlformats.org/drawingml/2006/lockedCanvas">
              <a:nvGrpSpPr>
                <a:cNvPr id="0" name=""/>
                <a:cNvGrpSpPr/>
              </a:nvGrpSpPr>
              <a:grpSpPr>
                <a:xfrm>
                  <a:off x="0" y="0"/>
                  <a:ext cx="5080000" cy="3175000"/>
                  <a:chOff x="0" y="0"/>
                  <a:chExt cx="5080000" cy="3175000"/>
                </a:xfrm>
              </a:grpSpPr>
              <a:sp>
                <a:nvSpPr>
                  <a:cNvPr id="201" name="Shape 201"/>
                  <a:cNvSpPr/>
                </a:nvSpPr>
                <a:spPr>
                  <a:xfrm>
                    <a:off x="127000" y="127000"/>
                    <a:ext cx="2286000" cy="1143000"/>
                  </a:xfrm>
                  <a:prstGeom prst="rect">
                    <a:avLst/>
                  </a:prstGeom>
                  <a:solidFill>
                    <a:srgbClr val="BDD7EE"/>
                  </a:solidFill>
                  <a:ln w="19050">
                    <a:solidFill>
                      <a:srgbClr val="1F3864"/>
                    </a:solidFill>
                  </a:ln>
                </a:spPr>
                <a:txSp>
                  <a:txBody>
                    <a:bodyPr anchor="ctr"/>
                    <a:lstStyle/>
                    <a:p>
                      <a:pPr algn="ctr"/>
                      <a:r>
                        <a:rPr lang="en-US" sz="2000">
                          <a:solidFill>
                            <a:srgbClr val="000000"/>
                          </a:solidFill>
                        </a:rPr>
                        <a:t>Canvas text</a:t>
                      </a:r>
                    </a:p>
                  </a:txBody>
                  <a:useSpRect/>
                </a:txSp>
              </a:sp>
              <a:sp>
                <a:nvSpPr>
                  <a:cNvPr id="202" name="Shape 202"/>
                  <a:cNvSpPr/>
                </a:nvSpPr>
                <a:spPr>
                  <a:xfrm>
                    <a:off x="2794000" y="254000"/>
                    <a:ext cx="2032000" cy="1270000"/>
                  </a:xfrm>
                  <a:prstGeom prst="ellipse">
                    <a:avLst/>
                  </a:prstGeom>
                  <a:solidFill>
                    <a:srgbClr val="F8CBAD"/>
                  </a:solidFill>
                  <a:ln w="19050">
                    <a:solidFill>
                      <a:srgbClr val="1F3864"/>
                    </a:solidFill>
                  </a:ln>
                </a:spPr>
                <a:txSp>
                  <a:txBody>
                    <a:bodyPr anchor="ctr"/>
                    <a:lstStyle/>
                    <a:p>
                      <a:pPr algn="ctr"/>
                      <a:r>
                        <a:rPr lang="en-US" sz="2000">
                          <a:solidFill>
                            <a:srgbClr val="000000"/>
                          </a:solidFill>
                        </a:rPr>
                        <a:t>Ellipse</a:t>
                      </a:r>
                    </a:p>
                  </a:txBody>
                  <a:useSpRect/>
                </a:txSp>
              </a:sp>
              <a:cxnSp>
                <a:nvCxnSpPr>
                  <a:cNvPr id="203" name="Line"/>
                  <a:cNvCxnSpPr/>
                </a:nvCxnSpPr>
                <a:spPr>
                  <a:xfrm>
                    <a:off x="1270000" y="1778000"/>
                    <a:ext cx="2540000" cy="1016000"/>
                  </a:xfrm>
                  <a:prstGeom prst="line">
                    <a:avLst/>
                  </a:prstGeom>
                  <a:ln w="38100">
                    <a:solidFill>
                      <a:srgbClr val="C00000"/>
                    </a:solidFill>
                  </a:ln>
                </a:spPr>
              </a:cxnSp>
              <a:grpSp>
                <a:nvGrpSpPr>
                  <a:cNvPr id="204" name="Inner group"/>
                  <a:cNvGrpSpPr/>
                </a:nvGrpSpPr>
                <a:grpSpPr>
                  <a:xfrm>
                    <a:off x="254000" y="2032000"/>
                    <a:ext cx="1524000" cy="1016000"/>
                    <a:chOff x="254000" y="2032000"/>
                    <a:chExt cx="1524000" cy="1016000"/>
                  </a:xfrm>
                </a:grpSpPr>
                <a:sp>
                  <a:nvSpPr>
                    <a:cNvPr id="205" name="Shape 205"/>
                    <a:cNvSpPr/>
                  </a:nvSpPr>
                  <a:spPr>
                    <a:xfrm>
                      <a:off x="254000" y="2032000"/>
                      <a:ext cx="762000" cy="1016000"/>
                    </a:xfrm>
                    <a:prstGeom prst="triangle">
                      <a:avLst/>
                    </a:prstGeom>
                    <a:solidFill>
                      <a:srgbClr val="A9D18E"/>
                    </a:solidFill>
                    <a:ln w="19050">
                      <a:solidFill>
                        <a:srgbClr val="1F3864"/>
                      </a:solidFill>
                    </a:ln>
                  </a:spPr>
                </a:sp>
                <a:sp>
                  <a:nvSpPr>
                    <a:cNvPr id="206" name="Shape 206"/>
                    <a:cNvSpPr/>
                  </a:nvSpPr>
                  <a:spPr>
                    <a:xfrm>
                      <a:off x="1016000" y="2032000"/>
                      <a:ext cx="762000" cy="1016000"/>
                    </a:xfrm>
                    <a:prstGeom prst="diamond">
                      <a:avLst/>
                    </a:prstGeom>
                    <a:solidFill>
                      <a:srgbClr val="FFE699"/>
                    </a:solidFill>
                    <a:ln w="19050">
                      <a:solidFill>
                        <a:srgbClr val="1F3864"/>
                      </a:solidFill>
                    </a:ln>
                  </a:spPr>
                </a:sp>
              </a:grpSp>
            </lockedCanvas>
          </a:graphicData>
        </a:graphic>
      </p:graphicFrame>
    </p:spTree>
    <p:extLst>
      <p:ext uri="{BB962C8B-B14F-4D97-AF65-F5344CB8AC3E}">
        <p14:creationId xmlns:p14="http://schemas.microsoft.com/office/powerpoint/2010/main" val="1932952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Benutzerdefiniert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2026-10-09T01:28:56Z</dcterms:created>
  <dcterms:modified xsi:type="dcterms:W3CDTF">2026-10-09T01:28:56Z</dcterms:modified>
</cp:coreProperties>
</file>