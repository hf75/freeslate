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" d="100"/>
          <a:sy n="14" d="100"/>
        </p:scale>
        <p:origin x="42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4BD4DE-9C54-4785-B674-53D65B23E33A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861359AF-1F89-4C3F-AFEF-F585BFF9984E}">
      <dgm:prSet phldrT="[Text]"/>
      <dgm:spPr/>
      <dgm:t>
        <a:bodyPr/>
        <a:lstStyle/>
        <a:p>
          <a:r>
            <a:rPr lang="de-DE"/>
            <a:t>Step 1</a:t>
          </a:r>
        </a:p>
      </dgm:t>
    </dgm:pt>
    <dgm:pt modelId="{89637FDA-3D25-4602-876F-82FAC6B8BD95}" type="parTrans" cxnId="{F26E1527-BBEF-4074-8FE9-9EBA41F90BDA}">
      <dgm:prSet/>
      <dgm:spPr/>
    </dgm:pt>
    <dgm:pt modelId="{72404B87-B9BF-4DBF-832A-1BAAF74E09FA}" type="sibTrans" cxnId="{F26E1527-BBEF-4074-8FE9-9EBA41F90BDA}">
      <dgm:prSet/>
      <dgm:spPr/>
      <dgm:t>
        <a:bodyPr/>
        <a:lstStyle/>
        <a:p>
          <a:endParaRPr lang="de-DE"/>
        </a:p>
      </dgm:t>
    </dgm:pt>
    <dgm:pt modelId="{9C258034-F29A-450A-AACD-162AF4712BB1}">
      <dgm:prSet phldrT="[Text]"/>
      <dgm:spPr/>
      <dgm:t>
        <a:bodyPr/>
        <a:lstStyle/>
        <a:p>
          <a:r>
            <a:rPr lang="de-DE"/>
            <a:t>Step 2</a:t>
          </a:r>
        </a:p>
      </dgm:t>
    </dgm:pt>
    <dgm:pt modelId="{72FEBA27-B42C-4214-AE15-6CA7FED98B9B}" type="parTrans" cxnId="{DD51AC50-C669-43A0-BF9B-86710DF77B37}">
      <dgm:prSet/>
      <dgm:spPr/>
    </dgm:pt>
    <dgm:pt modelId="{B1A90520-6EE4-4C20-A28B-BB6E25CD1627}" type="sibTrans" cxnId="{DD51AC50-C669-43A0-BF9B-86710DF77B37}">
      <dgm:prSet/>
      <dgm:spPr/>
      <dgm:t>
        <a:bodyPr/>
        <a:lstStyle/>
        <a:p>
          <a:endParaRPr lang="de-DE"/>
        </a:p>
      </dgm:t>
    </dgm:pt>
    <dgm:pt modelId="{F0179644-BEBB-4CAE-AFBA-E7276BB513AA}">
      <dgm:prSet phldrT="[Text]"/>
      <dgm:spPr/>
      <dgm:t>
        <a:bodyPr/>
        <a:lstStyle/>
        <a:p>
          <a:r>
            <a:rPr lang="de-DE"/>
            <a:t>Step 3</a:t>
          </a:r>
        </a:p>
      </dgm:t>
    </dgm:pt>
    <dgm:pt modelId="{7A5B7D12-33EF-4B18-ACF3-64C82D62CF5E}" type="parTrans" cxnId="{8B7B2E72-F240-450A-9990-646D740F0B08}">
      <dgm:prSet/>
      <dgm:spPr/>
    </dgm:pt>
    <dgm:pt modelId="{32C6BAE2-E4AE-4612-9110-91E9F0C777C0}" type="sibTrans" cxnId="{8B7B2E72-F240-450A-9990-646D740F0B08}">
      <dgm:prSet/>
      <dgm:spPr/>
    </dgm:pt>
    <dgm:pt modelId="{DAFE65A4-F119-4A2E-BD5A-A2F9AE64E66C}" type="pres">
      <dgm:prSet presAssocID="{174BD4DE-9C54-4785-B674-53D65B23E33A}" presName="Name0" presStyleCnt="0">
        <dgm:presLayoutVars>
          <dgm:dir/>
          <dgm:resizeHandles val="exact"/>
        </dgm:presLayoutVars>
      </dgm:prSet>
      <dgm:spPr/>
    </dgm:pt>
    <dgm:pt modelId="{25B9E496-EB7F-4160-BC8D-312D0CF969C4}" type="pres">
      <dgm:prSet presAssocID="{861359AF-1F89-4C3F-AFEF-F585BFF9984E}" presName="node" presStyleLbl="node1" presStyleIdx="0" presStyleCnt="3">
        <dgm:presLayoutVars>
          <dgm:bulletEnabled val="1"/>
        </dgm:presLayoutVars>
      </dgm:prSet>
      <dgm:spPr/>
    </dgm:pt>
    <dgm:pt modelId="{ED4E8728-D9C6-446C-8ACB-73BD3FAC0857}" type="pres">
      <dgm:prSet presAssocID="{72404B87-B9BF-4DBF-832A-1BAAF74E09FA}" presName="sibTrans" presStyleLbl="sibTrans2D1" presStyleIdx="0" presStyleCnt="2"/>
      <dgm:spPr/>
    </dgm:pt>
    <dgm:pt modelId="{B10669F9-79DB-4AA4-BCA0-8BEA2FD9FD28}" type="pres">
      <dgm:prSet presAssocID="{72404B87-B9BF-4DBF-832A-1BAAF74E09FA}" presName="connectorText" presStyleLbl="sibTrans2D1" presStyleIdx="0" presStyleCnt="2"/>
      <dgm:spPr/>
    </dgm:pt>
    <dgm:pt modelId="{04C464FD-C0C1-4E38-962B-53578DBDEEFC}" type="pres">
      <dgm:prSet presAssocID="{9C258034-F29A-450A-AACD-162AF4712BB1}" presName="node" presStyleLbl="node1" presStyleIdx="1" presStyleCnt="3">
        <dgm:presLayoutVars>
          <dgm:bulletEnabled val="1"/>
        </dgm:presLayoutVars>
      </dgm:prSet>
      <dgm:spPr/>
    </dgm:pt>
    <dgm:pt modelId="{E67046A6-CE71-4244-BC0E-EC7548D5AB16}" type="pres">
      <dgm:prSet presAssocID="{B1A90520-6EE4-4C20-A28B-BB6E25CD1627}" presName="sibTrans" presStyleLbl="sibTrans2D1" presStyleIdx="1" presStyleCnt="2"/>
      <dgm:spPr/>
    </dgm:pt>
    <dgm:pt modelId="{713422B9-721C-45EC-BBA4-C970CFAFBA14}" type="pres">
      <dgm:prSet presAssocID="{B1A90520-6EE4-4C20-A28B-BB6E25CD1627}" presName="connectorText" presStyleLbl="sibTrans2D1" presStyleIdx="1" presStyleCnt="2"/>
      <dgm:spPr/>
    </dgm:pt>
    <dgm:pt modelId="{3B46F7FD-3E8A-4E1A-8661-21BEE1C14CE1}" type="pres">
      <dgm:prSet presAssocID="{F0179644-BEBB-4CAE-AFBA-E7276BB513AA}" presName="node" presStyleLbl="node1" presStyleIdx="2" presStyleCnt="3">
        <dgm:presLayoutVars>
          <dgm:bulletEnabled val="1"/>
        </dgm:presLayoutVars>
      </dgm:prSet>
      <dgm:spPr/>
    </dgm:pt>
  </dgm:ptLst>
  <dgm:cxnLst>
    <dgm:cxn modelId="{76E50C08-E697-4F55-83B8-167BFA17ADFC}" type="presOf" srcId="{B1A90520-6EE4-4C20-A28B-BB6E25CD1627}" destId="{713422B9-721C-45EC-BBA4-C970CFAFBA14}" srcOrd="1" destOrd="0" presId="urn:microsoft.com/office/officeart/2005/8/layout/process1"/>
    <dgm:cxn modelId="{F26E1527-BBEF-4074-8FE9-9EBA41F90BDA}" srcId="{174BD4DE-9C54-4785-B674-53D65B23E33A}" destId="{861359AF-1F89-4C3F-AFEF-F585BFF9984E}" srcOrd="0" destOrd="0" parTransId="{89637FDA-3D25-4602-876F-82FAC6B8BD95}" sibTransId="{72404B87-B9BF-4DBF-832A-1BAAF74E09FA}"/>
    <dgm:cxn modelId="{F4BC9E65-42FD-4C9A-B531-9C7A1FEA42A2}" type="presOf" srcId="{72404B87-B9BF-4DBF-832A-1BAAF74E09FA}" destId="{B10669F9-79DB-4AA4-BCA0-8BEA2FD9FD28}" srcOrd="1" destOrd="0" presId="urn:microsoft.com/office/officeart/2005/8/layout/process1"/>
    <dgm:cxn modelId="{DD51AC50-C669-43A0-BF9B-86710DF77B37}" srcId="{174BD4DE-9C54-4785-B674-53D65B23E33A}" destId="{9C258034-F29A-450A-AACD-162AF4712BB1}" srcOrd="1" destOrd="0" parTransId="{72FEBA27-B42C-4214-AE15-6CA7FED98B9B}" sibTransId="{B1A90520-6EE4-4C20-A28B-BB6E25CD1627}"/>
    <dgm:cxn modelId="{F7B77D71-CC75-40DD-B056-80D52186FDB6}" type="presOf" srcId="{861359AF-1F89-4C3F-AFEF-F585BFF9984E}" destId="{25B9E496-EB7F-4160-BC8D-312D0CF969C4}" srcOrd="0" destOrd="0" presId="urn:microsoft.com/office/officeart/2005/8/layout/process1"/>
    <dgm:cxn modelId="{8B7B2E72-F240-450A-9990-646D740F0B08}" srcId="{174BD4DE-9C54-4785-B674-53D65B23E33A}" destId="{F0179644-BEBB-4CAE-AFBA-E7276BB513AA}" srcOrd="2" destOrd="0" parTransId="{7A5B7D12-33EF-4B18-ACF3-64C82D62CF5E}" sibTransId="{32C6BAE2-E4AE-4612-9110-91E9F0C777C0}"/>
    <dgm:cxn modelId="{E4D9BF74-9E73-4F7D-9513-2244B72E8B30}" type="presOf" srcId="{72404B87-B9BF-4DBF-832A-1BAAF74E09FA}" destId="{ED4E8728-D9C6-446C-8ACB-73BD3FAC0857}" srcOrd="0" destOrd="0" presId="urn:microsoft.com/office/officeart/2005/8/layout/process1"/>
    <dgm:cxn modelId="{549CB67A-5D63-4410-97D8-211526B7D6AF}" type="presOf" srcId="{174BD4DE-9C54-4785-B674-53D65B23E33A}" destId="{DAFE65A4-F119-4A2E-BD5A-A2F9AE64E66C}" srcOrd="0" destOrd="0" presId="urn:microsoft.com/office/officeart/2005/8/layout/process1"/>
    <dgm:cxn modelId="{0E5286B0-3AE5-4C4E-BEDE-C0EF48C40EA1}" type="presOf" srcId="{F0179644-BEBB-4CAE-AFBA-E7276BB513AA}" destId="{3B46F7FD-3E8A-4E1A-8661-21BEE1C14CE1}" srcOrd="0" destOrd="0" presId="urn:microsoft.com/office/officeart/2005/8/layout/process1"/>
    <dgm:cxn modelId="{836C8BF3-AD4D-46EB-93BA-F49421B54A7F}" type="presOf" srcId="{9C258034-F29A-450A-AACD-162AF4712BB1}" destId="{04C464FD-C0C1-4E38-962B-53578DBDEEFC}" srcOrd="0" destOrd="0" presId="urn:microsoft.com/office/officeart/2005/8/layout/process1"/>
    <dgm:cxn modelId="{9684A7FB-2D22-4F61-B7B0-AB5FDAD8278D}" type="presOf" srcId="{B1A90520-6EE4-4C20-A28B-BB6E25CD1627}" destId="{E67046A6-CE71-4244-BC0E-EC7548D5AB16}" srcOrd="0" destOrd="0" presId="urn:microsoft.com/office/officeart/2005/8/layout/process1"/>
    <dgm:cxn modelId="{D28477C3-441B-4D10-A828-3DAAB18B46D5}" type="presParOf" srcId="{DAFE65A4-F119-4A2E-BD5A-A2F9AE64E66C}" destId="{25B9E496-EB7F-4160-BC8D-312D0CF969C4}" srcOrd="0" destOrd="0" presId="urn:microsoft.com/office/officeart/2005/8/layout/process1"/>
    <dgm:cxn modelId="{2E06AC72-DE4F-43C8-9222-A53F05FBDA20}" type="presParOf" srcId="{DAFE65A4-F119-4A2E-BD5A-A2F9AE64E66C}" destId="{ED4E8728-D9C6-446C-8ACB-73BD3FAC0857}" srcOrd="1" destOrd="0" presId="urn:microsoft.com/office/officeart/2005/8/layout/process1"/>
    <dgm:cxn modelId="{5141489F-CABC-4006-9556-250F6B95ECE1}" type="presParOf" srcId="{ED4E8728-D9C6-446C-8ACB-73BD3FAC0857}" destId="{B10669F9-79DB-4AA4-BCA0-8BEA2FD9FD28}" srcOrd="0" destOrd="0" presId="urn:microsoft.com/office/officeart/2005/8/layout/process1"/>
    <dgm:cxn modelId="{E74C3BAD-C1CF-4655-8C9A-CC3F42F9F108}" type="presParOf" srcId="{DAFE65A4-F119-4A2E-BD5A-A2F9AE64E66C}" destId="{04C464FD-C0C1-4E38-962B-53578DBDEEFC}" srcOrd="2" destOrd="0" presId="urn:microsoft.com/office/officeart/2005/8/layout/process1"/>
    <dgm:cxn modelId="{FA37613F-4E00-46EE-AA68-C24D03FB25E5}" type="presParOf" srcId="{DAFE65A4-F119-4A2E-BD5A-A2F9AE64E66C}" destId="{E67046A6-CE71-4244-BC0E-EC7548D5AB16}" srcOrd="3" destOrd="0" presId="urn:microsoft.com/office/officeart/2005/8/layout/process1"/>
    <dgm:cxn modelId="{E5112B29-E543-4161-B36F-6F5229392D41}" type="presParOf" srcId="{E67046A6-CE71-4244-BC0E-EC7548D5AB16}" destId="{713422B9-721C-45EC-BBA4-C970CFAFBA14}" srcOrd="0" destOrd="0" presId="urn:microsoft.com/office/officeart/2005/8/layout/process1"/>
    <dgm:cxn modelId="{7542880C-8447-401E-8819-D17DF72BFB12}" type="presParOf" srcId="{DAFE65A4-F119-4A2E-BD5A-A2F9AE64E66C}" destId="{3B46F7FD-3E8A-4E1A-8661-21BEE1C14CE1}" srcOrd="4" destOrd="0" presId="urn:microsoft.com/office/officeart/2005/8/layout/process1"/>
  </dgm:cxnLst>
  <dgm:bg>
    <a:solidFill>
      <a:srgbClr val="FFCC99"/>
    </a:solidFill>
    <a:effectLst>
      <a:outerShdw blurRad="63500" dist="143684" dir="2699996" rotWithShape="0">
        <a:scrgbClr r="0" g="0" b="0"/>
      </a:outerShdw>
    </a:effectLst>
  </dgm:bg>
  <dgm:whole>
    <a:ln w="50800">
      <a:solidFill>
        <a:srgbClr val="C00000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B4206F4-1D3E-439B-912C-9783458552F7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D8948D50-DFEC-40EE-B649-0DCF38DDB5D3}">
      <dgm:prSet phldrT="[Text]"/>
      <dgm:spPr/>
      <dgm:t>
        <a:bodyPr/>
        <a:lstStyle/>
        <a:p>
          <a:r>
            <a:rPr lang="de-DE"/>
            <a:t>Item 1</a:t>
          </a:r>
        </a:p>
      </dgm:t>
    </dgm:pt>
    <dgm:pt modelId="{62CD0872-89F1-4236-96DA-10E9E56EAE1F}" type="parTrans" cxnId="{FA996425-3592-48E4-9C68-85FBFBC0C70C}">
      <dgm:prSet/>
      <dgm:spPr/>
      <dgm:t>
        <a:bodyPr/>
        <a:lstStyle/>
        <a:p>
          <a:endParaRPr lang="de-DE"/>
        </a:p>
      </dgm:t>
    </dgm:pt>
    <dgm:pt modelId="{A800B6B6-84CA-4C9C-8AF2-F0C5382D0970}" type="sibTrans" cxnId="{FA996425-3592-48E4-9C68-85FBFBC0C70C}">
      <dgm:prSet/>
      <dgm:spPr/>
      <dgm:t>
        <a:bodyPr/>
        <a:lstStyle/>
        <a:p>
          <a:endParaRPr lang="de-DE"/>
        </a:p>
      </dgm:t>
    </dgm:pt>
    <dgm:pt modelId="{66F76D50-4256-433C-9395-0CF54953C32E}">
      <dgm:prSet phldrT="[Text]"/>
      <dgm:spPr/>
      <dgm:t>
        <a:bodyPr/>
        <a:lstStyle/>
        <a:p>
          <a:r>
            <a:rPr lang="de-DE"/>
            <a:t>Item 2</a:t>
          </a:r>
        </a:p>
      </dgm:t>
    </dgm:pt>
    <dgm:pt modelId="{700407D9-0C18-457E-A26C-75C7862B5FD6}" type="parTrans" cxnId="{6F18BCFF-8BD6-4254-8B84-0560D05DA10E}">
      <dgm:prSet/>
      <dgm:spPr/>
      <dgm:t>
        <a:bodyPr/>
        <a:lstStyle/>
        <a:p>
          <a:endParaRPr lang="de-DE"/>
        </a:p>
      </dgm:t>
    </dgm:pt>
    <dgm:pt modelId="{6463C8F1-CC07-487B-95AA-47D085AE288C}" type="sibTrans" cxnId="{6F18BCFF-8BD6-4254-8B84-0560D05DA10E}">
      <dgm:prSet/>
      <dgm:spPr/>
      <dgm:t>
        <a:bodyPr/>
        <a:lstStyle/>
        <a:p>
          <a:endParaRPr lang="de-DE"/>
        </a:p>
      </dgm:t>
    </dgm:pt>
    <dgm:pt modelId="{6CBE2EC3-C00F-4400-80FC-27FE6E7524D6}">
      <dgm:prSet phldrT="[Text]"/>
      <dgm:spPr/>
      <dgm:t>
        <a:bodyPr/>
        <a:lstStyle/>
        <a:p>
          <a:r>
            <a:rPr lang="de-DE"/>
            <a:t>Item 3</a:t>
          </a:r>
        </a:p>
      </dgm:t>
    </dgm:pt>
    <dgm:pt modelId="{E00BEF70-C85C-4315-9DF4-B214F5755C4B}" type="parTrans" cxnId="{4ED67246-DDE5-40B1-811E-93E7F2902F47}">
      <dgm:prSet/>
      <dgm:spPr/>
      <dgm:t>
        <a:bodyPr/>
        <a:lstStyle/>
        <a:p>
          <a:endParaRPr lang="de-DE"/>
        </a:p>
      </dgm:t>
    </dgm:pt>
    <dgm:pt modelId="{F770BE41-16AB-42A8-9C87-FA2C1166D27A}" type="sibTrans" cxnId="{4ED67246-DDE5-40B1-811E-93E7F2902F47}">
      <dgm:prSet/>
      <dgm:spPr/>
      <dgm:t>
        <a:bodyPr/>
        <a:lstStyle/>
        <a:p>
          <a:endParaRPr lang="de-DE"/>
        </a:p>
      </dgm:t>
    </dgm:pt>
    <dgm:pt modelId="{D5279072-7331-4060-996B-DD89B44D5D02}">
      <dgm:prSet phldrT="[Text]"/>
      <dgm:spPr/>
      <dgm:t>
        <a:bodyPr/>
        <a:lstStyle/>
        <a:p>
          <a:r>
            <a:rPr lang="de-DE"/>
            <a:t>Item 4</a:t>
          </a:r>
        </a:p>
      </dgm:t>
    </dgm:pt>
    <dgm:pt modelId="{B0578817-16EE-451A-B2A8-BF4C9BCB86B2}" type="parTrans" cxnId="{7B928F72-3E71-4853-9EB2-98330D6743BF}">
      <dgm:prSet/>
      <dgm:spPr/>
      <dgm:t>
        <a:bodyPr/>
        <a:lstStyle/>
        <a:p>
          <a:endParaRPr lang="de-DE"/>
        </a:p>
      </dgm:t>
    </dgm:pt>
    <dgm:pt modelId="{5A36B728-2A30-4BC8-8833-2DC9AA757974}" type="sibTrans" cxnId="{7B928F72-3E71-4853-9EB2-98330D6743BF}">
      <dgm:prSet/>
      <dgm:spPr/>
      <dgm:t>
        <a:bodyPr/>
        <a:lstStyle/>
        <a:p>
          <a:endParaRPr lang="de-DE"/>
        </a:p>
      </dgm:t>
    </dgm:pt>
    <dgm:pt modelId="{6DEF0FBF-B045-4505-A496-ADE19534498F}">
      <dgm:prSet phldrT="[Text]"/>
      <dgm:spPr/>
      <dgm:t>
        <a:bodyPr/>
        <a:lstStyle/>
        <a:p>
          <a:r>
            <a:rPr lang="de-DE"/>
            <a:t>Item 5</a:t>
          </a:r>
        </a:p>
      </dgm:t>
    </dgm:pt>
    <dgm:pt modelId="{518259E1-0410-410E-BAFB-DA844F1C2E99}" type="parTrans" cxnId="{5A02933D-32FD-46CA-9435-4706D9A3AC4B}">
      <dgm:prSet/>
      <dgm:spPr/>
      <dgm:t>
        <a:bodyPr/>
        <a:lstStyle/>
        <a:p>
          <a:endParaRPr lang="de-DE"/>
        </a:p>
      </dgm:t>
    </dgm:pt>
    <dgm:pt modelId="{EA608FBD-4207-484F-BCEA-72160F19A93C}" type="sibTrans" cxnId="{5A02933D-32FD-46CA-9435-4706D9A3AC4B}">
      <dgm:prSet/>
      <dgm:spPr/>
      <dgm:t>
        <a:bodyPr/>
        <a:lstStyle/>
        <a:p>
          <a:endParaRPr lang="de-DE"/>
        </a:p>
      </dgm:t>
    </dgm:pt>
    <dgm:pt modelId="{3BDC5C5E-06A6-4D01-8793-9723C00779B6}">
      <dgm:prSet phldrT="[Text]"/>
      <dgm:spPr/>
      <dgm:t>
        <a:bodyPr/>
        <a:lstStyle/>
        <a:p>
          <a:r>
            <a:rPr lang="de-DE"/>
            <a:t>Item 6</a:t>
          </a:r>
        </a:p>
      </dgm:t>
    </dgm:pt>
    <dgm:pt modelId="{93F121E2-068D-41B6-9A8B-A61189AB550D}" type="parTrans" cxnId="{D4BCAD75-F8DD-4F36-8A97-958E7ECA6F17}">
      <dgm:prSet/>
      <dgm:spPr/>
      <dgm:t>
        <a:bodyPr/>
        <a:lstStyle/>
        <a:p>
          <a:endParaRPr lang="de-DE"/>
        </a:p>
      </dgm:t>
    </dgm:pt>
    <dgm:pt modelId="{A8A12564-5037-4AFB-8C06-69EC447F55E6}" type="sibTrans" cxnId="{D4BCAD75-F8DD-4F36-8A97-958E7ECA6F17}">
      <dgm:prSet/>
      <dgm:spPr/>
      <dgm:t>
        <a:bodyPr/>
        <a:lstStyle/>
        <a:p>
          <a:endParaRPr lang="de-DE"/>
        </a:p>
      </dgm:t>
    </dgm:pt>
    <dgm:pt modelId="{6857727B-7595-4709-B40D-ED8BF6008C6C}" type="pres">
      <dgm:prSet presAssocID="{FB4206F4-1D3E-439B-912C-9783458552F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17FA20C-63F6-4961-951A-A84D04654B5F}" type="pres">
      <dgm:prSet presAssocID="{D8948D50-DFEC-40EE-B649-0DCF38DDB5D3}" presName="hierRoot1" presStyleCnt="0"/>
      <dgm:spPr/>
    </dgm:pt>
    <dgm:pt modelId="{CD58000E-8894-4E20-A1BC-2E75FF2E111E}" type="pres">
      <dgm:prSet presAssocID="{D8948D50-DFEC-40EE-B649-0DCF38DDB5D3}" presName="composite" presStyleCnt="0"/>
      <dgm:spPr/>
    </dgm:pt>
    <dgm:pt modelId="{61F26084-BA02-4EEF-82C9-49B27880EAA3}" type="pres">
      <dgm:prSet presAssocID="{D8948D50-DFEC-40EE-B649-0DCF38DDB5D3}" presName="background" presStyleLbl="node0" presStyleIdx="0" presStyleCnt="1"/>
      <dgm:spPr/>
    </dgm:pt>
    <dgm:pt modelId="{AFF035EA-1E9B-4367-8661-8C2BD74BE091}" type="pres">
      <dgm:prSet presAssocID="{D8948D50-DFEC-40EE-B649-0DCF38DDB5D3}" presName="text" presStyleLbl="fgAcc0" presStyleIdx="0" presStyleCnt="1">
        <dgm:presLayoutVars>
          <dgm:chPref val="3"/>
        </dgm:presLayoutVars>
      </dgm:prSet>
      <dgm:spPr/>
    </dgm:pt>
    <dgm:pt modelId="{96FA90B5-6BBE-4653-9A3C-0C79A249FFD8}" type="pres">
      <dgm:prSet presAssocID="{D8948D50-DFEC-40EE-B649-0DCF38DDB5D3}" presName="hierChild2" presStyleCnt="0"/>
      <dgm:spPr/>
    </dgm:pt>
    <dgm:pt modelId="{CC290BCA-B096-427C-B250-3BF9C315C0ED}" type="pres">
      <dgm:prSet presAssocID="{700407D9-0C18-457E-A26C-75C7862B5FD6}" presName="Name10" presStyleLbl="parChTrans1D2" presStyleIdx="0" presStyleCnt="2"/>
      <dgm:spPr/>
    </dgm:pt>
    <dgm:pt modelId="{B2DC31CF-82A2-4A75-860F-D591587FE2CF}" type="pres">
      <dgm:prSet presAssocID="{66F76D50-4256-433C-9395-0CF54953C32E}" presName="hierRoot2" presStyleCnt="0"/>
      <dgm:spPr/>
    </dgm:pt>
    <dgm:pt modelId="{DB09A899-FBCB-4B9E-B4D1-5230A7441F02}" type="pres">
      <dgm:prSet presAssocID="{66F76D50-4256-433C-9395-0CF54953C32E}" presName="composite2" presStyleCnt="0"/>
      <dgm:spPr/>
    </dgm:pt>
    <dgm:pt modelId="{B8EC0B41-B826-4D7D-8B6A-37F0C5BBE634}" type="pres">
      <dgm:prSet presAssocID="{66F76D50-4256-433C-9395-0CF54953C32E}" presName="background2" presStyleLbl="node2" presStyleIdx="0" presStyleCnt="2"/>
      <dgm:spPr/>
    </dgm:pt>
    <dgm:pt modelId="{9B291436-FC12-49AB-B0ED-5E3946425AC6}" type="pres">
      <dgm:prSet presAssocID="{66F76D50-4256-433C-9395-0CF54953C32E}" presName="text2" presStyleLbl="fgAcc2" presStyleIdx="0" presStyleCnt="2">
        <dgm:presLayoutVars>
          <dgm:chPref val="3"/>
        </dgm:presLayoutVars>
      </dgm:prSet>
      <dgm:spPr/>
    </dgm:pt>
    <dgm:pt modelId="{2AB24515-232C-4662-B211-6E9302FA92A5}" type="pres">
      <dgm:prSet presAssocID="{66F76D50-4256-433C-9395-0CF54953C32E}" presName="hierChild3" presStyleCnt="0"/>
      <dgm:spPr/>
    </dgm:pt>
    <dgm:pt modelId="{14376E76-1742-41EF-AA21-BDA48DD60930}" type="pres">
      <dgm:prSet presAssocID="{E00BEF70-C85C-4315-9DF4-B214F5755C4B}" presName="Name17" presStyleLbl="parChTrans1D3" presStyleIdx="0" presStyleCnt="3"/>
      <dgm:spPr/>
    </dgm:pt>
    <dgm:pt modelId="{832899DF-64BA-4FF1-BC54-B7D977C093F9}" type="pres">
      <dgm:prSet presAssocID="{6CBE2EC3-C00F-4400-80FC-27FE6E7524D6}" presName="hierRoot3" presStyleCnt="0"/>
      <dgm:spPr/>
    </dgm:pt>
    <dgm:pt modelId="{8477AD59-F546-4D4A-8DF4-3CD3B6A6D7CC}" type="pres">
      <dgm:prSet presAssocID="{6CBE2EC3-C00F-4400-80FC-27FE6E7524D6}" presName="composite3" presStyleCnt="0"/>
      <dgm:spPr/>
    </dgm:pt>
    <dgm:pt modelId="{F1D9FB18-79C0-4C30-A904-84A501F67E2E}" type="pres">
      <dgm:prSet presAssocID="{6CBE2EC3-C00F-4400-80FC-27FE6E7524D6}" presName="background3" presStyleLbl="node3" presStyleIdx="0" presStyleCnt="3"/>
      <dgm:spPr/>
    </dgm:pt>
    <dgm:pt modelId="{65DA7516-7FA0-4D54-95A7-AFAA5EE9FD98}" type="pres">
      <dgm:prSet presAssocID="{6CBE2EC3-C00F-4400-80FC-27FE6E7524D6}" presName="text3" presStyleLbl="fgAcc3" presStyleIdx="0" presStyleCnt="3">
        <dgm:presLayoutVars>
          <dgm:chPref val="3"/>
        </dgm:presLayoutVars>
      </dgm:prSet>
      <dgm:spPr/>
    </dgm:pt>
    <dgm:pt modelId="{F4A33C7F-5C19-43D9-B6CB-73B97CF097FE}" type="pres">
      <dgm:prSet presAssocID="{6CBE2EC3-C00F-4400-80FC-27FE6E7524D6}" presName="hierChild4" presStyleCnt="0"/>
      <dgm:spPr/>
    </dgm:pt>
    <dgm:pt modelId="{CD722F7A-04CE-4008-AFBC-EB56774EF7A3}" type="pres">
      <dgm:prSet presAssocID="{B0578817-16EE-451A-B2A8-BF4C9BCB86B2}" presName="Name17" presStyleLbl="parChTrans1D3" presStyleIdx="1" presStyleCnt="3"/>
      <dgm:spPr/>
    </dgm:pt>
    <dgm:pt modelId="{AC08D476-26B7-48E7-9E47-850EB0A16273}" type="pres">
      <dgm:prSet presAssocID="{D5279072-7331-4060-996B-DD89B44D5D02}" presName="hierRoot3" presStyleCnt="0"/>
      <dgm:spPr/>
    </dgm:pt>
    <dgm:pt modelId="{DB3C719C-AE7E-43D0-A3DF-BBE042F51A11}" type="pres">
      <dgm:prSet presAssocID="{D5279072-7331-4060-996B-DD89B44D5D02}" presName="composite3" presStyleCnt="0"/>
      <dgm:spPr/>
    </dgm:pt>
    <dgm:pt modelId="{AC117639-E29D-4B50-8CA4-FE8DE543BCDE}" type="pres">
      <dgm:prSet presAssocID="{D5279072-7331-4060-996B-DD89B44D5D02}" presName="background3" presStyleLbl="node3" presStyleIdx="1" presStyleCnt="3"/>
      <dgm:spPr/>
    </dgm:pt>
    <dgm:pt modelId="{ECADEF1C-6640-4429-99FC-892C469827FA}" type="pres">
      <dgm:prSet presAssocID="{D5279072-7331-4060-996B-DD89B44D5D02}" presName="text3" presStyleLbl="fgAcc3" presStyleIdx="1" presStyleCnt="3">
        <dgm:presLayoutVars>
          <dgm:chPref val="3"/>
        </dgm:presLayoutVars>
      </dgm:prSet>
      <dgm:spPr/>
    </dgm:pt>
    <dgm:pt modelId="{80BED6A0-425D-4004-833B-5B0F28A4E9A6}" type="pres">
      <dgm:prSet presAssocID="{D5279072-7331-4060-996B-DD89B44D5D02}" presName="hierChild4" presStyleCnt="0"/>
      <dgm:spPr/>
    </dgm:pt>
    <dgm:pt modelId="{B226054C-EE49-45E7-AAFD-42178EBE95D9}" type="pres">
      <dgm:prSet presAssocID="{518259E1-0410-410E-BAFB-DA844F1C2E99}" presName="Name10" presStyleLbl="parChTrans1D2" presStyleIdx="1" presStyleCnt="2"/>
      <dgm:spPr/>
    </dgm:pt>
    <dgm:pt modelId="{CF2509D5-90B6-4633-907B-8C38B9D42B26}" type="pres">
      <dgm:prSet presAssocID="{6DEF0FBF-B045-4505-A496-ADE19534498F}" presName="hierRoot2" presStyleCnt="0"/>
      <dgm:spPr/>
    </dgm:pt>
    <dgm:pt modelId="{51EDE57B-7419-4270-A7EE-4117FF124258}" type="pres">
      <dgm:prSet presAssocID="{6DEF0FBF-B045-4505-A496-ADE19534498F}" presName="composite2" presStyleCnt="0"/>
      <dgm:spPr/>
    </dgm:pt>
    <dgm:pt modelId="{A6035AD7-EA01-4B92-A7C5-1097BB7E82A6}" type="pres">
      <dgm:prSet presAssocID="{6DEF0FBF-B045-4505-A496-ADE19534498F}" presName="background2" presStyleLbl="node2" presStyleIdx="1" presStyleCnt="2"/>
      <dgm:spPr/>
    </dgm:pt>
    <dgm:pt modelId="{11E897BD-1BC2-4A6E-9DC2-D9665E03B3CC}" type="pres">
      <dgm:prSet presAssocID="{6DEF0FBF-B045-4505-A496-ADE19534498F}" presName="text2" presStyleLbl="fgAcc2" presStyleIdx="1" presStyleCnt="2">
        <dgm:presLayoutVars>
          <dgm:chPref val="3"/>
        </dgm:presLayoutVars>
      </dgm:prSet>
      <dgm:spPr/>
    </dgm:pt>
    <dgm:pt modelId="{EDB3AA9E-FEED-4507-BAF6-EED437D77502}" type="pres">
      <dgm:prSet presAssocID="{6DEF0FBF-B045-4505-A496-ADE19534498F}" presName="hierChild3" presStyleCnt="0"/>
      <dgm:spPr/>
    </dgm:pt>
    <dgm:pt modelId="{DB49BB2E-1A14-46E0-80A9-48D1BDD2B58F}" type="pres">
      <dgm:prSet presAssocID="{93F121E2-068D-41B6-9A8B-A61189AB550D}" presName="Name17" presStyleLbl="parChTrans1D3" presStyleIdx="2" presStyleCnt="3"/>
      <dgm:spPr/>
    </dgm:pt>
    <dgm:pt modelId="{734E4121-6F5A-488A-BDC4-953BB7849A5A}" type="pres">
      <dgm:prSet presAssocID="{3BDC5C5E-06A6-4D01-8793-9723C00779B6}" presName="hierRoot3" presStyleCnt="0"/>
      <dgm:spPr/>
    </dgm:pt>
    <dgm:pt modelId="{0C28ECAF-4539-47D4-BAC2-61579E467A80}" type="pres">
      <dgm:prSet presAssocID="{3BDC5C5E-06A6-4D01-8793-9723C00779B6}" presName="composite3" presStyleCnt="0"/>
      <dgm:spPr/>
    </dgm:pt>
    <dgm:pt modelId="{CB8DE7BC-6C7D-4825-B497-CA8CE9FF068D}" type="pres">
      <dgm:prSet presAssocID="{3BDC5C5E-06A6-4D01-8793-9723C00779B6}" presName="background3" presStyleLbl="node3" presStyleIdx="2" presStyleCnt="3"/>
      <dgm:spPr/>
    </dgm:pt>
    <dgm:pt modelId="{FD1271FE-669E-4F71-8ECC-115FEFAA24B9}" type="pres">
      <dgm:prSet presAssocID="{3BDC5C5E-06A6-4D01-8793-9723C00779B6}" presName="text3" presStyleLbl="fgAcc3" presStyleIdx="2" presStyleCnt="3">
        <dgm:presLayoutVars>
          <dgm:chPref val="3"/>
        </dgm:presLayoutVars>
      </dgm:prSet>
      <dgm:spPr/>
    </dgm:pt>
    <dgm:pt modelId="{60A17B30-DED5-43E4-891E-65873874AE58}" type="pres">
      <dgm:prSet presAssocID="{3BDC5C5E-06A6-4D01-8793-9723C00779B6}" presName="hierChild4" presStyleCnt="0"/>
      <dgm:spPr/>
    </dgm:pt>
  </dgm:ptLst>
  <dgm:cxnLst>
    <dgm:cxn modelId="{2B7E1715-DF94-4A44-8AAB-16D16E5A20F8}" type="presOf" srcId="{D5279072-7331-4060-996B-DD89B44D5D02}" destId="{ECADEF1C-6640-4429-99FC-892C469827FA}" srcOrd="0" destOrd="0" presId="urn:microsoft.com/office/officeart/2005/8/layout/hierarchy1"/>
    <dgm:cxn modelId="{AD6B041F-B39F-48F6-94A0-3D7B0D4BE7B3}" type="presOf" srcId="{6CBE2EC3-C00F-4400-80FC-27FE6E7524D6}" destId="{65DA7516-7FA0-4D54-95A7-AFAA5EE9FD98}" srcOrd="0" destOrd="0" presId="urn:microsoft.com/office/officeart/2005/8/layout/hierarchy1"/>
    <dgm:cxn modelId="{FA996425-3592-48E4-9C68-85FBFBC0C70C}" srcId="{FB4206F4-1D3E-439B-912C-9783458552F7}" destId="{D8948D50-DFEC-40EE-B649-0DCF38DDB5D3}" srcOrd="0" destOrd="0" parTransId="{62CD0872-89F1-4236-96DA-10E9E56EAE1F}" sibTransId="{A800B6B6-84CA-4C9C-8AF2-F0C5382D0970}"/>
    <dgm:cxn modelId="{CE1A9C30-2000-49F0-9DA5-6D206A120E18}" type="presOf" srcId="{FB4206F4-1D3E-439B-912C-9783458552F7}" destId="{6857727B-7595-4709-B40D-ED8BF6008C6C}" srcOrd="0" destOrd="0" presId="urn:microsoft.com/office/officeart/2005/8/layout/hierarchy1"/>
    <dgm:cxn modelId="{EE16FB30-8C4A-4C2F-B33C-15EFA9095C1D}" type="presOf" srcId="{D8948D50-DFEC-40EE-B649-0DCF38DDB5D3}" destId="{AFF035EA-1E9B-4367-8661-8C2BD74BE091}" srcOrd="0" destOrd="0" presId="urn:microsoft.com/office/officeart/2005/8/layout/hierarchy1"/>
    <dgm:cxn modelId="{5A02933D-32FD-46CA-9435-4706D9A3AC4B}" srcId="{D8948D50-DFEC-40EE-B649-0DCF38DDB5D3}" destId="{6DEF0FBF-B045-4505-A496-ADE19534498F}" srcOrd="1" destOrd="0" parTransId="{518259E1-0410-410E-BAFB-DA844F1C2E99}" sibTransId="{EA608FBD-4207-484F-BCEA-72160F19A93C}"/>
    <dgm:cxn modelId="{4ED67246-DDE5-40B1-811E-93E7F2902F47}" srcId="{66F76D50-4256-433C-9395-0CF54953C32E}" destId="{6CBE2EC3-C00F-4400-80FC-27FE6E7524D6}" srcOrd="0" destOrd="0" parTransId="{E00BEF70-C85C-4315-9DF4-B214F5755C4B}" sibTransId="{F770BE41-16AB-42A8-9C87-FA2C1166D27A}"/>
    <dgm:cxn modelId="{8BEF674C-C599-413D-A7FC-AEA7C9165A63}" type="presOf" srcId="{B0578817-16EE-451A-B2A8-BF4C9BCB86B2}" destId="{CD722F7A-04CE-4008-AFBC-EB56774EF7A3}" srcOrd="0" destOrd="0" presId="urn:microsoft.com/office/officeart/2005/8/layout/hierarchy1"/>
    <dgm:cxn modelId="{AF65D951-493A-4DC1-8267-D8924BCEE0A9}" type="presOf" srcId="{700407D9-0C18-457E-A26C-75C7862B5FD6}" destId="{CC290BCA-B096-427C-B250-3BF9C315C0ED}" srcOrd="0" destOrd="0" presId="urn:microsoft.com/office/officeart/2005/8/layout/hierarchy1"/>
    <dgm:cxn modelId="{7B928F72-3E71-4853-9EB2-98330D6743BF}" srcId="{66F76D50-4256-433C-9395-0CF54953C32E}" destId="{D5279072-7331-4060-996B-DD89B44D5D02}" srcOrd="1" destOrd="0" parTransId="{B0578817-16EE-451A-B2A8-BF4C9BCB86B2}" sibTransId="{5A36B728-2A30-4BC8-8833-2DC9AA757974}"/>
    <dgm:cxn modelId="{D4BCAD75-F8DD-4F36-8A97-958E7ECA6F17}" srcId="{6DEF0FBF-B045-4505-A496-ADE19534498F}" destId="{3BDC5C5E-06A6-4D01-8793-9723C00779B6}" srcOrd="0" destOrd="0" parTransId="{93F121E2-068D-41B6-9A8B-A61189AB550D}" sibTransId="{A8A12564-5037-4AFB-8C06-69EC447F55E6}"/>
    <dgm:cxn modelId="{023F3483-85DF-4335-BEF4-0FB41F1E6008}" type="presOf" srcId="{518259E1-0410-410E-BAFB-DA844F1C2E99}" destId="{B226054C-EE49-45E7-AAFD-42178EBE95D9}" srcOrd="0" destOrd="0" presId="urn:microsoft.com/office/officeart/2005/8/layout/hierarchy1"/>
    <dgm:cxn modelId="{F172DD90-A277-4FC1-ACC7-EC49B8E0EA8E}" type="presOf" srcId="{93F121E2-068D-41B6-9A8B-A61189AB550D}" destId="{DB49BB2E-1A14-46E0-80A9-48D1BDD2B58F}" srcOrd="0" destOrd="0" presId="urn:microsoft.com/office/officeart/2005/8/layout/hierarchy1"/>
    <dgm:cxn modelId="{FFBABD9A-0141-4648-BCD0-1193F6DF0832}" type="presOf" srcId="{66F76D50-4256-433C-9395-0CF54953C32E}" destId="{9B291436-FC12-49AB-B0ED-5E3946425AC6}" srcOrd="0" destOrd="0" presId="urn:microsoft.com/office/officeart/2005/8/layout/hierarchy1"/>
    <dgm:cxn modelId="{66755BC8-A96D-4709-9A9E-0587BEAEB7C4}" type="presOf" srcId="{6DEF0FBF-B045-4505-A496-ADE19534498F}" destId="{11E897BD-1BC2-4A6E-9DC2-D9665E03B3CC}" srcOrd="0" destOrd="0" presId="urn:microsoft.com/office/officeart/2005/8/layout/hierarchy1"/>
    <dgm:cxn modelId="{0D9CB3E4-2B66-4253-BB36-D60A565EF34B}" type="presOf" srcId="{E00BEF70-C85C-4315-9DF4-B214F5755C4B}" destId="{14376E76-1742-41EF-AA21-BDA48DD60930}" srcOrd="0" destOrd="0" presId="urn:microsoft.com/office/officeart/2005/8/layout/hierarchy1"/>
    <dgm:cxn modelId="{76BC2FFC-0707-44F2-A02C-9F7C42CD3021}" type="presOf" srcId="{3BDC5C5E-06A6-4D01-8793-9723C00779B6}" destId="{FD1271FE-669E-4F71-8ECC-115FEFAA24B9}" srcOrd="0" destOrd="0" presId="urn:microsoft.com/office/officeart/2005/8/layout/hierarchy1"/>
    <dgm:cxn modelId="{6F18BCFF-8BD6-4254-8B84-0560D05DA10E}" srcId="{D8948D50-DFEC-40EE-B649-0DCF38DDB5D3}" destId="{66F76D50-4256-433C-9395-0CF54953C32E}" srcOrd="0" destOrd="0" parTransId="{700407D9-0C18-457E-A26C-75C7862B5FD6}" sibTransId="{6463C8F1-CC07-487B-95AA-47D085AE288C}"/>
    <dgm:cxn modelId="{5219B8C8-4B7F-4191-ABFD-333DE130DF75}" type="presParOf" srcId="{6857727B-7595-4709-B40D-ED8BF6008C6C}" destId="{217FA20C-63F6-4961-951A-A84D04654B5F}" srcOrd="0" destOrd="0" presId="urn:microsoft.com/office/officeart/2005/8/layout/hierarchy1"/>
    <dgm:cxn modelId="{5FE64589-E4FE-4A58-B88A-AB258271C7EF}" type="presParOf" srcId="{217FA20C-63F6-4961-951A-A84D04654B5F}" destId="{CD58000E-8894-4E20-A1BC-2E75FF2E111E}" srcOrd="0" destOrd="0" presId="urn:microsoft.com/office/officeart/2005/8/layout/hierarchy1"/>
    <dgm:cxn modelId="{41DEF924-CB63-45A1-AC03-1EF5F225E6FB}" type="presParOf" srcId="{CD58000E-8894-4E20-A1BC-2E75FF2E111E}" destId="{61F26084-BA02-4EEF-82C9-49B27880EAA3}" srcOrd="0" destOrd="0" presId="urn:microsoft.com/office/officeart/2005/8/layout/hierarchy1"/>
    <dgm:cxn modelId="{1319D863-ED5A-42AC-9B89-10CBC10D1F46}" type="presParOf" srcId="{CD58000E-8894-4E20-A1BC-2E75FF2E111E}" destId="{AFF035EA-1E9B-4367-8661-8C2BD74BE091}" srcOrd="1" destOrd="0" presId="urn:microsoft.com/office/officeart/2005/8/layout/hierarchy1"/>
    <dgm:cxn modelId="{2140AA1E-25C0-45FC-9024-F6E013816006}" type="presParOf" srcId="{217FA20C-63F6-4961-951A-A84D04654B5F}" destId="{96FA90B5-6BBE-4653-9A3C-0C79A249FFD8}" srcOrd="1" destOrd="0" presId="urn:microsoft.com/office/officeart/2005/8/layout/hierarchy1"/>
    <dgm:cxn modelId="{28BD9D53-4340-466F-8424-E0512E9ACDFA}" type="presParOf" srcId="{96FA90B5-6BBE-4653-9A3C-0C79A249FFD8}" destId="{CC290BCA-B096-427C-B250-3BF9C315C0ED}" srcOrd="0" destOrd="0" presId="urn:microsoft.com/office/officeart/2005/8/layout/hierarchy1"/>
    <dgm:cxn modelId="{7069934B-6883-45F4-8390-13BC210546F8}" type="presParOf" srcId="{96FA90B5-6BBE-4653-9A3C-0C79A249FFD8}" destId="{B2DC31CF-82A2-4A75-860F-D591587FE2CF}" srcOrd="1" destOrd="0" presId="urn:microsoft.com/office/officeart/2005/8/layout/hierarchy1"/>
    <dgm:cxn modelId="{CA5AB641-7689-48B9-95AA-F6F7771BDDA7}" type="presParOf" srcId="{B2DC31CF-82A2-4A75-860F-D591587FE2CF}" destId="{DB09A899-FBCB-4B9E-B4D1-5230A7441F02}" srcOrd="0" destOrd="0" presId="urn:microsoft.com/office/officeart/2005/8/layout/hierarchy1"/>
    <dgm:cxn modelId="{1EE84F73-E39B-4373-841D-47792895D18F}" type="presParOf" srcId="{DB09A899-FBCB-4B9E-B4D1-5230A7441F02}" destId="{B8EC0B41-B826-4D7D-8B6A-37F0C5BBE634}" srcOrd="0" destOrd="0" presId="urn:microsoft.com/office/officeart/2005/8/layout/hierarchy1"/>
    <dgm:cxn modelId="{E52E582C-2713-4C75-A1F2-FD895E9EFBD7}" type="presParOf" srcId="{DB09A899-FBCB-4B9E-B4D1-5230A7441F02}" destId="{9B291436-FC12-49AB-B0ED-5E3946425AC6}" srcOrd="1" destOrd="0" presId="urn:microsoft.com/office/officeart/2005/8/layout/hierarchy1"/>
    <dgm:cxn modelId="{ADADA082-AA06-4BCD-B64F-D22C1B8F0FF8}" type="presParOf" srcId="{B2DC31CF-82A2-4A75-860F-D591587FE2CF}" destId="{2AB24515-232C-4662-B211-6E9302FA92A5}" srcOrd="1" destOrd="0" presId="urn:microsoft.com/office/officeart/2005/8/layout/hierarchy1"/>
    <dgm:cxn modelId="{226B56CE-5669-4786-9966-F1B67A92A946}" type="presParOf" srcId="{2AB24515-232C-4662-B211-6E9302FA92A5}" destId="{14376E76-1742-41EF-AA21-BDA48DD60930}" srcOrd="0" destOrd="0" presId="urn:microsoft.com/office/officeart/2005/8/layout/hierarchy1"/>
    <dgm:cxn modelId="{8B3594B7-9228-4253-B23B-81BBF7E69A2F}" type="presParOf" srcId="{2AB24515-232C-4662-B211-6E9302FA92A5}" destId="{832899DF-64BA-4FF1-BC54-B7D977C093F9}" srcOrd="1" destOrd="0" presId="urn:microsoft.com/office/officeart/2005/8/layout/hierarchy1"/>
    <dgm:cxn modelId="{2A7CC160-6E95-4474-B506-78BC1519D28F}" type="presParOf" srcId="{832899DF-64BA-4FF1-BC54-B7D977C093F9}" destId="{8477AD59-F546-4D4A-8DF4-3CD3B6A6D7CC}" srcOrd="0" destOrd="0" presId="urn:microsoft.com/office/officeart/2005/8/layout/hierarchy1"/>
    <dgm:cxn modelId="{10ECC87E-0AF1-4BEE-A7D4-857EFD4B6C45}" type="presParOf" srcId="{8477AD59-F546-4D4A-8DF4-3CD3B6A6D7CC}" destId="{F1D9FB18-79C0-4C30-A904-84A501F67E2E}" srcOrd="0" destOrd="0" presId="urn:microsoft.com/office/officeart/2005/8/layout/hierarchy1"/>
    <dgm:cxn modelId="{256CD4B1-8218-4C7D-8CBC-20B04E0B539F}" type="presParOf" srcId="{8477AD59-F546-4D4A-8DF4-3CD3B6A6D7CC}" destId="{65DA7516-7FA0-4D54-95A7-AFAA5EE9FD98}" srcOrd="1" destOrd="0" presId="urn:microsoft.com/office/officeart/2005/8/layout/hierarchy1"/>
    <dgm:cxn modelId="{2B7C70E5-890B-4B89-B66F-DF8432866CE0}" type="presParOf" srcId="{832899DF-64BA-4FF1-BC54-B7D977C093F9}" destId="{F4A33C7F-5C19-43D9-B6CB-73B97CF097FE}" srcOrd="1" destOrd="0" presId="urn:microsoft.com/office/officeart/2005/8/layout/hierarchy1"/>
    <dgm:cxn modelId="{A2A77D39-1B3F-4AB9-82A0-A299FCEAF315}" type="presParOf" srcId="{2AB24515-232C-4662-B211-6E9302FA92A5}" destId="{CD722F7A-04CE-4008-AFBC-EB56774EF7A3}" srcOrd="2" destOrd="0" presId="urn:microsoft.com/office/officeart/2005/8/layout/hierarchy1"/>
    <dgm:cxn modelId="{F3A9569C-2AE6-4C46-9708-D706FEC8EE7E}" type="presParOf" srcId="{2AB24515-232C-4662-B211-6E9302FA92A5}" destId="{AC08D476-26B7-48E7-9E47-850EB0A16273}" srcOrd="3" destOrd="0" presId="urn:microsoft.com/office/officeart/2005/8/layout/hierarchy1"/>
    <dgm:cxn modelId="{1D42C004-D11D-4CCE-A239-B69B13769124}" type="presParOf" srcId="{AC08D476-26B7-48E7-9E47-850EB0A16273}" destId="{DB3C719C-AE7E-43D0-A3DF-BBE042F51A11}" srcOrd="0" destOrd="0" presId="urn:microsoft.com/office/officeart/2005/8/layout/hierarchy1"/>
    <dgm:cxn modelId="{FB6AD0FC-2DB7-4061-B506-4C55D511F664}" type="presParOf" srcId="{DB3C719C-AE7E-43D0-A3DF-BBE042F51A11}" destId="{AC117639-E29D-4B50-8CA4-FE8DE543BCDE}" srcOrd="0" destOrd="0" presId="urn:microsoft.com/office/officeart/2005/8/layout/hierarchy1"/>
    <dgm:cxn modelId="{E90653E3-5FF8-421A-912E-DCD18C322092}" type="presParOf" srcId="{DB3C719C-AE7E-43D0-A3DF-BBE042F51A11}" destId="{ECADEF1C-6640-4429-99FC-892C469827FA}" srcOrd="1" destOrd="0" presId="urn:microsoft.com/office/officeart/2005/8/layout/hierarchy1"/>
    <dgm:cxn modelId="{9E646DF6-8288-4689-9220-B1EF58630ADF}" type="presParOf" srcId="{AC08D476-26B7-48E7-9E47-850EB0A16273}" destId="{80BED6A0-425D-4004-833B-5B0F28A4E9A6}" srcOrd="1" destOrd="0" presId="urn:microsoft.com/office/officeart/2005/8/layout/hierarchy1"/>
    <dgm:cxn modelId="{2E8D89B8-B5E1-4495-AEA8-1DA496369614}" type="presParOf" srcId="{96FA90B5-6BBE-4653-9A3C-0C79A249FFD8}" destId="{B226054C-EE49-45E7-AAFD-42178EBE95D9}" srcOrd="2" destOrd="0" presId="urn:microsoft.com/office/officeart/2005/8/layout/hierarchy1"/>
    <dgm:cxn modelId="{7D24EE72-46AC-41C4-BB5E-05197E36A51E}" type="presParOf" srcId="{96FA90B5-6BBE-4653-9A3C-0C79A249FFD8}" destId="{CF2509D5-90B6-4633-907B-8C38B9D42B26}" srcOrd="3" destOrd="0" presId="urn:microsoft.com/office/officeart/2005/8/layout/hierarchy1"/>
    <dgm:cxn modelId="{E385AFE5-8590-4BA5-A096-DA8BC0A4537B}" type="presParOf" srcId="{CF2509D5-90B6-4633-907B-8C38B9D42B26}" destId="{51EDE57B-7419-4270-A7EE-4117FF124258}" srcOrd="0" destOrd="0" presId="urn:microsoft.com/office/officeart/2005/8/layout/hierarchy1"/>
    <dgm:cxn modelId="{E179079A-B825-49DF-8573-DD7C5D5E302F}" type="presParOf" srcId="{51EDE57B-7419-4270-A7EE-4117FF124258}" destId="{A6035AD7-EA01-4B92-A7C5-1097BB7E82A6}" srcOrd="0" destOrd="0" presId="urn:microsoft.com/office/officeart/2005/8/layout/hierarchy1"/>
    <dgm:cxn modelId="{F2096F9A-C440-49D5-8F36-6F7E82945C4C}" type="presParOf" srcId="{51EDE57B-7419-4270-A7EE-4117FF124258}" destId="{11E897BD-1BC2-4A6E-9DC2-D9665E03B3CC}" srcOrd="1" destOrd="0" presId="urn:microsoft.com/office/officeart/2005/8/layout/hierarchy1"/>
    <dgm:cxn modelId="{5FA4C9D6-10BD-4AD3-B365-BDFF7C346C78}" type="presParOf" srcId="{CF2509D5-90B6-4633-907B-8C38B9D42B26}" destId="{EDB3AA9E-FEED-4507-BAF6-EED437D77502}" srcOrd="1" destOrd="0" presId="urn:microsoft.com/office/officeart/2005/8/layout/hierarchy1"/>
    <dgm:cxn modelId="{2EB75BC4-0696-4E61-85D4-D362BA2698E3}" type="presParOf" srcId="{EDB3AA9E-FEED-4507-BAF6-EED437D77502}" destId="{DB49BB2E-1A14-46E0-80A9-48D1BDD2B58F}" srcOrd="0" destOrd="0" presId="urn:microsoft.com/office/officeart/2005/8/layout/hierarchy1"/>
    <dgm:cxn modelId="{9970BC08-8F38-44FA-A090-C769F0A073E5}" type="presParOf" srcId="{EDB3AA9E-FEED-4507-BAF6-EED437D77502}" destId="{734E4121-6F5A-488A-BDC4-953BB7849A5A}" srcOrd="1" destOrd="0" presId="urn:microsoft.com/office/officeart/2005/8/layout/hierarchy1"/>
    <dgm:cxn modelId="{20FC5F87-2B26-44A1-AD52-02C8447D89AA}" type="presParOf" srcId="{734E4121-6F5A-488A-BDC4-953BB7849A5A}" destId="{0C28ECAF-4539-47D4-BAC2-61579E467A80}" srcOrd="0" destOrd="0" presId="urn:microsoft.com/office/officeart/2005/8/layout/hierarchy1"/>
    <dgm:cxn modelId="{9BD14DE2-3E6E-43A2-B9F0-D6A15EF7BD9F}" type="presParOf" srcId="{0C28ECAF-4539-47D4-BAC2-61579E467A80}" destId="{CB8DE7BC-6C7D-4825-B497-CA8CE9FF068D}" srcOrd="0" destOrd="0" presId="urn:microsoft.com/office/officeart/2005/8/layout/hierarchy1"/>
    <dgm:cxn modelId="{05E56D24-4801-4CF6-BFDE-C984A3BA9B40}" type="presParOf" srcId="{0C28ECAF-4539-47D4-BAC2-61579E467A80}" destId="{FD1271FE-669E-4F71-8ECC-115FEFAA24B9}" srcOrd="1" destOrd="0" presId="urn:microsoft.com/office/officeart/2005/8/layout/hierarchy1"/>
    <dgm:cxn modelId="{C51EF680-7DF4-448C-876A-0954F4E32C44}" type="presParOf" srcId="{734E4121-6F5A-488A-BDC4-953BB7849A5A}" destId="{60A17B30-DED5-43E4-891E-65873874AE58}" srcOrd="1" destOrd="0" presId="urn:microsoft.com/office/officeart/2005/8/layout/hierarchy1"/>
  </dgm:cxnLst>
  <dgm:bg>
    <a:gradFill flip="none" rotWithShape="1">
      <a:gsLst>
        <a:gs pos="0">
          <a:srgbClr val="DDEBF7"/>
        </a:gs>
        <a:gs pos="100000">
          <a:srgbClr val="9BC2E6"/>
        </a:gs>
      </a:gsLst>
      <a:lin ang="5400000" scaled="1"/>
      <a:tileRect/>
    </a:gradFill>
  </dgm:bg>
  <dgm:whole>
    <a:ln w="25400">
      <a:solidFill>
        <a:prstClr val="black"/>
      </a:solidFill>
      <a:prstDash val="dash"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F9F0C97-FBBA-447D-83D8-2DA94DDC081B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82E86A4D-8D61-44CC-B92A-71D8BBC2373D}">
      <dgm:prSet phldrT="[Text]"/>
      <dgm:spPr/>
      <dgm:t>
        <a:bodyPr/>
        <a:lstStyle/>
        <a:p>
          <a:r>
            <a:rPr lang="de-DE"/>
            <a:t>Phase 1</a:t>
          </a:r>
        </a:p>
      </dgm:t>
    </dgm:pt>
    <dgm:pt modelId="{47289709-A298-404F-818B-6769506D1A96}" type="parTrans" cxnId="{6F378A35-5BF1-4930-A467-42DE5EC4A6F4}">
      <dgm:prSet/>
      <dgm:spPr/>
      <dgm:t>
        <a:bodyPr/>
        <a:lstStyle/>
        <a:p>
          <a:endParaRPr lang="de-DE"/>
        </a:p>
      </dgm:t>
    </dgm:pt>
    <dgm:pt modelId="{E0302231-391B-414A-BF1F-4A2316BD5131}" type="sibTrans" cxnId="{6F378A35-5BF1-4930-A467-42DE5EC4A6F4}">
      <dgm:prSet/>
      <dgm:spPr/>
      <dgm:t>
        <a:bodyPr/>
        <a:lstStyle/>
        <a:p>
          <a:endParaRPr lang="de-DE"/>
        </a:p>
      </dgm:t>
    </dgm:pt>
    <dgm:pt modelId="{A4BF39C9-C3B5-49C9-BC77-30C664044F09}">
      <dgm:prSet phldrT="[Text]"/>
      <dgm:spPr/>
      <dgm:t>
        <a:bodyPr/>
        <a:lstStyle/>
        <a:p>
          <a:r>
            <a:rPr lang="de-DE"/>
            <a:t>Phase 2</a:t>
          </a:r>
        </a:p>
      </dgm:t>
    </dgm:pt>
    <dgm:pt modelId="{C233DD4D-D6D5-482C-AA33-C143D3F7CBF6}" type="parTrans" cxnId="{8B8718EE-E954-47C0-A3F8-EF783E75A639}">
      <dgm:prSet/>
      <dgm:spPr/>
      <dgm:t>
        <a:bodyPr/>
        <a:lstStyle/>
        <a:p>
          <a:endParaRPr lang="de-DE"/>
        </a:p>
      </dgm:t>
    </dgm:pt>
    <dgm:pt modelId="{4C0AC229-176D-436B-B8E7-97F69D090984}" type="sibTrans" cxnId="{8B8718EE-E954-47C0-A3F8-EF783E75A639}">
      <dgm:prSet/>
      <dgm:spPr/>
      <dgm:t>
        <a:bodyPr/>
        <a:lstStyle/>
        <a:p>
          <a:endParaRPr lang="de-DE"/>
        </a:p>
      </dgm:t>
    </dgm:pt>
    <dgm:pt modelId="{68C8735C-1484-4834-AE6B-134F6CB1E0E8}">
      <dgm:prSet phldrT="[Text]"/>
      <dgm:spPr/>
      <dgm:t>
        <a:bodyPr/>
        <a:lstStyle/>
        <a:p>
          <a:r>
            <a:rPr lang="de-DE"/>
            <a:t>Phase 3</a:t>
          </a:r>
        </a:p>
      </dgm:t>
    </dgm:pt>
    <dgm:pt modelId="{D58BCC90-D607-42CA-9534-594916C9FBEC}" type="parTrans" cxnId="{107D730C-5561-4E3B-B676-BD74DEEDB748}">
      <dgm:prSet/>
      <dgm:spPr/>
      <dgm:t>
        <a:bodyPr/>
        <a:lstStyle/>
        <a:p>
          <a:endParaRPr lang="de-DE"/>
        </a:p>
      </dgm:t>
    </dgm:pt>
    <dgm:pt modelId="{1EFCECA5-002B-413D-B05C-481758E68487}" type="sibTrans" cxnId="{107D730C-5561-4E3B-B676-BD74DEEDB748}">
      <dgm:prSet/>
      <dgm:spPr/>
      <dgm:t>
        <a:bodyPr/>
        <a:lstStyle/>
        <a:p>
          <a:endParaRPr lang="de-DE"/>
        </a:p>
      </dgm:t>
    </dgm:pt>
    <dgm:pt modelId="{B22D8B30-F759-4D74-B6B2-9467000642CE}">
      <dgm:prSet phldrT="[Text]"/>
      <dgm:spPr/>
      <dgm:t>
        <a:bodyPr/>
        <a:lstStyle/>
        <a:p>
          <a:r>
            <a:rPr lang="de-DE"/>
            <a:t>Phase 4</a:t>
          </a:r>
        </a:p>
      </dgm:t>
    </dgm:pt>
    <dgm:pt modelId="{76881BAB-0414-4194-AB47-90C5FE5EF930}" type="parTrans" cxnId="{537AFD54-518F-49CA-9CC4-B0714991DAD2}">
      <dgm:prSet/>
      <dgm:spPr/>
      <dgm:t>
        <a:bodyPr/>
        <a:lstStyle/>
        <a:p>
          <a:endParaRPr lang="de-DE"/>
        </a:p>
      </dgm:t>
    </dgm:pt>
    <dgm:pt modelId="{8AF544EF-D19C-4964-B6BF-9B6003980367}" type="sibTrans" cxnId="{537AFD54-518F-49CA-9CC4-B0714991DAD2}">
      <dgm:prSet/>
      <dgm:spPr/>
      <dgm:t>
        <a:bodyPr/>
        <a:lstStyle/>
        <a:p>
          <a:endParaRPr lang="de-DE"/>
        </a:p>
      </dgm:t>
    </dgm:pt>
    <dgm:pt modelId="{B2E94DB9-78B3-4E44-92F0-481526EA6DBC}">
      <dgm:prSet phldrT="[Text]"/>
      <dgm:spPr/>
      <dgm:t>
        <a:bodyPr/>
        <a:lstStyle/>
        <a:p>
          <a:r>
            <a:rPr lang="de-DE"/>
            <a:t>Phase 5</a:t>
          </a:r>
        </a:p>
      </dgm:t>
    </dgm:pt>
    <dgm:pt modelId="{9907E4EC-1D2C-4349-8E17-3E6E2489B3D2}" type="parTrans" cxnId="{838A86DC-96F7-40C8-8C2B-682ED8CCB2C2}">
      <dgm:prSet/>
      <dgm:spPr/>
      <dgm:t>
        <a:bodyPr/>
        <a:lstStyle/>
        <a:p>
          <a:endParaRPr lang="de-DE"/>
        </a:p>
      </dgm:t>
    </dgm:pt>
    <dgm:pt modelId="{2CF5D785-4094-40B2-A0E3-196DEFE19CAB}" type="sibTrans" cxnId="{838A86DC-96F7-40C8-8C2B-682ED8CCB2C2}">
      <dgm:prSet/>
      <dgm:spPr/>
      <dgm:t>
        <a:bodyPr/>
        <a:lstStyle/>
        <a:p>
          <a:endParaRPr lang="de-DE"/>
        </a:p>
      </dgm:t>
    </dgm:pt>
    <dgm:pt modelId="{90387D51-F220-4DEA-916D-247BA4EAB1A7}" type="pres">
      <dgm:prSet presAssocID="{CF9F0C97-FBBA-447D-83D8-2DA94DDC081B}" presName="cycle" presStyleCnt="0">
        <dgm:presLayoutVars>
          <dgm:dir/>
          <dgm:resizeHandles val="exact"/>
        </dgm:presLayoutVars>
      </dgm:prSet>
      <dgm:spPr/>
    </dgm:pt>
    <dgm:pt modelId="{210D2101-09D4-4C06-8F5E-BE9DF79B1CA4}" type="pres">
      <dgm:prSet presAssocID="{82E86A4D-8D61-44CC-B92A-71D8BBC2373D}" presName="node" presStyleLbl="node1" presStyleIdx="0" presStyleCnt="5">
        <dgm:presLayoutVars>
          <dgm:bulletEnabled val="1"/>
        </dgm:presLayoutVars>
      </dgm:prSet>
      <dgm:spPr/>
    </dgm:pt>
    <dgm:pt modelId="{5720BC3D-0489-411B-AE2B-4FC5F139001F}" type="pres">
      <dgm:prSet presAssocID="{E0302231-391B-414A-BF1F-4A2316BD5131}" presName="sibTrans" presStyleLbl="sibTrans2D1" presStyleIdx="0" presStyleCnt="5"/>
      <dgm:spPr/>
    </dgm:pt>
    <dgm:pt modelId="{9DF0DB32-C08C-441E-85DF-B397A007C036}" type="pres">
      <dgm:prSet presAssocID="{E0302231-391B-414A-BF1F-4A2316BD5131}" presName="connectorText" presStyleLbl="sibTrans2D1" presStyleIdx="0" presStyleCnt="5"/>
      <dgm:spPr/>
    </dgm:pt>
    <dgm:pt modelId="{AC40B133-95F7-4367-A2FB-3CA5F2D3BB95}" type="pres">
      <dgm:prSet presAssocID="{A4BF39C9-C3B5-49C9-BC77-30C664044F09}" presName="node" presStyleLbl="node1" presStyleIdx="1" presStyleCnt="5">
        <dgm:presLayoutVars>
          <dgm:bulletEnabled val="1"/>
        </dgm:presLayoutVars>
      </dgm:prSet>
      <dgm:spPr/>
    </dgm:pt>
    <dgm:pt modelId="{D66DC121-2002-4D95-AFD7-C561E49EBE10}" type="pres">
      <dgm:prSet presAssocID="{4C0AC229-176D-436B-B8E7-97F69D090984}" presName="sibTrans" presStyleLbl="sibTrans2D1" presStyleIdx="1" presStyleCnt="5"/>
      <dgm:spPr/>
    </dgm:pt>
    <dgm:pt modelId="{354FAFE8-8AFB-42E4-8533-E03D79E733BB}" type="pres">
      <dgm:prSet presAssocID="{4C0AC229-176D-436B-B8E7-97F69D090984}" presName="connectorText" presStyleLbl="sibTrans2D1" presStyleIdx="1" presStyleCnt="5"/>
      <dgm:spPr/>
    </dgm:pt>
    <dgm:pt modelId="{A6A99BF2-6751-4A9A-95B8-9F5D44B524CC}" type="pres">
      <dgm:prSet presAssocID="{68C8735C-1484-4834-AE6B-134F6CB1E0E8}" presName="node" presStyleLbl="node1" presStyleIdx="2" presStyleCnt="5">
        <dgm:presLayoutVars>
          <dgm:bulletEnabled val="1"/>
        </dgm:presLayoutVars>
      </dgm:prSet>
      <dgm:spPr/>
    </dgm:pt>
    <dgm:pt modelId="{C16DFEC7-7218-4459-BC4B-7C558621EBC6}" type="pres">
      <dgm:prSet presAssocID="{1EFCECA5-002B-413D-B05C-481758E68487}" presName="sibTrans" presStyleLbl="sibTrans2D1" presStyleIdx="2" presStyleCnt="5"/>
      <dgm:spPr/>
    </dgm:pt>
    <dgm:pt modelId="{0AF52BB0-8687-4879-9F89-F3A97524BD9D}" type="pres">
      <dgm:prSet presAssocID="{1EFCECA5-002B-413D-B05C-481758E68487}" presName="connectorText" presStyleLbl="sibTrans2D1" presStyleIdx="2" presStyleCnt="5"/>
      <dgm:spPr/>
    </dgm:pt>
    <dgm:pt modelId="{6B6E4C70-9761-4EA2-A5CD-C3A05CB91039}" type="pres">
      <dgm:prSet presAssocID="{B22D8B30-F759-4D74-B6B2-9467000642CE}" presName="node" presStyleLbl="node1" presStyleIdx="3" presStyleCnt="5">
        <dgm:presLayoutVars>
          <dgm:bulletEnabled val="1"/>
        </dgm:presLayoutVars>
      </dgm:prSet>
      <dgm:spPr/>
    </dgm:pt>
    <dgm:pt modelId="{CB006459-4E3C-4CC5-92C9-219DAB39DF1D}" type="pres">
      <dgm:prSet presAssocID="{8AF544EF-D19C-4964-B6BF-9B6003980367}" presName="sibTrans" presStyleLbl="sibTrans2D1" presStyleIdx="3" presStyleCnt="5"/>
      <dgm:spPr/>
    </dgm:pt>
    <dgm:pt modelId="{3C022C27-D18F-42DB-8585-53A3BD0E8E89}" type="pres">
      <dgm:prSet presAssocID="{8AF544EF-D19C-4964-B6BF-9B6003980367}" presName="connectorText" presStyleLbl="sibTrans2D1" presStyleIdx="3" presStyleCnt="5"/>
      <dgm:spPr/>
    </dgm:pt>
    <dgm:pt modelId="{D217A09F-BC20-4345-96B5-C51FD2480566}" type="pres">
      <dgm:prSet presAssocID="{B2E94DB9-78B3-4E44-92F0-481526EA6DBC}" presName="node" presStyleLbl="node1" presStyleIdx="4" presStyleCnt="5">
        <dgm:presLayoutVars>
          <dgm:bulletEnabled val="1"/>
        </dgm:presLayoutVars>
      </dgm:prSet>
      <dgm:spPr/>
    </dgm:pt>
    <dgm:pt modelId="{CC5274F1-500E-4B40-A218-0C25D3BC989E}" type="pres">
      <dgm:prSet presAssocID="{2CF5D785-4094-40B2-A0E3-196DEFE19CAB}" presName="sibTrans" presStyleLbl="sibTrans2D1" presStyleIdx="4" presStyleCnt="5"/>
      <dgm:spPr/>
    </dgm:pt>
    <dgm:pt modelId="{25FB306D-A015-4B3F-A7E7-3DDE74D39DD6}" type="pres">
      <dgm:prSet presAssocID="{2CF5D785-4094-40B2-A0E3-196DEFE19CAB}" presName="connectorText" presStyleLbl="sibTrans2D1" presStyleIdx="4" presStyleCnt="5"/>
      <dgm:spPr/>
    </dgm:pt>
  </dgm:ptLst>
  <dgm:cxnLst>
    <dgm:cxn modelId="{2A65900B-8015-48E1-8EAF-21E038597660}" type="presOf" srcId="{E0302231-391B-414A-BF1F-4A2316BD5131}" destId="{5720BC3D-0489-411B-AE2B-4FC5F139001F}" srcOrd="0" destOrd="0" presId="urn:microsoft.com/office/officeart/2005/8/layout/cycle2"/>
    <dgm:cxn modelId="{107D730C-5561-4E3B-B676-BD74DEEDB748}" srcId="{CF9F0C97-FBBA-447D-83D8-2DA94DDC081B}" destId="{68C8735C-1484-4834-AE6B-134F6CB1E0E8}" srcOrd="2" destOrd="0" parTransId="{D58BCC90-D607-42CA-9534-594916C9FBEC}" sibTransId="{1EFCECA5-002B-413D-B05C-481758E68487}"/>
    <dgm:cxn modelId="{9FE5202A-D195-4248-8E75-A1F3FB1EE584}" type="presOf" srcId="{8AF544EF-D19C-4964-B6BF-9B6003980367}" destId="{CB006459-4E3C-4CC5-92C9-219DAB39DF1D}" srcOrd="0" destOrd="0" presId="urn:microsoft.com/office/officeart/2005/8/layout/cycle2"/>
    <dgm:cxn modelId="{6F378A35-5BF1-4930-A467-42DE5EC4A6F4}" srcId="{CF9F0C97-FBBA-447D-83D8-2DA94DDC081B}" destId="{82E86A4D-8D61-44CC-B92A-71D8BBC2373D}" srcOrd="0" destOrd="0" parTransId="{47289709-A298-404F-818B-6769506D1A96}" sibTransId="{E0302231-391B-414A-BF1F-4A2316BD5131}"/>
    <dgm:cxn modelId="{E99C4739-A5AF-4027-BB56-E61381307CE5}" type="presOf" srcId="{E0302231-391B-414A-BF1F-4A2316BD5131}" destId="{9DF0DB32-C08C-441E-85DF-B397A007C036}" srcOrd="1" destOrd="0" presId="urn:microsoft.com/office/officeart/2005/8/layout/cycle2"/>
    <dgm:cxn modelId="{03481246-6A12-4333-98E0-CE0C1BCEA7C3}" type="presOf" srcId="{4C0AC229-176D-436B-B8E7-97F69D090984}" destId="{D66DC121-2002-4D95-AFD7-C561E49EBE10}" srcOrd="0" destOrd="0" presId="urn:microsoft.com/office/officeart/2005/8/layout/cycle2"/>
    <dgm:cxn modelId="{DAACE047-6814-48AF-9CD9-D8C5A847A5A9}" type="presOf" srcId="{B2E94DB9-78B3-4E44-92F0-481526EA6DBC}" destId="{D217A09F-BC20-4345-96B5-C51FD2480566}" srcOrd="0" destOrd="0" presId="urn:microsoft.com/office/officeart/2005/8/layout/cycle2"/>
    <dgm:cxn modelId="{D209EF68-CAB1-4C87-A9ED-CA9B4B288760}" type="presOf" srcId="{4C0AC229-176D-436B-B8E7-97F69D090984}" destId="{354FAFE8-8AFB-42E4-8533-E03D79E733BB}" srcOrd="1" destOrd="0" presId="urn:microsoft.com/office/officeart/2005/8/layout/cycle2"/>
    <dgm:cxn modelId="{291C9551-A95B-4939-9D07-98EBCEB96944}" type="presOf" srcId="{2CF5D785-4094-40B2-A0E3-196DEFE19CAB}" destId="{25FB306D-A015-4B3F-A7E7-3DDE74D39DD6}" srcOrd="1" destOrd="0" presId="urn:microsoft.com/office/officeart/2005/8/layout/cycle2"/>
    <dgm:cxn modelId="{6F7D0752-9A0B-4C68-9FFA-0EBC5C60CE19}" type="presOf" srcId="{8AF544EF-D19C-4964-B6BF-9B6003980367}" destId="{3C022C27-D18F-42DB-8585-53A3BD0E8E89}" srcOrd="1" destOrd="0" presId="urn:microsoft.com/office/officeart/2005/8/layout/cycle2"/>
    <dgm:cxn modelId="{537AFD54-518F-49CA-9CC4-B0714991DAD2}" srcId="{CF9F0C97-FBBA-447D-83D8-2DA94DDC081B}" destId="{B22D8B30-F759-4D74-B6B2-9467000642CE}" srcOrd="3" destOrd="0" parTransId="{76881BAB-0414-4194-AB47-90C5FE5EF930}" sibTransId="{8AF544EF-D19C-4964-B6BF-9B6003980367}"/>
    <dgm:cxn modelId="{FC819E75-24F0-496E-8D24-2FF39A20D3CA}" type="presOf" srcId="{CF9F0C97-FBBA-447D-83D8-2DA94DDC081B}" destId="{90387D51-F220-4DEA-916D-247BA4EAB1A7}" srcOrd="0" destOrd="0" presId="urn:microsoft.com/office/officeart/2005/8/layout/cycle2"/>
    <dgm:cxn modelId="{A0977156-C09B-4DE8-A8BE-6A326B7BCD5B}" type="presOf" srcId="{68C8735C-1484-4834-AE6B-134F6CB1E0E8}" destId="{A6A99BF2-6751-4A9A-95B8-9F5D44B524CC}" srcOrd="0" destOrd="0" presId="urn:microsoft.com/office/officeart/2005/8/layout/cycle2"/>
    <dgm:cxn modelId="{94D35F78-EAE5-41ED-921A-34B98183E337}" type="presOf" srcId="{2CF5D785-4094-40B2-A0E3-196DEFE19CAB}" destId="{CC5274F1-500E-4B40-A218-0C25D3BC989E}" srcOrd="0" destOrd="0" presId="urn:microsoft.com/office/officeart/2005/8/layout/cycle2"/>
    <dgm:cxn modelId="{A48C8258-D2D3-42E7-9003-B3897A715DFB}" type="presOf" srcId="{1EFCECA5-002B-413D-B05C-481758E68487}" destId="{C16DFEC7-7218-4459-BC4B-7C558621EBC6}" srcOrd="0" destOrd="0" presId="urn:microsoft.com/office/officeart/2005/8/layout/cycle2"/>
    <dgm:cxn modelId="{94CEC681-D8B8-496F-ADBD-1F209A622C85}" type="presOf" srcId="{A4BF39C9-C3B5-49C9-BC77-30C664044F09}" destId="{AC40B133-95F7-4367-A2FB-3CA5F2D3BB95}" srcOrd="0" destOrd="0" presId="urn:microsoft.com/office/officeart/2005/8/layout/cycle2"/>
    <dgm:cxn modelId="{E1A21DB3-6EF0-4680-9B4B-0AC09BBEA193}" type="presOf" srcId="{1EFCECA5-002B-413D-B05C-481758E68487}" destId="{0AF52BB0-8687-4879-9F89-F3A97524BD9D}" srcOrd="1" destOrd="0" presId="urn:microsoft.com/office/officeart/2005/8/layout/cycle2"/>
    <dgm:cxn modelId="{848735B3-8B5C-4F52-8904-036AA19D734C}" type="presOf" srcId="{B22D8B30-F759-4D74-B6B2-9467000642CE}" destId="{6B6E4C70-9761-4EA2-A5CD-C3A05CB91039}" srcOrd="0" destOrd="0" presId="urn:microsoft.com/office/officeart/2005/8/layout/cycle2"/>
    <dgm:cxn modelId="{838A86DC-96F7-40C8-8C2B-682ED8CCB2C2}" srcId="{CF9F0C97-FBBA-447D-83D8-2DA94DDC081B}" destId="{B2E94DB9-78B3-4E44-92F0-481526EA6DBC}" srcOrd="4" destOrd="0" parTransId="{9907E4EC-1D2C-4349-8E17-3E6E2489B3D2}" sibTransId="{2CF5D785-4094-40B2-A0E3-196DEFE19CAB}"/>
    <dgm:cxn modelId="{8B8718EE-E954-47C0-A3F8-EF783E75A639}" srcId="{CF9F0C97-FBBA-447D-83D8-2DA94DDC081B}" destId="{A4BF39C9-C3B5-49C9-BC77-30C664044F09}" srcOrd="1" destOrd="0" parTransId="{C233DD4D-D6D5-482C-AA33-C143D3F7CBF6}" sibTransId="{4C0AC229-176D-436B-B8E7-97F69D090984}"/>
    <dgm:cxn modelId="{E93F58F6-ECF4-4644-97EA-26A59708EB5D}" type="presOf" srcId="{82E86A4D-8D61-44CC-B92A-71D8BBC2373D}" destId="{210D2101-09D4-4C06-8F5E-BE9DF79B1CA4}" srcOrd="0" destOrd="0" presId="urn:microsoft.com/office/officeart/2005/8/layout/cycle2"/>
    <dgm:cxn modelId="{A9F07A80-C3EC-427D-88E2-00CE0D07BA4C}" type="presParOf" srcId="{90387D51-F220-4DEA-916D-247BA4EAB1A7}" destId="{210D2101-09D4-4C06-8F5E-BE9DF79B1CA4}" srcOrd="0" destOrd="0" presId="urn:microsoft.com/office/officeart/2005/8/layout/cycle2"/>
    <dgm:cxn modelId="{715912DE-FD39-41E3-BEF1-93FA2AA5EAB6}" type="presParOf" srcId="{90387D51-F220-4DEA-916D-247BA4EAB1A7}" destId="{5720BC3D-0489-411B-AE2B-4FC5F139001F}" srcOrd="1" destOrd="0" presId="urn:microsoft.com/office/officeart/2005/8/layout/cycle2"/>
    <dgm:cxn modelId="{7641E302-3CA3-42D7-B7C2-87D4F3CEFC2E}" type="presParOf" srcId="{5720BC3D-0489-411B-AE2B-4FC5F139001F}" destId="{9DF0DB32-C08C-441E-85DF-B397A007C036}" srcOrd="0" destOrd="0" presId="urn:microsoft.com/office/officeart/2005/8/layout/cycle2"/>
    <dgm:cxn modelId="{5386ADD5-7DE8-4864-9DF3-319085B1BF72}" type="presParOf" srcId="{90387D51-F220-4DEA-916D-247BA4EAB1A7}" destId="{AC40B133-95F7-4367-A2FB-3CA5F2D3BB95}" srcOrd="2" destOrd="0" presId="urn:microsoft.com/office/officeart/2005/8/layout/cycle2"/>
    <dgm:cxn modelId="{E9708F90-248B-4EF0-901C-13D5D8611C1C}" type="presParOf" srcId="{90387D51-F220-4DEA-916D-247BA4EAB1A7}" destId="{D66DC121-2002-4D95-AFD7-C561E49EBE10}" srcOrd="3" destOrd="0" presId="urn:microsoft.com/office/officeart/2005/8/layout/cycle2"/>
    <dgm:cxn modelId="{FD0DB72A-973C-4AD4-91CD-1ABD62BF5941}" type="presParOf" srcId="{D66DC121-2002-4D95-AFD7-C561E49EBE10}" destId="{354FAFE8-8AFB-42E4-8533-E03D79E733BB}" srcOrd="0" destOrd="0" presId="urn:microsoft.com/office/officeart/2005/8/layout/cycle2"/>
    <dgm:cxn modelId="{09A6FC3E-0B1C-4757-8ED0-F14851208CDE}" type="presParOf" srcId="{90387D51-F220-4DEA-916D-247BA4EAB1A7}" destId="{A6A99BF2-6751-4A9A-95B8-9F5D44B524CC}" srcOrd="4" destOrd="0" presId="urn:microsoft.com/office/officeart/2005/8/layout/cycle2"/>
    <dgm:cxn modelId="{992B1C81-9738-4867-994E-15A9387B6670}" type="presParOf" srcId="{90387D51-F220-4DEA-916D-247BA4EAB1A7}" destId="{C16DFEC7-7218-4459-BC4B-7C558621EBC6}" srcOrd="5" destOrd="0" presId="urn:microsoft.com/office/officeart/2005/8/layout/cycle2"/>
    <dgm:cxn modelId="{E593DC18-3030-44D4-9ED4-D7E434DBE2D5}" type="presParOf" srcId="{C16DFEC7-7218-4459-BC4B-7C558621EBC6}" destId="{0AF52BB0-8687-4879-9F89-F3A97524BD9D}" srcOrd="0" destOrd="0" presId="urn:microsoft.com/office/officeart/2005/8/layout/cycle2"/>
    <dgm:cxn modelId="{4D6E8803-C264-468A-A209-92579CE488A2}" type="presParOf" srcId="{90387D51-F220-4DEA-916D-247BA4EAB1A7}" destId="{6B6E4C70-9761-4EA2-A5CD-C3A05CB91039}" srcOrd="6" destOrd="0" presId="urn:microsoft.com/office/officeart/2005/8/layout/cycle2"/>
    <dgm:cxn modelId="{CAF2C91A-CF53-4261-A6E5-018C8ADA4C21}" type="presParOf" srcId="{90387D51-F220-4DEA-916D-247BA4EAB1A7}" destId="{CB006459-4E3C-4CC5-92C9-219DAB39DF1D}" srcOrd="7" destOrd="0" presId="urn:microsoft.com/office/officeart/2005/8/layout/cycle2"/>
    <dgm:cxn modelId="{1C6CC67B-F9C0-4EFC-BFED-305D101AE8FA}" type="presParOf" srcId="{CB006459-4E3C-4CC5-92C9-219DAB39DF1D}" destId="{3C022C27-D18F-42DB-8585-53A3BD0E8E89}" srcOrd="0" destOrd="0" presId="urn:microsoft.com/office/officeart/2005/8/layout/cycle2"/>
    <dgm:cxn modelId="{7B70EFD5-DDB5-4B6D-8CB6-A0C33037C0DC}" type="presParOf" srcId="{90387D51-F220-4DEA-916D-247BA4EAB1A7}" destId="{D217A09F-BC20-4345-96B5-C51FD2480566}" srcOrd="8" destOrd="0" presId="urn:microsoft.com/office/officeart/2005/8/layout/cycle2"/>
    <dgm:cxn modelId="{28A59702-A9D6-4F48-9214-87C84A9413AC}" type="presParOf" srcId="{90387D51-F220-4DEA-916D-247BA4EAB1A7}" destId="{CC5274F1-500E-4B40-A218-0C25D3BC989E}" srcOrd="9" destOrd="0" presId="urn:microsoft.com/office/officeart/2005/8/layout/cycle2"/>
    <dgm:cxn modelId="{DFCDB9F2-5FD1-4771-89ED-ECFD9FF2C648}" type="presParOf" srcId="{CC5274F1-500E-4B40-A218-0C25D3BC989E}" destId="{25FB306D-A015-4B3F-A7E7-3DDE74D39DD6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3CF77A2-CB15-4C92-B79B-E2EDF2FED97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1674652A-A8DF-4921-9A51-55EBA6550979}">
      <dgm:prSet phldrT="[Text]"/>
      <dgm:spPr/>
      <dgm:t>
        <a:bodyPr/>
        <a:lstStyle/>
        <a:p>
          <a:r>
            <a:rPr lang="de-DE"/>
            <a:t>Item 1</a:t>
          </a:r>
        </a:p>
      </dgm:t>
    </dgm:pt>
    <dgm:pt modelId="{82C56A57-BA8D-4361-AF2F-383D721C8717}" type="parTrans" cxnId="{0ADFD2A3-5A4E-4E23-AC7E-52D898466636}">
      <dgm:prSet/>
      <dgm:spPr/>
      <dgm:t>
        <a:bodyPr/>
        <a:lstStyle/>
        <a:p>
          <a:endParaRPr lang="de-DE"/>
        </a:p>
      </dgm:t>
    </dgm:pt>
    <dgm:pt modelId="{50F86521-4E0D-4C17-A28E-C8E09AA7CAB8}" type="sibTrans" cxnId="{0ADFD2A3-5A4E-4E23-AC7E-52D898466636}">
      <dgm:prSet/>
      <dgm:spPr/>
      <dgm:t>
        <a:bodyPr/>
        <a:lstStyle/>
        <a:p>
          <a:endParaRPr lang="de-DE"/>
        </a:p>
      </dgm:t>
    </dgm:pt>
    <dgm:pt modelId="{2F751DFF-B008-4BA4-8CA8-2687AAA6DFEB}">
      <dgm:prSet phldrT="[Text]"/>
      <dgm:spPr/>
      <dgm:t>
        <a:bodyPr/>
        <a:lstStyle/>
        <a:p>
          <a:r>
            <a:rPr lang="de-DE"/>
            <a:t>Item 2</a:t>
          </a:r>
        </a:p>
      </dgm:t>
    </dgm:pt>
    <dgm:pt modelId="{BB95AF81-B910-4F86-9054-3BB5E894E039}" type="parTrans" cxnId="{A49CA3E1-8402-4777-8792-6181EEBA8B17}">
      <dgm:prSet/>
      <dgm:spPr/>
      <dgm:t>
        <a:bodyPr/>
        <a:lstStyle/>
        <a:p>
          <a:endParaRPr lang="de-DE"/>
        </a:p>
      </dgm:t>
    </dgm:pt>
    <dgm:pt modelId="{704C438A-6D87-4417-97C9-97A24DC0528C}" type="sibTrans" cxnId="{A49CA3E1-8402-4777-8792-6181EEBA8B17}">
      <dgm:prSet/>
      <dgm:spPr/>
      <dgm:t>
        <a:bodyPr/>
        <a:lstStyle/>
        <a:p>
          <a:endParaRPr lang="de-DE"/>
        </a:p>
      </dgm:t>
    </dgm:pt>
    <dgm:pt modelId="{1FB8550C-C814-4212-B6D7-0F22E959B20B}">
      <dgm:prSet phldrT="[Text]"/>
      <dgm:spPr/>
      <dgm:t>
        <a:bodyPr/>
        <a:lstStyle/>
        <a:p>
          <a:r>
            <a:rPr lang="de-DE"/>
            <a:t>Item 3</a:t>
          </a:r>
        </a:p>
      </dgm:t>
    </dgm:pt>
    <dgm:pt modelId="{3BFE04D6-F3E4-4609-B57D-73D5C6DF7B66}" type="parTrans" cxnId="{DE39D1A1-ABEF-4EA9-811F-B2DB313BD765}">
      <dgm:prSet/>
      <dgm:spPr/>
      <dgm:t>
        <a:bodyPr/>
        <a:lstStyle/>
        <a:p>
          <a:endParaRPr lang="de-DE"/>
        </a:p>
      </dgm:t>
    </dgm:pt>
    <dgm:pt modelId="{E108D3A0-F7AE-40FF-A79A-E5A081DF892D}" type="sibTrans" cxnId="{DE39D1A1-ABEF-4EA9-811F-B2DB313BD765}">
      <dgm:prSet/>
      <dgm:spPr/>
      <dgm:t>
        <a:bodyPr/>
        <a:lstStyle/>
        <a:p>
          <a:endParaRPr lang="de-DE"/>
        </a:p>
      </dgm:t>
    </dgm:pt>
    <dgm:pt modelId="{50B9EA9E-D21D-41D9-A027-0C36D5EF6AD2}">
      <dgm:prSet phldrT="[Text]"/>
      <dgm:spPr/>
      <dgm:t>
        <a:bodyPr/>
        <a:lstStyle/>
        <a:p>
          <a:r>
            <a:rPr lang="de-DE"/>
            <a:t>Item 4</a:t>
          </a:r>
        </a:p>
      </dgm:t>
    </dgm:pt>
    <dgm:pt modelId="{505E2544-BF74-4E38-94BC-1AA2FB9BA3CD}" type="parTrans" cxnId="{BE6020D9-36AE-4699-B7C3-41059C21F3AB}">
      <dgm:prSet/>
      <dgm:spPr/>
      <dgm:t>
        <a:bodyPr/>
        <a:lstStyle/>
        <a:p>
          <a:endParaRPr lang="de-DE"/>
        </a:p>
      </dgm:t>
    </dgm:pt>
    <dgm:pt modelId="{96D77798-11F0-4CA0-9AF4-C29FBF90A5DF}" type="sibTrans" cxnId="{BE6020D9-36AE-4699-B7C3-41059C21F3AB}">
      <dgm:prSet/>
      <dgm:spPr/>
      <dgm:t>
        <a:bodyPr/>
        <a:lstStyle/>
        <a:p>
          <a:endParaRPr lang="de-DE"/>
        </a:p>
      </dgm:t>
    </dgm:pt>
    <dgm:pt modelId="{78A1333D-04A1-4101-AF9A-7E00528BF421}">
      <dgm:prSet phldrT="[Text]"/>
      <dgm:spPr/>
      <dgm:t>
        <a:bodyPr/>
        <a:lstStyle/>
        <a:p>
          <a:r>
            <a:rPr lang="de-DE"/>
            <a:t>Item 5</a:t>
          </a:r>
        </a:p>
      </dgm:t>
    </dgm:pt>
    <dgm:pt modelId="{129F6502-6EBA-401D-BFC9-293789A46FBB}" type="parTrans" cxnId="{2907099A-8291-4C7C-BDC7-4EC3D5581E2E}">
      <dgm:prSet/>
      <dgm:spPr/>
      <dgm:t>
        <a:bodyPr/>
        <a:lstStyle/>
        <a:p>
          <a:endParaRPr lang="de-DE"/>
        </a:p>
      </dgm:t>
    </dgm:pt>
    <dgm:pt modelId="{C13C3DDA-0BE7-40F9-89EA-F78465246AEA}" type="sibTrans" cxnId="{2907099A-8291-4C7C-BDC7-4EC3D5581E2E}">
      <dgm:prSet/>
      <dgm:spPr/>
      <dgm:t>
        <a:bodyPr/>
        <a:lstStyle/>
        <a:p>
          <a:endParaRPr lang="de-DE"/>
        </a:p>
      </dgm:t>
    </dgm:pt>
    <dgm:pt modelId="{59FA77C9-B438-4B96-95DF-660E7DCE9BB6}">
      <dgm:prSet phldrT="[Text]"/>
      <dgm:spPr/>
      <dgm:t>
        <a:bodyPr/>
        <a:lstStyle/>
        <a:p>
          <a:r>
            <a:rPr lang="de-DE"/>
            <a:t>Item 6</a:t>
          </a:r>
        </a:p>
      </dgm:t>
    </dgm:pt>
    <dgm:pt modelId="{E7325D61-7B5E-44E0-86C0-B4CC3E094434}" type="parTrans" cxnId="{0524564B-DCD0-42F0-B5CB-9EEC5A8ECB92}">
      <dgm:prSet/>
      <dgm:spPr/>
      <dgm:t>
        <a:bodyPr/>
        <a:lstStyle/>
        <a:p>
          <a:endParaRPr lang="de-DE"/>
        </a:p>
      </dgm:t>
    </dgm:pt>
    <dgm:pt modelId="{BE11A5A8-8145-4AB2-9BD6-7F35CF4836FC}" type="sibTrans" cxnId="{0524564B-DCD0-42F0-B5CB-9EEC5A8ECB92}">
      <dgm:prSet/>
      <dgm:spPr/>
      <dgm:t>
        <a:bodyPr/>
        <a:lstStyle/>
        <a:p>
          <a:endParaRPr lang="de-DE"/>
        </a:p>
      </dgm:t>
    </dgm:pt>
    <dgm:pt modelId="{F928FFE3-2029-4C86-97FF-D1D8661F1868}" type="pres">
      <dgm:prSet presAssocID="{53CF77A2-CB15-4C92-B79B-E2EDF2FED97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C15E90B-925F-47B6-B33F-6ED701A27ACA}" type="pres">
      <dgm:prSet presAssocID="{1674652A-A8DF-4921-9A51-55EBA6550979}" presName="hierRoot1" presStyleCnt="0"/>
      <dgm:spPr/>
    </dgm:pt>
    <dgm:pt modelId="{25C5D1C3-550C-4923-9574-566A453AF6C2}" type="pres">
      <dgm:prSet presAssocID="{1674652A-A8DF-4921-9A51-55EBA6550979}" presName="composite" presStyleCnt="0"/>
      <dgm:spPr/>
    </dgm:pt>
    <dgm:pt modelId="{4281E714-5CE6-4361-9811-CEFF42A39715}" type="pres">
      <dgm:prSet presAssocID="{1674652A-A8DF-4921-9A51-55EBA6550979}" presName="background" presStyleLbl="node0" presStyleIdx="0" presStyleCnt="1"/>
      <dgm:spPr/>
    </dgm:pt>
    <dgm:pt modelId="{EF36AE13-08AA-4E99-847E-68548E09013B}" type="pres">
      <dgm:prSet presAssocID="{1674652A-A8DF-4921-9A51-55EBA6550979}" presName="text" presStyleLbl="fgAcc0" presStyleIdx="0" presStyleCnt="1">
        <dgm:presLayoutVars>
          <dgm:chPref val="3"/>
        </dgm:presLayoutVars>
      </dgm:prSet>
      <dgm:spPr/>
    </dgm:pt>
    <dgm:pt modelId="{374E4789-1D5F-4AFD-865E-4546B73238FF}" type="pres">
      <dgm:prSet presAssocID="{1674652A-A8DF-4921-9A51-55EBA6550979}" presName="hierChild2" presStyleCnt="0"/>
      <dgm:spPr/>
    </dgm:pt>
    <dgm:pt modelId="{21361798-55BB-4CCC-B288-968E6EBD2643}" type="pres">
      <dgm:prSet presAssocID="{BB95AF81-B910-4F86-9054-3BB5E894E039}" presName="Name10" presStyleLbl="parChTrans1D2" presStyleIdx="0" presStyleCnt="2"/>
      <dgm:spPr/>
    </dgm:pt>
    <dgm:pt modelId="{0A44B0C9-B804-4F52-8C12-6A73D5F6522D}" type="pres">
      <dgm:prSet presAssocID="{2F751DFF-B008-4BA4-8CA8-2687AAA6DFEB}" presName="hierRoot2" presStyleCnt="0"/>
      <dgm:spPr/>
    </dgm:pt>
    <dgm:pt modelId="{D11D56CC-62C8-4AEC-898F-B76E4B945350}" type="pres">
      <dgm:prSet presAssocID="{2F751DFF-B008-4BA4-8CA8-2687AAA6DFEB}" presName="composite2" presStyleCnt="0"/>
      <dgm:spPr/>
    </dgm:pt>
    <dgm:pt modelId="{327DD0E9-91BB-4FFC-AC12-47ABC33DA1FF}" type="pres">
      <dgm:prSet presAssocID="{2F751DFF-B008-4BA4-8CA8-2687AAA6DFEB}" presName="background2" presStyleLbl="node2" presStyleIdx="0" presStyleCnt="2"/>
      <dgm:spPr/>
    </dgm:pt>
    <dgm:pt modelId="{BDF53AF0-C226-4943-AE88-36B419C30952}" type="pres">
      <dgm:prSet presAssocID="{2F751DFF-B008-4BA4-8CA8-2687AAA6DFEB}" presName="text2" presStyleLbl="fgAcc2" presStyleIdx="0" presStyleCnt="2">
        <dgm:presLayoutVars>
          <dgm:chPref val="3"/>
        </dgm:presLayoutVars>
      </dgm:prSet>
      <dgm:spPr/>
    </dgm:pt>
    <dgm:pt modelId="{46AC520B-4D63-4057-8288-55ED7BCEFCC5}" type="pres">
      <dgm:prSet presAssocID="{2F751DFF-B008-4BA4-8CA8-2687AAA6DFEB}" presName="hierChild3" presStyleCnt="0"/>
      <dgm:spPr/>
    </dgm:pt>
    <dgm:pt modelId="{EF99F272-2124-4AF2-90E4-879AEE858C95}" type="pres">
      <dgm:prSet presAssocID="{3BFE04D6-F3E4-4609-B57D-73D5C6DF7B66}" presName="Name17" presStyleLbl="parChTrans1D3" presStyleIdx="0" presStyleCnt="3"/>
      <dgm:spPr/>
    </dgm:pt>
    <dgm:pt modelId="{B1AD3B2C-0CDE-4846-B039-0271DB66C2BC}" type="pres">
      <dgm:prSet presAssocID="{1FB8550C-C814-4212-B6D7-0F22E959B20B}" presName="hierRoot3" presStyleCnt="0"/>
      <dgm:spPr/>
    </dgm:pt>
    <dgm:pt modelId="{2169D1D9-F9C6-400D-AB83-E45933505A31}" type="pres">
      <dgm:prSet presAssocID="{1FB8550C-C814-4212-B6D7-0F22E959B20B}" presName="composite3" presStyleCnt="0"/>
      <dgm:spPr/>
    </dgm:pt>
    <dgm:pt modelId="{CCD8C162-A402-45FB-AB55-B216DF8A136D}" type="pres">
      <dgm:prSet presAssocID="{1FB8550C-C814-4212-B6D7-0F22E959B20B}" presName="background3" presStyleLbl="node3" presStyleIdx="0" presStyleCnt="3"/>
      <dgm:spPr/>
    </dgm:pt>
    <dgm:pt modelId="{E15F3E28-4579-4446-928A-4731547A20D2}" type="pres">
      <dgm:prSet presAssocID="{1FB8550C-C814-4212-B6D7-0F22E959B20B}" presName="text3" presStyleLbl="fgAcc3" presStyleIdx="0" presStyleCnt="3">
        <dgm:presLayoutVars>
          <dgm:chPref val="3"/>
        </dgm:presLayoutVars>
      </dgm:prSet>
      <dgm:spPr/>
    </dgm:pt>
    <dgm:pt modelId="{2858F762-D43B-401C-8F1E-5864AC7862F3}" type="pres">
      <dgm:prSet presAssocID="{1FB8550C-C814-4212-B6D7-0F22E959B20B}" presName="hierChild4" presStyleCnt="0"/>
      <dgm:spPr/>
    </dgm:pt>
    <dgm:pt modelId="{47A7A014-B0F5-4B95-9FB8-1D8B0774F065}" type="pres">
      <dgm:prSet presAssocID="{505E2544-BF74-4E38-94BC-1AA2FB9BA3CD}" presName="Name17" presStyleLbl="parChTrans1D3" presStyleIdx="1" presStyleCnt="3"/>
      <dgm:spPr/>
    </dgm:pt>
    <dgm:pt modelId="{E0021852-D860-4D88-8967-E878EFD424C0}" type="pres">
      <dgm:prSet presAssocID="{50B9EA9E-D21D-41D9-A027-0C36D5EF6AD2}" presName="hierRoot3" presStyleCnt="0"/>
      <dgm:spPr/>
    </dgm:pt>
    <dgm:pt modelId="{CFA0ECDE-1A24-4A16-B48D-337E93E653EE}" type="pres">
      <dgm:prSet presAssocID="{50B9EA9E-D21D-41D9-A027-0C36D5EF6AD2}" presName="composite3" presStyleCnt="0"/>
      <dgm:spPr/>
    </dgm:pt>
    <dgm:pt modelId="{8180789E-B6A2-4C06-A282-E3D174968DE2}" type="pres">
      <dgm:prSet presAssocID="{50B9EA9E-D21D-41D9-A027-0C36D5EF6AD2}" presName="background3" presStyleLbl="node3" presStyleIdx="1" presStyleCnt="3"/>
      <dgm:spPr/>
    </dgm:pt>
    <dgm:pt modelId="{D1A2F440-3C80-41DA-9E1E-134623835FFE}" type="pres">
      <dgm:prSet presAssocID="{50B9EA9E-D21D-41D9-A027-0C36D5EF6AD2}" presName="text3" presStyleLbl="fgAcc3" presStyleIdx="1" presStyleCnt="3">
        <dgm:presLayoutVars>
          <dgm:chPref val="3"/>
        </dgm:presLayoutVars>
      </dgm:prSet>
      <dgm:spPr/>
    </dgm:pt>
    <dgm:pt modelId="{B2DC71DF-46C7-43AA-BF13-DE5F6FB41043}" type="pres">
      <dgm:prSet presAssocID="{50B9EA9E-D21D-41D9-A027-0C36D5EF6AD2}" presName="hierChild4" presStyleCnt="0"/>
      <dgm:spPr/>
    </dgm:pt>
    <dgm:pt modelId="{B82F18EE-3AA4-4678-91F3-8380F3852C04}" type="pres">
      <dgm:prSet presAssocID="{129F6502-6EBA-401D-BFC9-293789A46FBB}" presName="Name10" presStyleLbl="parChTrans1D2" presStyleIdx="1" presStyleCnt="2"/>
      <dgm:spPr/>
    </dgm:pt>
    <dgm:pt modelId="{A11E6D39-6155-4394-B57F-EC2BC1981A39}" type="pres">
      <dgm:prSet presAssocID="{78A1333D-04A1-4101-AF9A-7E00528BF421}" presName="hierRoot2" presStyleCnt="0"/>
      <dgm:spPr/>
    </dgm:pt>
    <dgm:pt modelId="{E0ECD8FF-85A9-4378-9903-85CFC3605F49}" type="pres">
      <dgm:prSet presAssocID="{78A1333D-04A1-4101-AF9A-7E00528BF421}" presName="composite2" presStyleCnt="0"/>
      <dgm:spPr/>
    </dgm:pt>
    <dgm:pt modelId="{29FC7DFB-EA80-4D5A-9079-10B83AE930DF}" type="pres">
      <dgm:prSet presAssocID="{78A1333D-04A1-4101-AF9A-7E00528BF421}" presName="background2" presStyleLbl="node2" presStyleIdx="1" presStyleCnt="2"/>
      <dgm:spPr/>
    </dgm:pt>
    <dgm:pt modelId="{3FE0DB22-FD2B-480A-B0CF-86CDE4AE0B94}" type="pres">
      <dgm:prSet presAssocID="{78A1333D-04A1-4101-AF9A-7E00528BF421}" presName="text2" presStyleLbl="fgAcc2" presStyleIdx="1" presStyleCnt="2">
        <dgm:presLayoutVars>
          <dgm:chPref val="3"/>
        </dgm:presLayoutVars>
      </dgm:prSet>
      <dgm:spPr/>
    </dgm:pt>
    <dgm:pt modelId="{ABC94637-F962-4E1C-BBDF-C41C5DAA2DF9}" type="pres">
      <dgm:prSet presAssocID="{78A1333D-04A1-4101-AF9A-7E00528BF421}" presName="hierChild3" presStyleCnt="0"/>
      <dgm:spPr/>
    </dgm:pt>
    <dgm:pt modelId="{B22E28B9-9308-4D2E-B836-C37867FF05D4}" type="pres">
      <dgm:prSet presAssocID="{E7325D61-7B5E-44E0-86C0-B4CC3E094434}" presName="Name17" presStyleLbl="parChTrans1D3" presStyleIdx="2" presStyleCnt="3"/>
      <dgm:spPr/>
    </dgm:pt>
    <dgm:pt modelId="{7E7D7A9C-55E3-4EDB-8C18-B2C1CBB49EC7}" type="pres">
      <dgm:prSet presAssocID="{59FA77C9-B438-4B96-95DF-660E7DCE9BB6}" presName="hierRoot3" presStyleCnt="0"/>
      <dgm:spPr/>
    </dgm:pt>
    <dgm:pt modelId="{CCEF0310-9753-46D5-AD2C-D02AE2BFD405}" type="pres">
      <dgm:prSet presAssocID="{59FA77C9-B438-4B96-95DF-660E7DCE9BB6}" presName="composite3" presStyleCnt="0"/>
      <dgm:spPr/>
    </dgm:pt>
    <dgm:pt modelId="{AB783199-D660-4495-9D38-8EC0ACED9982}" type="pres">
      <dgm:prSet presAssocID="{59FA77C9-B438-4B96-95DF-660E7DCE9BB6}" presName="background3" presStyleLbl="node3" presStyleIdx="2" presStyleCnt="3"/>
      <dgm:spPr/>
    </dgm:pt>
    <dgm:pt modelId="{66523FF7-47C8-4B82-A213-6E9C83C4F689}" type="pres">
      <dgm:prSet presAssocID="{59FA77C9-B438-4B96-95DF-660E7DCE9BB6}" presName="text3" presStyleLbl="fgAcc3" presStyleIdx="2" presStyleCnt="3">
        <dgm:presLayoutVars>
          <dgm:chPref val="3"/>
        </dgm:presLayoutVars>
      </dgm:prSet>
      <dgm:spPr/>
    </dgm:pt>
    <dgm:pt modelId="{D5D9BAB5-B5FF-4BC0-BC3E-A21098AF9560}" type="pres">
      <dgm:prSet presAssocID="{59FA77C9-B438-4B96-95DF-660E7DCE9BB6}" presName="hierChild4" presStyleCnt="0"/>
      <dgm:spPr/>
    </dgm:pt>
  </dgm:ptLst>
  <dgm:cxnLst>
    <dgm:cxn modelId="{84B0AC16-8D11-4C91-A68C-3C2BDB035232}" type="presOf" srcId="{505E2544-BF74-4E38-94BC-1AA2FB9BA3CD}" destId="{47A7A014-B0F5-4B95-9FB8-1D8B0774F065}" srcOrd="0" destOrd="0" presId="urn:microsoft.com/office/officeart/2005/8/layout/hierarchy1"/>
    <dgm:cxn modelId="{BBF68233-E40F-416B-AD09-E11254BE229E}" type="presOf" srcId="{3BFE04D6-F3E4-4609-B57D-73D5C6DF7B66}" destId="{EF99F272-2124-4AF2-90E4-879AEE858C95}" srcOrd="0" destOrd="0" presId="urn:microsoft.com/office/officeart/2005/8/layout/hierarchy1"/>
    <dgm:cxn modelId="{7C6E7D60-9152-4728-98DA-101D5FEA7653}" type="presOf" srcId="{BB95AF81-B910-4F86-9054-3BB5E894E039}" destId="{21361798-55BB-4CCC-B288-968E6EBD2643}" srcOrd="0" destOrd="0" presId="urn:microsoft.com/office/officeart/2005/8/layout/hierarchy1"/>
    <dgm:cxn modelId="{F583F446-1191-421D-8D0C-DC25DE72BA48}" type="presOf" srcId="{53CF77A2-CB15-4C92-B79B-E2EDF2FED97D}" destId="{F928FFE3-2029-4C86-97FF-D1D8661F1868}" srcOrd="0" destOrd="0" presId="urn:microsoft.com/office/officeart/2005/8/layout/hierarchy1"/>
    <dgm:cxn modelId="{0524564B-DCD0-42F0-B5CB-9EEC5A8ECB92}" srcId="{78A1333D-04A1-4101-AF9A-7E00528BF421}" destId="{59FA77C9-B438-4B96-95DF-660E7DCE9BB6}" srcOrd="0" destOrd="0" parTransId="{E7325D61-7B5E-44E0-86C0-B4CC3E094434}" sibTransId="{BE11A5A8-8145-4AB2-9BD6-7F35CF4836FC}"/>
    <dgm:cxn modelId="{AB18937D-9352-4ED2-98FA-D7999754FC78}" type="presOf" srcId="{2F751DFF-B008-4BA4-8CA8-2687AAA6DFEB}" destId="{BDF53AF0-C226-4943-AE88-36B419C30952}" srcOrd="0" destOrd="0" presId="urn:microsoft.com/office/officeart/2005/8/layout/hierarchy1"/>
    <dgm:cxn modelId="{2907099A-8291-4C7C-BDC7-4EC3D5581E2E}" srcId="{1674652A-A8DF-4921-9A51-55EBA6550979}" destId="{78A1333D-04A1-4101-AF9A-7E00528BF421}" srcOrd="1" destOrd="0" parTransId="{129F6502-6EBA-401D-BFC9-293789A46FBB}" sibTransId="{C13C3DDA-0BE7-40F9-89EA-F78465246AEA}"/>
    <dgm:cxn modelId="{DE39D1A1-ABEF-4EA9-811F-B2DB313BD765}" srcId="{2F751DFF-B008-4BA4-8CA8-2687AAA6DFEB}" destId="{1FB8550C-C814-4212-B6D7-0F22E959B20B}" srcOrd="0" destOrd="0" parTransId="{3BFE04D6-F3E4-4609-B57D-73D5C6DF7B66}" sibTransId="{E108D3A0-F7AE-40FF-A79A-E5A081DF892D}"/>
    <dgm:cxn modelId="{0ADFD2A3-5A4E-4E23-AC7E-52D898466636}" srcId="{53CF77A2-CB15-4C92-B79B-E2EDF2FED97D}" destId="{1674652A-A8DF-4921-9A51-55EBA6550979}" srcOrd="0" destOrd="0" parTransId="{82C56A57-BA8D-4361-AF2F-383D721C8717}" sibTransId="{50F86521-4E0D-4C17-A28E-C8E09AA7CAB8}"/>
    <dgm:cxn modelId="{4DE67DBF-9840-4975-9521-2ED4CE7CBF05}" type="presOf" srcId="{1674652A-A8DF-4921-9A51-55EBA6550979}" destId="{EF36AE13-08AA-4E99-847E-68548E09013B}" srcOrd="0" destOrd="0" presId="urn:microsoft.com/office/officeart/2005/8/layout/hierarchy1"/>
    <dgm:cxn modelId="{F76F0FCE-350E-46FD-BE14-8AB0D4D722AB}" type="presOf" srcId="{129F6502-6EBA-401D-BFC9-293789A46FBB}" destId="{B82F18EE-3AA4-4678-91F3-8380F3852C04}" srcOrd="0" destOrd="0" presId="urn:microsoft.com/office/officeart/2005/8/layout/hierarchy1"/>
    <dgm:cxn modelId="{BE6020D9-36AE-4699-B7C3-41059C21F3AB}" srcId="{2F751DFF-B008-4BA4-8CA8-2687AAA6DFEB}" destId="{50B9EA9E-D21D-41D9-A027-0C36D5EF6AD2}" srcOrd="1" destOrd="0" parTransId="{505E2544-BF74-4E38-94BC-1AA2FB9BA3CD}" sibTransId="{96D77798-11F0-4CA0-9AF4-C29FBF90A5DF}"/>
    <dgm:cxn modelId="{A49CA3E1-8402-4777-8792-6181EEBA8B17}" srcId="{1674652A-A8DF-4921-9A51-55EBA6550979}" destId="{2F751DFF-B008-4BA4-8CA8-2687AAA6DFEB}" srcOrd="0" destOrd="0" parTransId="{BB95AF81-B910-4F86-9054-3BB5E894E039}" sibTransId="{704C438A-6D87-4417-97C9-97A24DC0528C}"/>
    <dgm:cxn modelId="{C31259E5-EB73-422A-B1C4-0DF617CC0C2A}" type="presOf" srcId="{59FA77C9-B438-4B96-95DF-660E7DCE9BB6}" destId="{66523FF7-47C8-4B82-A213-6E9C83C4F689}" srcOrd="0" destOrd="0" presId="urn:microsoft.com/office/officeart/2005/8/layout/hierarchy1"/>
    <dgm:cxn modelId="{2EE0DDE6-70A4-442D-8E71-C0A98871E200}" type="presOf" srcId="{78A1333D-04A1-4101-AF9A-7E00528BF421}" destId="{3FE0DB22-FD2B-480A-B0CF-86CDE4AE0B94}" srcOrd="0" destOrd="0" presId="urn:microsoft.com/office/officeart/2005/8/layout/hierarchy1"/>
    <dgm:cxn modelId="{11E8C0ED-FABC-4F39-A3D3-68AFD416E3B5}" type="presOf" srcId="{50B9EA9E-D21D-41D9-A027-0C36D5EF6AD2}" destId="{D1A2F440-3C80-41DA-9E1E-134623835FFE}" srcOrd="0" destOrd="0" presId="urn:microsoft.com/office/officeart/2005/8/layout/hierarchy1"/>
    <dgm:cxn modelId="{97E9FFF0-21E8-4840-89C8-B09297722455}" type="presOf" srcId="{E7325D61-7B5E-44E0-86C0-B4CC3E094434}" destId="{B22E28B9-9308-4D2E-B836-C37867FF05D4}" srcOrd="0" destOrd="0" presId="urn:microsoft.com/office/officeart/2005/8/layout/hierarchy1"/>
    <dgm:cxn modelId="{19A003F7-4E3F-4D97-B8B0-B2A5900A2343}" type="presOf" srcId="{1FB8550C-C814-4212-B6D7-0F22E959B20B}" destId="{E15F3E28-4579-4446-928A-4731547A20D2}" srcOrd="0" destOrd="0" presId="urn:microsoft.com/office/officeart/2005/8/layout/hierarchy1"/>
    <dgm:cxn modelId="{4BEEA80A-86B3-4FAE-8318-53C78A8F1EC3}" type="presParOf" srcId="{F928FFE3-2029-4C86-97FF-D1D8661F1868}" destId="{1C15E90B-925F-47B6-B33F-6ED701A27ACA}" srcOrd="0" destOrd="0" presId="urn:microsoft.com/office/officeart/2005/8/layout/hierarchy1"/>
    <dgm:cxn modelId="{5A9A8935-82A3-4949-820B-57348B5FD424}" type="presParOf" srcId="{1C15E90B-925F-47B6-B33F-6ED701A27ACA}" destId="{25C5D1C3-550C-4923-9574-566A453AF6C2}" srcOrd="0" destOrd="0" presId="urn:microsoft.com/office/officeart/2005/8/layout/hierarchy1"/>
    <dgm:cxn modelId="{0CBAA9E1-5A06-4A7E-98BD-C6BD1ADDDB7C}" type="presParOf" srcId="{25C5D1C3-550C-4923-9574-566A453AF6C2}" destId="{4281E714-5CE6-4361-9811-CEFF42A39715}" srcOrd="0" destOrd="0" presId="urn:microsoft.com/office/officeart/2005/8/layout/hierarchy1"/>
    <dgm:cxn modelId="{19BDDC51-D18E-4D6E-ADEB-54B2D8D5A447}" type="presParOf" srcId="{25C5D1C3-550C-4923-9574-566A453AF6C2}" destId="{EF36AE13-08AA-4E99-847E-68548E09013B}" srcOrd="1" destOrd="0" presId="urn:microsoft.com/office/officeart/2005/8/layout/hierarchy1"/>
    <dgm:cxn modelId="{6B3E6401-318A-4094-A13A-8D1882EBCC46}" type="presParOf" srcId="{1C15E90B-925F-47B6-B33F-6ED701A27ACA}" destId="{374E4789-1D5F-4AFD-865E-4546B73238FF}" srcOrd="1" destOrd="0" presId="urn:microsoft.com/office/officeart/2005/8/layout/hierarchy1"/>
    <dgm:cxn modelId="{F078494B-BB69-49F4-8FFB-54DB07326502}" type="presParOf" srcId="{374E4789-1D5F-4AFD-865E-4546B73238FF}" destId="{21361798-55BB-4CCC-B288-968E6EBD2643}" srcOrd="0" destOrd="0" presId="urn:microsoft.com/office/officeart/2005/8/layout/hierarchy1"/>
    <dgm:cxn modelId="{4EBA88A2-5D79-4963-813C-A2A802846EAE}" type="presParOf" srcId="{374E4789-1D5F-4AFD-865E-4546B73238FF}" destId="{0A44B0C9-B804-4F52-8C12-6A73D5F6522D}" srcOrd="1" destOrd="0" presId="urn:microsoft.com/office/officeart/2005/8/layout/hierarchy1"/>
    <dgm:cxn modelId="{36D1768E-D5C6-4632-B9F4-19A1AB887D24}" type="presParOf" srcId="{0A44B0C9-B804-4F52-8C12-6A73D5F6522D}" destId="{D11D56CC-62C8-4AEC-898F-B76E4B945350}" srcOrd="0" destOrd="0" presId="urn:microsoft.com/office/officeart/2005/8/layout/hierarchy1"/>
    <dgm:cxn modelId="{096C0EA2-5A3A-407B-89FA-8CAD20A3D4D8}" type="presParOf" srcId="{D11D56CC-62C8-4AEC-898F-B76E4B945350}" destId="{327DD0E9-91BB-4FFC-AC12-47ABC33DA1FF}" srcOrd="0" destOrd="0" presId="urn:microsoft.com/office/officeart/2005/8/layout/hierarchy1"/>
    <dgm:cxn modelId="{FB43E784-B8AB-4091-BB46-BA4459AA9D79}" type="presParOf" srcId="{D11D56CC-62C8-4AEC-898F-B76E4B945350}" destId="{BDF53AF0-C226-4943-AE88-36B419C30952}" srcOrd="1" destOrd="0" presId="urn:microsoft.com/office/officeart/2005/8/layout/hierarchy1"/>
    <dgm:cxn modelId="{12B115BB-1654-4B23-8682-BFBC2027CBC3}" type="presParOf" srcId="{0A44B0C9-B804-4F52-8C12-6A73D5F6522D}" destId="{46AC520B-4D63-4057-8288-55ED7BCEFCC5}" srcOrd="1" destOrd="0" presId="urn:microsoft.com/office/officeart/2005/8/layout/hierarchy1"/>
    <dgm:cxn modelId="{B9E9AE79-2AB9-4AF2-8FF6-510CBD10E411}" type="presParOf" srcId="{46AC520B-4D63-4057-8288-55ED7BCEFCC5}" destId="{EF99F272-2124-4AF2-90E4-879AEE858C95}" srcOrd="0" destOrd="0" presId="urn:microsoft.com/office/officeart/2005/8/layout/hierarchy1"/>
    <dgm:cxn modelId="{9DD9B6D0-D0DC-4428-890A-937718AABC9E}" type="presParOf" srcId="{46AC520B-4D63-4057-8288-55ED7BCEFCC5}" destId="{B1AD3B2C-0CDE-4846-B039-0271DB66C2BC}" srcOrd="1" destOrd="0" presId="urn:microsoft.com/office/officeart/2005/8/layout/hierarchy1"/>
    <dgm:cxn modelId="{CC67C39B-9AFF-47BC-9788-6F7C308F993B}" type="presParOf" srcId="{B1AD3B2C-0CDE-4846-B039-0271DB66C2BC}" destId="{2169D1D9-F9C6-400D-AB83-E45933505A31}" srcOrd="0" destOrd="0" presId="urn:microsoft.com/office/officeart/2005/8/layout/hierarchy1"/>
    <dgm:cxn modelId="{FF711005-5F71-45D3-B176-C2B761C4AEFB}" type="presParOf" srcId="{2169D1D9-F9C6-400D-AB83-E45933505A31}" destId="{CCD8C162-A402-45FB-AB55-B216DF8A136D}" srcOrd="0" destOrd="0" presId="urn:microsoft.com/office/officeart/2005/8/layout/hierarchy1"/>
    <dgm:cxn modelId="{B9753875-BEA4-4359-ACFB-EDD86EDB7075}" type="presParOf" srcId="{2169D1D9-F9C6-400D-AB83-E45933505A31}" destId="{E15F3E28-4579-4446-928A-4731547A20D2}" srcOrd="1" destOrd="0" presId="urn:microsoft.com/office/officeart/2005/8/layout/hierarchy1"/>
    <dgm:cxn modelId="{2B3625DA-D5EF-4957-A122-A81FEA1E8CD4}" type="presParOf" srcId="{B1AD3B2C-0CDE-4846-B039-0271DB66C2BC}" destId="{2858F762-D43B-401C-8F1E-5864AC7862F3}" srcOrd="1" destOrd="0" presId="urn:microsoft.com/office/officeart/2005/8/layout/hierarchy1"/>
    <dgm:cxn modelId="{45B912BC-295C-4A52-9342-CBB0077B73FC}" type="presParOf" srcId="{46AC520B-4D63-4057-8288-55ED7BCEFCC5}" destId="{47A7A014-B0F5-4B95-9FB8-1D8B0774F065}" srcOrd="2" destOrd="0" presId="urn:microsoft.com/office/officeart/2005/8/layout/hierarchy1"/>
    <dgm:cxn modelId="{4477F525-0B86-464D-B7F1-29E708AEAF02}" type="presParOf" srcId="{46AC520B-4D63-4057-8288-55ED7BCEFCC5}" destId="{E0021852-D860-4D88-8967-E878EFD424C0}" srcOrd="3" destOrd="0" presId="urn:microsoft.com/office/officeart/2005/8/layout/hierarchy1"/>
    <dgm:cxn modelId="{D72BE320-F83F-47B7-A6A4-7F3D4C8C5886}" type="presParOf" srcId="{E0021852-D860-4D88-8967-E878EFD424C0}" destId="{CFA0ECDE-1A24-4A16-B48D-337E93E653EE}" srcOrd="0" destOrd="0" presId="urn:microsoft.com/office/officeart/2005/8/layout/hierarchy1"/>
    <dgm:cxn modelId="{075B0D04-AC89-43D3-9C45-4589AB244833}" type="presParOf" srcId="{CFA0ECDE-1A24-4A16-B48D-337E93E653EE}" destId="{8180789E-B6A2-4C06-A282-E3D174968DE2}" srcOrd="0" destOrd="0" presId="urn:microsoft.com/office/officeart/2005/8/layout/hierarchy1"/>
    <dgm:cxn modelId="{B3113B9E-2235-4767-97A0-880521E7A26B}" type="presParOf" srcId="{CFA0ECDE-1A24-4A16-B48D-337E93E653EE}" destId="{D1A2F440-3C80-41DA-9E1E-134623835FFE}" srcOrd="1" destOrd="0" presId="urn:microsoft.com/office/officeart/2005/8/layout/hierarchy1"/>
    <dgm:cxn modelId="{69864CE6-F26D-43DD-9AEB-20367FB36C5E}" type="presParOf" srcId="{E0021852-D860-4D88-8967-E878EFD424C0}" destId="{B2DC71DF-46C7-43AA-BF13-DE5F6FB41043}" srcOrd="1" destOrd="0" presId="urn:microsoft.com/office/officeart/2005/8/layout/hierarchy1"/>
    <dgm:cxn modelId="{46228171-E888-4F46-82A6-37CAAA80DEB3}" type="presParOf" srcId="{374E4789-1D5F-4AFD-865E-4546B73238FF}" destId="{B82F18EE-3AA4-4678-91F3-8380F3852C04}" srcOrd="2" destOrd="0" presId="urn:microsoft.com/office/officeart/2005/8/layout/hierarchy1"/>
    <dgm:cxn modelId="{2B107FE1-A5D5-4394-ABA2-3BD774F022F8}" type="presParOf" srcId="{374E4789-1D5F-4AFD-865E-4546B73238FF}" destId="{A11E6D39-6155-4394-B57F-EC2BC1981A39}" srcOrd="3" destOrd="0" presId="urn:microsoft.com/office/officeart/2005/8/layout/hierarchy1"/>
    <dgm:cxn modelId="{94133F43-FCAC-4BE7-BB43-93750F857C60}" type="presParOf" srcId="{A11E6D39-6155-4394-B57F-EC2BC1981A39}" destId="{E0ECD8FF-85A9-4378-9903-85CFC3605F49}" srcOrd="0" destOrd="0" presId="urn:microsoft.com/office/officeart/2005/8/layout/hierarchy1"/>
    <dgm:cxn modelId="{95F8B6AA-D675-45A5-B67E-E507D1172675}" type="presParOf" srcId="{E0ECD8FF-85A9-4378-9903-85CFC3605F49}" destId="{29FC7DFB-EA80-4D5A-9079-10B83AE930DF}" srcOrd="0" destOrd="0" presId="urn:microsoft.com/office/officeart/2005/8/layout/hierarchy1"/>
    <dgm:cxn modelId="{1E0EE385-ED57-4591-9D53-C82E394C6085}" type="presParOf" srcId="{E0ECD8FF-85A9-4378-9903-85CFC3605F49}" destId="{3FE0DB22-FD2B-480A-B0CF-86CDE4AE0B94}" srcOrd="1" destOrd="0" presId="urn:microsoft.com/office/officeart/2005/8/layout/hierarchy1"/>
    <dgm:cxn modelId="{9F3861A4-C424-4FFF-9982-69835DF31A9F}" type="presParOf" srcId="{A11E6D39-6155-4394-B57F-EC2BC1981A39}" destId="{ABC94637-F962-4E1C-BBDF-C41C5DAA2DF9}" srcOrd="1" destOrd="0" presId="urn:microsoft.com/office/officeart/2005/8/layout/hierarchy1"/>
    <dgm:cxn modelId="{F141B627-2E31-494A-8D69-1BB06BDBE32C}" type="presParOf" srcId="{ABC94637-F962-4E1C-BBDF-C41C5DAA2DF9}" destId="{B22E28B9-9308-4D2E-B836-C37867FF05D4}" srcOrd="0" destOrd="0" presId="urn:microsoft.com/office/officeart/2005/8/layout/hierarchy1"/>
    <dgm:cxn modelId="{DD0BAE44-9E8B-4042-AE7D-4F7AAAEF65DE}" type="presParOf" srcId="{ABC94637-F962-4E1C-BBDF-C41C5DAA2DF9}" destId="{7E7D7A9C-55E3-4EDB-8C18-B2C1CBB49EC7}" srcOrd="1" destOrd="0" presId="urn:microsoft.com/office/officeart/2005/8/layout/hierarchy1"/>
    <dgm:cxn modelId="{D52A7EE8-0CF7-4CCD-A3EB-62D2456C5608}" type="presParOf" srcId="{7E7D7A9C-55E3-4EDB-8C18-B2C1CBB49EC7}" destId="{CCEF0310-9753-46D5-AD2C-D02AE2BFD405}" srcOrd="0" destOrd="0" presId="urn:microsoft.com/office/officeart/2005/8/layout/hierarchy1"/>
    <dgm:cxn modelId="{29A39247-37E9-4DB2-9AAC-8FA125319043}" type="presParOf" srcId="{CCEF0310-9753-46D5-AD2C-D02AE2BFD405}" destId="{AB783199-D660-4495-9D38-8EC0ACED9982}" srcOrd="0" destOrd="0" presId="urn:microsoft.com/office/officeart/2005/8/layout/hierarchy1"/>
    <dgm:cxn modelId="{0136E0E8-84FE-4F20-A2E1-9086CD9E5F25}" type="presParOf" srcId="{CCEF0310-9753-46D5-AD2C-D02AE2BFD405}" destId="{66523FF7-47C8-4B82-A213-6E9C83C4F689}" srcOrd="1" destOrd="0" presId="urn:microsoft.com/office/officeart/2005/8/layout/hierarchy1"/>
    <dgm:cxn modelId="{637A603D-5312-4535-879F-732B8E11B201}" type="presParOf" srcId="{7E7D7A9C-55E3-4EDB-8C18-B2C1CBB49EC7}" destId="{D5D9BAB5-B5FF-4BC0-BC3E-A21098AF9560}" srcOrd="1" destOrd="0" presId="urn:microsoft.com/office/officeart/2005/8/layout/hierarchy1"/>
  </dgm:cxnLst>
  <dgm:bg>
    <a:solidFill>
      <a:srgbClr val="F2F2F2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B9E496-EB7F-4160-BC8D-312D0CF969C4}">
      <dsp:nvSpPr>
        <dsp:cNvPr id="0" name=""/>
        <dsp:cNvSpPr/>
      </dsp:nvSpPr>
      <dsp:spPr>
        <a:xfrm>
          <a:off x="6697" y="1304478"/>
          <a:ext cx="2001738" cy="12010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500" kern="1200"/>
            <a:t>Step 1</a:t>
          </a:r>
        </a:p>
      </dsp:txBody>
      <dsp:txXfrm>
        <a:off x="41874" y="1339655"/>
        <a:ext cx="1931384" cy="1130688"/>
      </dsp:txXfrm>
    </dsp:sp>
    <dsp:sp modelId="{ED4E8728-D9C6-446C-8ACB-73BD3FAC0857}">
      <dsp:nvSpPr>
        <dsp:cNvPr id="0" name=""/>
        <dsp:cNvSpPr/>
      </dsp:nvSpPr>
      <dsp:spPr>
        <a:xfrm>
          <a:off x="2208609" y="1656784"/>
          <a:ext cx="424368" cy="4964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100" kern="1200"/>
        </a:p>
      </dsp:txBody>
      <dsp:txXfrm>
        <a:off x="2208609" y="1756070"/>
        <a:ext cx="297058" cy="297859"/>
      </dsp:txXfrm>
    </dsp:sp>
    <dsp:sp modelId="{04C464FD-C0C1-4E38-962B-53578DBDEEFC}">
      <dsp:nvSpPr>
        <dsp:cNvPr id="0" name=""/>
        <dsp:cNvSpPr/>
      </dsp:nvSpPr>
      <dsp:spPr>
        <a:xfrm>
          <a:off x="2809130" y="1304478"/>
          <a:ext cx="2001738" cy="12010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500" kern="1200"/>
            <a:t>Step 2</a:t>
          </a:r>
        </a:p>
      </dsp:txBody>
      <dsp:txXfrm>
        <a:off x="2844307" y="1339655"/>
        <a:ext cx="1931384" cy="1130688"/>
      </dsp:txXfrm>
    </dsp:sp>
    <dsp:sp modelId="{E67046A6-CE71-4244-BC0E-EC7548D5AB16}">
      <dsp:nvSpPr>
        <dsp:cNvPr id="0" name=""/>
        <dsp:cNvSpPr/>
      </dsp:nvSpPr>
      <dsp:spPr>
        <a:xfrm>
          <a:off x="5011042" y="1656784"/>
          <a:ext cx="424368" cy="4964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100" kern="1200"/>
        </a:p>
      </dsp:txBody>
      <dsp:txXfrm>
        <a:off x="5011042" y="1756070"/>
        <a:ext cx="297058" cy="297859"/>
      </dsp:txXfrm>
    </dsp:sp>
    <dsp:sp modelId="{3B46F7FD-3E8A-4E1A-8661-21BEE1C14CE1}">
      <dsp:nvSpPr>
        <dsp:cNvPr id="0" name=""/>
        <dsp:cNvSpPr/>
      </dsp:nvSpPr>
      <dsp:spPr>
        <a:xfrm>
          <a:off x="5611564" y="1304478"/>
          <a:ext cx="2001738" cy="12010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500" kern="1200"/>
            <a:t>Step 3</a:t>
          </a:r>
        </a:p>
      </dsp:txBody>
      <dsp:txXfrm>
        <a:off x="5646741" y="1339655"/>
        <a:ext cx="1931384" cy="11306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49BB2E-1A14-46E0-80A9-48D1BDD2B58F}">
      <dsp:nvSpPr>
        <dsp:cNvPr id="0" name=""/>
        <dsp:cNvSpPr/>
      </dsp:nvSpPr>
      <dsp:spPr>
        <a:xfrm>
          <a:off x="4581842" y="2829044"/>
          <a:ext cx="91440" cy="45708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5708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26054C-EE49-45E7-AAFD-42178EBE95D9}">
      <dsp:nvSpPr>
        <dsp:cNvPr id="0" name=""/>
        <dsp:cNvSpPr/>
      </dsp:nvSpPr>
      <dsp:spPr>
        <a:xfrm>
          <a:off x="3186906" y="1373981"/>
          <a:ext cx="1440656" cy="4570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1487"/>
              </a:lnTo>
              <a:lnTo>
                <a:pt x="1440656" y="311487"/>
              </a:lnTo>
              <a:lnTo>
                <a:pt x="1440656" y="45708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722F7A-04CE-4008-AFBC-EB56774EF7A3}">
      <dsp:nvSpPr>
        <dsp:cNvPr id="0" name=""/>
        <dsp:cNvSpPr/>
      </dsp:nvSpPr>
      <dsp:spPr>
        <a:xfrm>
          <a:off x="1746249" y="2829044"/>
          <a:ext cx="960437" cy="4570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1487"/>
              </a:lnTo>
              <a:lnTo>
                <a:pt x="960437" y="311487"/>
              </a:lnTo>
              <a:lnTo>
                <a:pt x="960437" y="45708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376E76-1742-41EF-AA21-BDA48DD60930}">
      <dsp:nvSpPr>
        <dsp:cNvPr id="0" name=""/>
        <dsp:cNvSpPr/>
      </dsp:nvSpPr>
      <dsp:spPr>
        <a:xfrm>
          <a:off x="785812" y="2829044"/>
          <a:ext cx="960437" cy="457080"/>
        </a:xfrm>
        <a:custGeom>
          <a:avLst/>
          <a:gdLst/>
          <a:ahLst/>
          <a:cxnLst/>
          <a:rect l="0" t="0" r="0" b="0"/>
          <a:pathLst>
            <a:path>
              <a:moveTo>
                <a:pt x="960437" y="0"/>
              </a:moveTo>
              <a:lnTo>
                <a:pt x="960437" y="311487"/>
              </a:lnTo>
              <a:lnTo>
                <a:pt x="0" y="311487"/>
              </a:lnTo>
              <a:lnTo>
                <a:pt x="0" y="45708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290BCA-B096-427C-B250-3BF9C315C0ED}">
      <dsp:nvSpPr>
        <dsp:cNvPr id="0" name=""/>
        <dsp:cNvSpPr/>
      </dsp:nvSpPr>
      <dsp:spPr>
        <a:xfrm>
          <a:off x="1746249" y="1373981"/>
          <a:ext cx="1440656" cy="457080"/>
        </a:xfrm>
        <a:custGeom>
          <a:avLst/>
          <a:gdLst/>
          <a:ahLst/>
          <a:cxnLst/>
          <a:rect l="0" t="0" r="0" b="0"/>
          <a:pathLst>
            <a:path>
              <a:moveTo>
                <a:pt x="1440656" y="0"/>
              </a:moveTo>
              <a:lnTo>
                <a:pt x="1440656" y="311487"/>
              </a:lnTo>
              <a:lnTo>
                <a:pt x="0" y="311487"/>
              </a:lnTo>
              <a:lnTo>
                <a:pt x="0" y="45708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F26084-BA02-4EEF-82C9-49B27880EAA3}">
      <dsp:nvSpPr>
        <dsp:cNvPr id="0" name=""/>
        <dsp:cNvSpPr/>
      </dsp:nvSpPr>
      <dsp:spPr>
        <a:xfrm>
          <a:off x="2401093" y="375999"/>
          <a:ext cx="1571624" cy="997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F035EA-1E9B-4367-8661-8C2BD74BE091}">
      <dsp:nvSpPr>
        <dsp:cNvPr id="0" name=""/>
        <dsp:cNvSpPr/>
      </dsp:nvSpPr>
      <dsp:spPr>
        <a:xfrm>
          <a:off x="2575718" y="541893"/>
          <a:ext cx="1571624" cy="997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600" kern="1200"/>
            <a:t>Item 1</a:t>
          </a:r>
        </a:p>
      </dsp:txBody>
      <dsp:txXfrm>
        <a:off x="2604948" y="571123"/>
        <a:ext cx="1513164" cy="939521"/>
      </dsp:txXfrm>
    </dsp:sp>
    <dsp:sp modelId="{B8EC0B41-B826-4D7D-8B6A-37F0C5BBE634}">
      <dsp:nvSpPr>
        <dsp:cNvPr id="0" name=""/>
        <dsp:cNvSpPr/>
      </dsp:nvSpPr>
      <dsp:spPr>
        <a:xfrm>
          <a:off x="960437" y="1831062"/>
          <a:ext cx="1571624" cy="997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291436-FC12-49AB-B0ED-5E3946425AC6}">
      <dsp:nvSpPr>
        <dsp:cNvPr id="0" name=""/>
        <dsp:cNvSpPr/>
      </dsp:nvSpPr>
      <dsp:spPr>
        <a:xfrm>
          <a:off x="1135062" y="1996955"/>
          <a:ext cx="1571624" cy="997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600" kern="1200"/>
            <a:t>Item 2</a:t>
          </a:r>
        </a:p>
      </dsp:txBody>
      <dsp:txXfrm>
        <a:off x="1164292" y="2026185"/>
        <a:ext cx="1513164" cy="939521"/>
      </dsp:txXfrm>
    </dsp:sp>
    <dsp:sp modelId="{F1D9FB18-79C0-4C30-A904-84A501F67E2E}">
      <dsp:nvSpPr>
        <dsp:cNvPr id="0" name=""/>
        <dsp:cNvSpPr/>
      </dsp:nvSpPr>
      <dsp:spPr>
        <a:xfrm>
          <a:off x="0" y="3286124"/>
          <a:ext cx="1571624" cy="997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DA7516-7FA0-4D54-95A7-AFAA5EE9FD98}">
      <dsp:nvSpPr>
        <dsp:cNvPr id="0" name=""/>
        <dsp:cNvSpPr/>
      </dsp:nvSpPr>
      <dsp:spPr>
        <a:xfrm>
          <a:off x="174624" y="3452018"/>
          <a:ext cx="1571624" cy="997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600" kern="1200"/>
            <a:t>Item 3</a:t>
          </a:r>
        </a:p>
      </dsp:txBody>
      <dsp:txXfrm>
        <a:off x="203854" y="3481248"/>
        <a:ext cx="1513164" cy="939521"/>
      </dsp:txXfrm>
    </dsp:sp>
    <dsp:sp modelId="{AC117639-E29D-4B50-8CA4-FE8DE543BCDE}">
      <dsp:nvSpPr>
        <dsp:cNvPr id="0" name=""/>
        <dsp:cNvSpPr/>
      </dsp:nvSpPr>
      <dsp:spPr>
        <a:xfrm>
          <a:off x="1920874" y="3286124"/>
          <a:ext cx="1571624" cy="997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ADEF1C-6640-4429-99FC-892C469827FA}">
      <dsp:nvSpPr>
        <dsp:cNvPr id="0" name=""/>
        <dsp:cNvSpPr/>
      </dsp:nvSpPr>
      <dsp:spPr>
        <a:xfrm>
          <a:off x="2095500" y="3452018"/>
          <a:ext cx="1571624" cy="997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600" kern="1200"/>
            <a:t>Item 4</a:t>
          </a:r>
        </a:p>
      </dsp:txBody>
      <dsp:txXfrm>
        <a:off x="2124730" y="3481248"/>
        <a:ext cx="1513164" cy="939521"/>
      </dsp:txXfrm>
    </dsp:sp>
    <dsp:sp modelId="{A6035AD7-EA01-4B92-A7C5-1097BB7E82A6}">
      <dsp:nvSpPr>
        <dsp:cNvPr id="0" name=""/>
        <dsp:cNvSpPr/>
      </dsp:nvSpPr>
      <dsp:spPr>
        <a:xfrm>
          <a:off x="3841749" y="1831062"/>
          <a:ext cx="1571624" cy="997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E897BD-1BC2-4A6E-9DC2-D9665E03B3CC}">
      <dsp:nvSpPr>
        <dsp:cNvPr id="0" name=""/>
        <dsp:cNvSpPr/>
      </dsp:nvSpPr>
      <dsp:spPr>
        <a:xfrm>
          <a:off x="4016375" y="1996955"/>
          <a:ext cx="1571624" cy="997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600" kern="1200"/>
            <a:t>Item 5</a:t>
          </a:r>
        </a:p>
      </dsp:txBody>
      <dsp:txXfrm>
        <a:off x="4045605" y="2026185"/>
        <a:ext cx="1513164" cy="939521"/>
      </dsp:txXfrm>
    </dsp:sp>
    <dsp:sp modelId="{CB8DE7BC-6C7D-4825-B497-CA8CE9FF068D}">
      <dsp:nvSpPr>
        <dsp:cNvPr id="0" name=""/>
        <dsp:cNvSpPr/>
      </dsp:nvSpPr>
      <dsp:spPr>
        <a:xfrm>
          <a:off x="3841749" y="3286124"/>
          <a:ext cx="1571624" cy="997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1271FE-669E-4F71-8ECC-115FEFAA24B9}">
      <dsp:nvSpPr>
        <dsp:cNvPr id="0" name=""/>
        <dsp:cNvSpPr/>
      </dsp:nvSpPr>
      <dsp:spPr>
        <a:xfrm>
          <a:off x="4016375" y="3452018"/>
          <a:ext cx="1571624" cy="997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600" kern="1200"/>
            <a:t>Item 6</a:t>
          </a:r>
        </a:p>
      </dsp:txBody>
      <dsp:txXfrm>
        <a:off x="4045605" y="3481248"/>
        <a:ext cx="1513164" cy="93952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0D2101-09D4-4C06-8F5E-BE9DF79B1CA4}">
      <dsp:nvSpPr>
        <dsp:cNvPr id="0" name=""/>
        <dsp:cNvSpPr/>
      </dsp:nvSpPr>
      <dsp:spPr>
        <a:xfrm>
          <a:off x="1939044" y="1906"/>
          <a:ext cx="1455911" cy="145591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/>
            <a:t>Phase 1</a:t>
          </a:r>
        </a:p>
      </dsp:txBody>
      <dsp:txXfrm>
        <a:off x="2152257" y="215119"/>
        <a:ext cx="1029485" cy="1029485"/>
      </dsp:txXfrm>
    </dsp:sp>
    <dsp:sp modelId="{5720BC3D-0489-411B-AE2B-4FC5F139001F}">
      <dsp:nvSpPr>
        <dsp:cNvPr id="0" name=""/>
        <dsp:cNvSpPr/>
      </dsp:nvSpPr>
      <dsp:spPr>
        <a:xfrm rot="2160000">
          <a:off x="3349118" y="1120628"/>
          <a:ext cx="387762" cy="4913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000" kern="1200"/>
        </a:p>
      </dsp:txBody>
      <dsp:txXfrm>
        <a:off x="3360226" y="1184714"/>
        <a:ext cx="271433" cy="294822"/>
      </dsp:txXfrm>
    </dsp:sp>
    <dsp:sp modelId="{AC40B133-95F7-4367-A2FB-3CA5F2D3BB95}">
      <dsp:nvSpPr>
        <dsp:cNvPr id="0" name=""/>
        <dsp:cNvSpPr/>
      </dsp:nvSpPr>
      <dsp:spPr>
        <a:xfrm>
          <a:off x="3708800" y="1287709"/>
          <a:ext cx="1455911" cy="145591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/>
            <a:t>Phase 2</a:t>
          </a:r>
        </a:p>
      </dsp:txBody>
      <dsp:txXfrm>
        <a:off x="3922013" y="1500922"/>
        <a:ext cx="1029485" cy="1029485"/>
      </dsp:txXfrm>
    </dsp:sp>
    <dsp:sp modelId="{D66DC121-2002-4D95-AFD7-C561E49EBE10}">
      <dsp:nvSpPr>
        <dsp:cNvPr id="0" name=""/>
        <dsp:cNvSpPr/>
      </dsp:nvSpPr>
      <dsp:spPr>
        <a:xfrm rot="6480000">
          <a:off x="3908272" y="2799779"/>
          <a:ext cx="387762" cy="4913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000" kern="1200"/>
        </a:p>
      </dsp:txBody>
      <dsp:txXfrm rot="10800000">
        <a:off x="3984410" y="2842735"/>
        <a:ext cx="271433" cy="294822"/>
      </dsp:txXfrm>
    </dsp:sp>
    <dsp:sp modelId="{A6A99BF2-6751-4A9A-95B8-9F5D44B524CC}">
      <dsp:nvSpPr>
        <dsp:cNvPr id="0" name=""/>
        <dsp:cNvSpPr/>
      </dsp:nvSpPr>
      <dsp:spPr>
        <a:xfrm>
          <a:off x="3032813" y="3368182"/>
          <a:ext cx="1455911" cy="145591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/>
            <a:t>Phase 3</a:t>
          </a:r>
        </a:p>
      </dsp:txBody>
      <dsp:txXfrm>
        <a:off x="3246026" y="3581395"/>
        <a:ext cx="1029485" cy="1029485"/>
      </dsp:txXfrm>
    </dsp:sp>
    <dsp:sp modelId="{C16DFEC7-7218-4459-BC4B-7C558621EBC6}">
      <dsp:nvSpPr>
        <dsp:cNvPr id="0" name=""/>
        <dsp:cNvSpPr/>
      </dsp:nvSpPr>
      <dsp:spPr>
        <a:xfrm rot="10800000">
          <a:off x="2484093" y="3850452"/>
          <a:ext cx="387762" cy="4913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000" kern="1200"/>
        </a:p>
      </dsp:txBody>
      <dsp:txXfrm rot="10800000">
        <a:off x="2600422" y="3948726"/>
        <a:ext cx="271433" cy="294822"/>
      </dsp:txXfrm>
    </dsp:sp>
    <dsp:sp modelId="{6B6E4C70-9761-4EA2-A5CD-C3A05CB91039}">
      <dsp:nvSpPr>
        <dsp:cNvPr id="0" name=""/>
        <dsp:cNvSpPr/>
      </dsp:nvSpPr>
      <dsp:spPr>
        <a:xfrm>
          <a:off x="845275" y="3368182"/>
          <a:ext cx="1455911" cy="145591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/>
            <a:t>Phase 4</a:t>
          </a:r>
        </a:p>
      </dsp:txBody>
      <dsp:txXfrm>
        <a:off x="1058488" y="3581395"/>
        <a:ext cx="1029485" cy="1029485"/>
      </dsp:txXfrm>
    </dsp:sp>
    <dsp:sp modelId="{CB006459-4E3C-4CC5-92C9-219DAB39DF1D}">
      <dsp:nvSpPr>
        <dsp:cNvPr id="0" name=""/>
        <dsp:cNvSpPr/>
      </dsp:nvSpPr>
      <dsp:spPr>
        <a:xfrm rot="15120000">
          <a:off x="1044747" y="2820653"/>
          <a:ext cx="387762" cy="4913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000" kern="1200"/>
        </a:p>
      </dsp:txBody>
      <dsp:txXfrm rot="10800000">
        <a:off x="1120885" y="2974245"/>
        <a:ext cx="271433" cy="294822"/>
      </dsp:txXfrm>
    </dsp:sp>
    <dsp:sp modelId="{D217A09F-BC20-4345-96B5-C51FD2480566}">
      <dsp:nvSpPr>
        <dsp:cNvPr id="0" name=""/>
        <dsp:cNvSpPr/>
      </dsp:nvSpPr>
      <dsp:spPr>
        <a:xfrm>
          <a:off x="169288" y="1287709"/>
          <a:ext cx="1455911" cy="145591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/>
            <a:t>Phase 5</a:t>
          </a:r>
        </a:p>
      </dsp:txBody>
      <dsp:txXfrm>
        <a:off x="382501" y="1500922"/>
        <a:ext cx="1029485" cy="1029485"/>
      </dsp:txXfrm>
    </dsp:sp>
    <dsp:sp modelId="{CC5274F1-500E-4B40-A218-0C25D3BC989E}">
      <dsp:nvSpPr>
        <dsp:cNvPr id="0" name=""/>
        <dsp:cNvSpPr/>
      </dsp:nvSpPr>
      <dsp:spPr>
        <a:xfrm rot="19440000">
          <a:off x="1579362" y="1133529"/>
          <a:ext cx="387762" cy="4913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000" kern="1200"/>
        </a:p>
      </dsp:txBody>
      <dsp:txXfrm>
        <a:off x="1590470" y="1265991"/>
        <a:ext cx="271433" cy="29482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2E28B9-9308-4D2E-B836-C37867FF05D4}">
      <dsp:nvSpPr>
        <dsp:cNvPr id="0" name=""/>
        <dsp:cNvSpPr/>
      </dsp:nvSpPr>
      <dsp:spPr>
        <a:xfrm>
          <a:off x="7547614" y="3364287"/>
          <a:ext cx="91440" cy="6265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2653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2F18EE-3AA4-4678-91F3-8380F3852C04}">
      <dsp:nvSpPr>
        <dsp:cNvPr id="0" name=""/>
        <dsp:cNvSpPr/>
      </dsp:nvSpPr>
      <dsp:spPr>
        <a:xfrm>
          <a:off x="5618571" y="1369776"/>
          <a:ext cx="1974763" cy="6265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6967"/>
              </a:lnTo>
              <a:lnTo>
                <a:pt x="1974763" y="426967"/>
              </a:lnTo>
              <a:lnTo>
                <a:pt x="1974763" y="62653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A7A014-B0F5-4B95-9FB8-1D8B0774F065}">
      <dsp:nvSpPr>
        <dsp:cNvPr id="0" name=""/>
        <dsp:cNvSpPr/>
      </dsp:nvSpPr>
      <dsp:spPr>
        <a:xfrm>
          <a:off x="3643808" y="3364287"/>
          <a:ext cx="1316508" cy="6265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6967"/>
              </a:lnTo>
              <a:lnTo>
                <a:pt x="1316508" y="426967"/>
              </a:lnTo>
              <a:lnTo>
                <a:pt x="1316508" y="62653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99F272-2124-4AF2-90E4-879AEE858C95}">
      <dsp:nvSpPr>
        <dsp:cNvPr id="0" name=""/>
        <dsp:cNvSpPr/>
      </dsp:nvSpPr>
      <dsp:spPr>
        <a:xfrm>
          <a:off x="2327299" y="3364287"/>
          <a:ext cx="1316508" cy="626538"/>
        </a:xfrm>
        <a:custGeom>
          <a:avLst/>
          <a:gdLst/>
          <a:ahLst/>
          <a:cxnLst/>
          <a:rect l="0" t="0" r="0" b="0"/>
          <a:pathLst>
            <a:path>
              <a:moveTo>
                <a:pt x="1316508" y="0"/>
              </a:moveTo>
              <a:lnTo>
                <a:pt x="1316508" y="426967"/>
              </a:lnTo>
              <a:lnTo>
                <a:pt x="0" y="426967"/>
              </a:lnTo>
              <a:lnTo>
                <a:pt x="0" y="62653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361798-55BB-4CCC-B288-968E6EBD2643}">
      <dsp:nvSpPr>
        <dsp:cNvPr id="0" name=""/>
        <dsp:cNvSpPr/>
      </dsp:nvSpPr>
      <dsp:spPr>
        <a:xfrm>
          <a:off x="3643808" y="1369776"/>
          <a:ext cx="1974763" cy="626538"/>
        </a:xfrm>
        <a:custGeom>
          <a:avLst/>
          <a:gdLst/>
          <a:ahLst/>
          <a:cxnLst/>
          <a:rect l="0" t="0" r="0" b="0"/>
          <a:pathLst>
            <a:path>
              <a:moveTo>
                <a:pt x="1974763" y="0"/>
              </a:moveTo>
              <a:lnTo>
                <a:pt x="1974763" y="426967"/>
              </a:lnTo>
              <a:lnTo>
                <a:pt x="0" y="426967"/>
              </a:lnTo>
              <a:lnTo>
                <a:pt x="0" y="62653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81E714-5CE6-4361-9811-CEFF42A39715}">
      <dsp:nvSpPr>
        <dsp:cNvPr id="0" name=""/>
        <dsp:cNvSpPr/>
      </dsp:nvSpPr>
      <dsp:spPr>
        <a:xfrm>
          <a:off x="4541428" y="1804"/>
          <a:ext cx="2154287" cy="13679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36AE13-08AA-4E99-847E-68548E09013B}">
      <dsp:nvSpPr>
        <dsp:cNvPr id="0" name=""/>
        <dsp:cNvSpPr/>
      </dsp:nvSpPr>
      <dsp:spPr>
        <a:xfrm>
          <a:off x="4780793" y="229201"/>
          <a:ext cx="2154287" cy="136797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900" kern="1200"/>
            <a:t>Item 1</a:t>
          </a:r>
        </a:p>
      </dsp:txBody>
      <dsp:txXfrm>
        <a:off x="4820860" y="269268"/>
        <a:ext cx="2074153" cy="1287838"/>
      </dsp:txXfrm>
    </dsp:sp>
    <dsp:sp modelId="{327DD0E9-91BB-4FFC-AC12-47ABC33DA1FF}">
      <dsp:nvSpPr>
        <dsp:cNvPr id="0" name=""/>
        <dsp:cNvSpPr/>
      </dsp:nvSpPr>
      <dsp:spPr>
        <a:xfrm>
          <a:off x="2566665" y="1996315"/>
          <a:ext cx="2154287" cy="13679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F53AF0-C226-4943-AE88-36B419C30952}">
      <dsp:nvSpPr>
        <dsp:cNvPr id="0" name=""/>
        <dsp:cNvSpPr/>
      </dsp:nvSpPr>
      <dsp:spPr>
        <a:xfrm>
          <a:off x="2806030" y="2223712"/>
          <a:ext cx="2154287" cy="136797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900" kern="1200"/>
            <a:t>Item 2</a:t>
          </a:r>
        </a:p>
      </dsp:txBody>
      <dsp:txXfrm>
        <a:off x="2846097" y="2263779"/>
        <a:ext cx="2074153" cy="1287838"/>
      </dsp:txXfrm>
    </dsp:sp>
    <dsp:sp modelId="{CCD8C162-A402-45FB-AB55-B216DF8A136D}">
      <dsp:nvSpPr>
        <dsp:cNvPr id="0" name=""/>
        <dsp:cNvSpPr/>
      </dsp:nvSpPr>
      <dsp:spPr>
        <a:xfrm>
          <a:off x="1250156" y="3990826"/>
          <a:ext cx="2154287" cy="13679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5F3E28-4579-4446-928A-4731547A20D2}">
      <dsp:nvSpPr>
        <dsp:cNvPr id="0" name=""/>
        <dsp:cNvSpPr/>
      </dsp:nvSpPr>
      <dsp:spPr>
        <a:xfrm>
          <a:off x="1489521" y="4218223"/>
          <a:ext cx="2154287" cy="136797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900" kern="1200"/>
            <a:t>Item 3</a:t>
          </a:r>
        </a:p>
      </dsp:txBody>
      <dsp:txXfrm>
        <a:off x="1529588" y="4258290"/>
        <a:ext cx="2074153" cy="1287838"/>
      </dsp:txXfrm>
    </dsp:sp>
    <dsp:sp modelId="{8180789E-B6A2-4C06-A282-E3D174968DE2}">
      <dsp:nvSpPr>
        <dsp:cNvPr id="0" name=""/>
        <dsp:cNvSpPr/>
      </dsp:nvSpPr>
      <dsp:spPr>
        <a:xfrm>
          <a:off x="3883173" y="3990826"/>
          <a:ext cx="2154287" cy="13679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A2F440-3C80-41DA-9E1E-134623835FFE}">
      <dsp:nvSpPr>
        <dsp:cNvPr id="0" name=""/>
        <dsp:cNvSpPr/>
      </dsp:nvSpPr>
      <dsp:spPr>
        <a:xfrm>
          <a:off x="4122539" y="4218223"/>
          <a:ext cx="2154287" cy="136797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900" kern="1200"/>
            <a:t>Item 4</a:t>
          </a:r>
        </a:p>
      </dsp:txBody>
      <dsp:txXfrm>
        <a:off x="4162606" y="4258290"/>
        <a:ext cx="2074153" cy="1287838"/>
      </dsp:txXfrm>
    </dsp:sp>
    <dsp:sp modelId="{29FC7DFB-EA80-4D5A-9079-10B83AE930DF}">
      <dsp:nvSpPr>
        <dsp:cNvPr id="0" name=""/>
        <dsp:cNvSpPr/>
      </dsp:nvSpPr>
      <dsp:spPr>
        <a:xfrm>
          <a:off x="6516191" y="1996315"/>
          <a:ext cx="2154287" cy="13679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E0DB22-FD2B-480A-B0CF-86CDE4AE0B94}">
      <dsp:nvSpPr>
        <dsp:cNvPr id="0" name=""/>
        <dsp:cNvSpPr/>
      </dsp:nvSpPr>
      <dsp:spPr>
        <a:xfrm>
          <a:off x="6755556" y="2223712"/>
          <a:ext cx="2154287" cy="136797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900" kern="1200"/>
            <a:t>Item 5</a:t>
          </a:r>
        </a:p>
      </dsp:txBody>
      <dsp:txXfrm>
        <a:off x="6795623" y="2263779"/>
        <a:ext cx="2074153" cy="1287838"/>
      </dsp:txXfrm>
    </dsp:sp>
    <dsp:sp modelId="{AB783199-D660-4495-9D38-8EC0ACED9982}">
      <dsp:nvSpPr>
        <dsp:cNvPr id="0" name=""/>
        <dsp:cNvSpPr/>
      </dsp:nvSpPr>
      <dsp:spPr>
        <a:xfrm>
          <a:off x="6516191" y="3990826"/>
          <a:ext cx="2154287" cy="13679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523FF7-47C8-4B82-A213-6E9C83C4F689}">
      <dsp:nvSpPr>
        <dsp:cNvPr id="0" name=""/>
        <dsp:cNvSpPr/>
      </dsp:nvSpPr>
      <dsp:spPr>
        <a:xfrm>
          <a:off x="6755556" y="4218223"/>
          <a:ext cx="2154287" cy="136797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900" kern="1200"/>
            <a:t>Item 6</a:t>
          </a:r>
        </a:p>
      </dsp:txBody>
      <dsp:txXfrm>
        <a:off x="6795623" y="4258290"/>
        <a:ext cx="2074153" cy="12878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A40B68-D447-F883-5728-1F7B70AB03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A1A28CC-4826-4A77-521A-9D8B6B005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EFEA5CE-48AE-C1EE-E10D-3D5364EF8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50A31-8855-47E8-80DD-6E17E00D0AE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6ADB833-9D53-FB50-719E-523260168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E64C122-9DC1-F0F4-E1ED-3F13F4A45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F9076-B19A-4F48-8FF5-2DCB783007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3854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65A838-DD86-D06D-1A5C-1130DC0A5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18D803-5CED-DAF7-FA91-1EC4435BE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E5069C4-F545-9A04-1C45-DB97422DC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50A31-8855-47E8-80DD-6E17E00D0AE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8362C5-5C9A-C98E-8975-EFF2EDB15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923827C-2EC9-45A1-13A7-02C557534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F9076-B19A-4F48-8FF5-2DCB783007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3287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4027B6-A57D-9A73-29EC-FDE141B2E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45ECCA4-84C7-0669-FD04-EDEC75E48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56ABA0-30EC-1ECF-D480-7960F8089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50A31-8855-47E8-80DD-6E17E00D0AE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EC9102-AC07-868D-95BB-4540AEB83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977C9D7-18F4-0495-B13A-EA2A27B8F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F9076-B19A-4F48-8FF5-2DCB783007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3368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E7E582-FDF9-433E-F304-F519B0150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94BA75-15F6-0D5A-1B5F-5808972B11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C009834-9229-8421-100D-FC8582173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5ACE5F6-621E-0D39-F6CE-9C75B00BB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50A31-8855-47E8-80DD-6E17E00D0AE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6C857D9-97C4-9024-C6A6-A2826C6B6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68A4729-0896-2908-C1AD-57ECBFF71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F9076-B19A-4F48-8FF5-2DCB783007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6690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DC78EF-DF9C-B77D-2F32-71D6AB8E8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C62D06-BA5E-F412-390E-BCA8D2004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9AA26A4-FD4D-B2F1-EEFD-B090D6CA4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BD18127-F5D3-6334-D08D-BC9DC9D2C2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358A8DC-177C-75FA-35F2-24A7509A10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144488D-A04B-20BB-C91C-7E6AB8B30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50A31-8855-47E8-80DD-6E17E00D0AE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DBF0D4E-2B56-E34A-15F2-2777E6D1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A88D01B-0FAD-3797-C7C0-8C0219E86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F9076-B19A-4F48-8FF5-2DCB783007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364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5AF1FA-2ED6-E162-9F40-0686B2C00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0665FAC-8E7C-34E7-8252-F00701A31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50A31-8855-47E8-80DD-6E17E00D0AE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492BDEE-FE4B-6389-DCDB-C17AE034A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F7A2132-D3E5-1181-C3D4-BACE61154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F9076-B19A-4F48-8FF5-2DCB783007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87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B95338F-7F09-41DE-8B3D-98E6AF2AB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50A31-8855-47E8-80DD-6E17E00D0AE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BBB693C-AC28-983D-E0E9-F34B06347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B73296F-D008-3A94-E985-779E5B01B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F9076-B19A-4F48-8FF5-2DCB783007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6410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E19C3B-85DA-443C-2E31-CE2460E1C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157F31-45E7-8D62-45BA-2D73B11DA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FE57F27-6CF2-59C8-F6CB-2851073DE1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472CA95-10E0-81C2-68D2-454844462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50A31-8855-47E8-80DD-6E17E00D0AE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139320F-A51D-1E2A-37C8-C3C1D0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5F94DC0-15B6-FF0F-4EF3-EAA632126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F9076-B19A-4F48-8FF5-2DCB783007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3797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DDC612-2585-58F0-88D8-E38E18BAA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E835399-9A64-F858-F2B4-105AC30F33E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AF03BCD-608E-7542-9EA6-87BBCB44B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DEB88EA-4D31-AE03-B8F4-E80719238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50A31-8855-47E8-80DD-6E17E00D0AE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005E43B-2570-9C78-D188-18245053E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52F8472-F7B1-49E5-8BBE-49DE2A1F9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F9076-B19A-4F48-8FF5-2DCB783007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3437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CCFB40-D521-A79C-4D49-3144C47A7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61DC02A-2F65-8929-6F05-F3639CCEDE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ABC42FA-8A88-E245-0B1A-B943D2B8B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50A31-8855-47E8-80DD-6E17E00D0AE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D2A02B-4A14-5EB1-6F6D-FACB0EEA1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6A64AF8-36E3-FEFD-B827-C3BDDCBFE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F9076-B19A-4F48-8FF5-2DCB783007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9265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CE71877-0CD4-2A57-EFF8-728C42933A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13019DC-4DF7-BD82-1247-AB098F2203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E53CA7-D3C0-262F-9BA6-FECC71155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50A31-8855-47E8-80DD-6E17E00D0AE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CB00456-0E0C-A0F0-CEC9-5D08DEED5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AD1023D-E6D5-367C-B037-587F52FDC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F9076-B19A-4F48-8FF5-2DCB783007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7227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382FD9E-AADC-3150-EF47-176480CD5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E61FB78-F05C-F51B-4323-E0A5B7990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4919DCE-500E-6215-E80B-994CF11640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C50A31-8855-47E8-80DD-6E17E00D0AE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57B049-0DDE-B91B-03F1-7916F0B96A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C1B725-3325-9094-DB85-3589EBB96D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9F9076-B19A-4F48-8FF5-2DCB783007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6093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m 1">
            <a:extLst>
              <a:ext uri="{FF2B5EF4-FFF2-40B4-BE49-F238E27FC236}">
                <a16:creationId xmlns:a16="http://schemas.microsoft.com/office/drawing/2014/main" id="{21DA3E0F-DF6E-F8D9-4F51-7695A0B18F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2601484"/>
              </p:ext>
            </p:extLst>
          </p:nvPr>
        </p:nvGraphicFramePr>
        <p:xfrm>
          <a:off x="508000" y="762000"/>
          <a:ext cx="7620000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60558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m 1">
            <a:extLst>
              <a:ext uri="{FF2B5EF4-FFF2-40B4-BE49-F238E27FC236}">
                <a16:creationId xmlns:a16="http://schemas.microsoft.com/office/drawing/2014/main" id="{34057573-E19F-F600-4012-EE816FB3A6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7392911"/>
              </p:ext>
            </p:extLst>
          </p:nvPr>
        </p:nvGraphicFramePr>
        <p:xfrm>
          <a:off x="381000" y="762000"/>
          <a:ext cx="5588000" cy="482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17DE72BA-A216-DFB5-7C65-FA741CEAED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4737504"/>
              </p:ext>
            </p:extLst>
          </p:nvPr>
        </p:nvGraphicFramePr>
        <p:xfrm>
          <a:off x="6350000" y="762000"/>
          <a:ext cx="5334000" cy="482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541394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animated">
            <a:extLst>
              <a:ext uri="{FF2B5EF4-FFF2-40B4-BE49-F238E27FC236}">
                <a16:creationId xmlns:a16="http://schemas.microsoft.com/office/drawing/2014/main" id="{6B8FB05C-F64E-A0AB-B319-D9A3C2E0E3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2662909"/>
              </p:ext>
            </p:extLst>
          </p:nvPr>
        </p:nvGraphicFramePr>
        <p:xfrm>
          <a:off x="1016000" y="635000"/>
          <a:ext cx="10160000" cy="558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67014024"/>
      </p:ext>
    </p:extLst>
  </p:cSld>
  <p:clrMapOvr>
    <a:masterClrMapping/>
  </p:clrMapOvr>
  <p:timing xmlns:p="http://schemas.openxmlformats.org/presentationml/2006/main" xmlns:a="http://schemas.openxmlformats.org/drawing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00000000-0000-0000-0000-000000000000}" bldStep="bg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2">
                                            <p:graphicEl>
                                              <a:dgm id="{00000000-0000-0000-0000-000000000000}" bldStep="bg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281E714-5CE6-4361-9811-CEFF42A397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graphicEl>
                                              <a:dgm id="{4281E714-5CE6-4361-9811-CEFF42A3971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EF36AE13-08AA-4E99-847E-68548E0901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graphicEl>
                                              <a:dgm id="{EF36AE13-08AA-4E99-847E-68548E09013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1361798-55BB-4CCC-B288-968E6EBD26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graphicEl>
                                              <a:dgm id="{21361798-55BB-4CCC-B288-968E6EBD26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graphicEl>
                                              <a:dgm id="{21361798-55BB-4CCC-B288-968E6EBD26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327DD0E9-91BB-4FFC-AC12-47ABC33DA1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graphicEl>
                                              <a:dgm id="{327DD0E9-91BB-4FFC-AC12-47ABC33DA1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graphicEl>
                                              <a:dgm id="{327DD0E9-91BB-4FFC-AC12-47ABC33DA1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BDF53AF0-C226-4943-AE88-36B419C309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graphicEl>
                                              <a:dgm id="{BDF53AF0-C226-4943-AE88-36B419C309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graphicEl>
                                              <a:dgm id="{BDF53AF0-C226-4943-AE88-36B419C309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B22E28B9-9308-4D2E-B836-C37867FF05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B82F18EE-3AA4-4678-91F3-8380F3852C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7A7A014-B0F5-4B95-9FB8-1D8B0774F0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EF99F272-2124-4AF2-90E4-879AEE858C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CD8C162-A402-45FB-AB55-B216DF8A13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E15F3E28-4579-4446-928A-4731547A20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8180789E-B6A2-4C06-A282-E3D174968D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D1A2F440-3C80-41DA-9E1E-134623835F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9FC7DFB-EA80-4D5A-9079-10B83AE930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3FE0DB22-FD2B-480A-B0CF-86CDE4AE0B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B783199-D660-4495-9D38-8EC0ACED99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66523FF7-47C8-4B82-A213-6E9C83C4F6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Sub>
          <a:bldDgm bld="one"/>
        </p:bldSub>
      </p:bldGraphic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Microsoft Office PowerPoint</Application>
  <PresentationFormat>Benutzerdefiniert</PresentationFormat>
  <Paragraphs>20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2026-10-08T20:34:03Z</dcterms:created>
  <dcterms:modified xsi:type="dcterms:W3CDTF">2026-10-08T20:34:03Z</dcterms:modified>
</cp:coreProperties>
</file>