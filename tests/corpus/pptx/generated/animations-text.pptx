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CBF7C7-614C-28BB-7DA9-61C69655F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C8CA60-DE37-9241-F36C-E1FF55953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4D434F-E5EA-CDF7-4FC4-40D614DF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6B22BC-9A6F-9477-B4D5-459E83DC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7BCB9B-17B0-1E48-1B22-2F157C92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833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6B779-B414-59B5-9235-E7D2BF5F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F273EC-5523-AF6F-2C7E-25F6C6D0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9D5F9-481E-3BE3-FFA8-2C068CBD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061590-6CEC-2559-9DEE-9561D09A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E09DE5-C314-ACAB-C38C-0C2E6920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923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D7CBD-A05A-706D-8C00-ED4077AB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3C533A-9837-CE75-ED52-18A5100BF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6F3331-FD56-4967-21BD-A433A615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0DC094-0518-F5EB-D6DA-5B0D127D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B7EDD2-B09E-CF55-5E1F-605AC039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4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8FFAB8-EFB8-5440-3C02-C42159E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674DF0-3600-77F2-EC3F-DCDA57729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6062667-CF45-9E7C-00E0-C6985F978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FB98CD-EBD0-1391-BDA3-7A00201A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3E1F32-B83F-BB7B-1EC7-CEAD0A9A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8FE74A-4C29-4C9E-884E-6CBB00FF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55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BC2AB8-2201-B022-8277-6F8F6423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8D720B-2FD9-4B64-6BA9-58D6A1CF6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7B611E-FA39-3E36-DF20-94BC66151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12CA9F4-0B77-66D3-E65E-816D5B80C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747365-AB11-A470-3D8E-7DAC3132F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0F86B97-8D69-EF4A-A24C-0CE82A91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2E04D3-7FC5-E9A8-1807-22A0226A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26F2BB-7283-4165-63AE-546D72DB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65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648A71-BC5E-5FC2-40D4-AF6C64F0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ACCD6A-D8CB-4346-CAA6-96ED8B34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8C4D3B-3380-EE3F-12A6-E590D377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EBCAF7-521A-43E4-CA2C-AE63554B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78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ACEB42-8C22-9A4F-2BB2-1B3FA046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BAC9A4-2FB8-45DB-43CF-0F05966A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7DC01F-C650-17FB-385A-BAAED3B3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46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DFE70A-7BB3-507A-8212-052E2D5DA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002698-BDCE-49C5-89A3-ED8DDFCFD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70DD81-C140-08C9-00ED-158FBDCF7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F63F0E-B105-97FF-6314-70AFCFEA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5822E-1211-C080-665D-97564F22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0D07D2-ED6F-901B-4583-9CA0EE2B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279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3DAEA-F2DA-275A-6D90-AA947E20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08F05C-4C7E-82DA-B4CA-F1B8AE7A13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D926BD-EF62-77F1-1848-060549CF5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02C4AD-385F-A0AB-4C59-20BAAB5A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DF0E5F-5965-0E92-D2BE-51C2C9F5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02B4F6-FB99-9C98-9542-29A22214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53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95C4D9-F1F7-5942-1810-C0F4BAAD5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5753364-1E2F-755F-1CA8-E4BC53126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9517A8-CB93-8B23-84A6-B8FE1F52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922A62-A55A-413E-AEB7-380E3260A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32D519-3545-71DA-2F0A-EA9670C7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81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2453661-67CD-613E-EBD4-E60F581A4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3FB154-A23E-28CE-EE9F-5173BF05F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CEAC96-714F-6C62-5038-6D3E812F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DCAA68-F18D-A491-8A45-09D0E99B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64485D-C563-7830-BCF6-E54984F2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594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4CB60E8-4C9B-DC26-1E82-1A0DCDA40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6091E6-CCFF-D62F-44CB-EDFB95DCD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475D8D-1729-5098-D620-5D1563083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D86CE-B1EC-4CD5-9441-47713CB7061A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FC8269-B198-88F3-5CB7-F321F1A33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89EA22-8084-E3E5-7487-C5C1CAB67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26239-CE8C-4075-8BAA-E31B82D79F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883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AC6CA-1D6B-C479-D831-50D57E01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letter and by word</a:t>
            </a:r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F7768C0-2929-3DBB-3F92-61F75215C88B}"/>
              </a:ext>
            </a:extLst>
          </p:cNvPr>
          <p:cNvSpPr/>
          <p:nvPr/>
        </p:nvSpPr>
        <p:spPr>
          <a:xfrm>
            <a:off x="762000" y="1778000"/>
            <a:ext cx="5080000" cy="1524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Fly in by letter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F440783E-7CD5-0671-24F0-CF3AD92F1751}"/>
              </a:ext>
            </a:extLst>
          </p:cNvPr>
          <p:cNvSpPr/>
          <p:nvPr/>
        </p:nvSpPr>
        <p:spPr>
          <a:xfrm>
            <a:off x="6350000" y="1778000"/>
            <a:ext cx="5080000" cy="15240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Fade in word by word</a:t>
            </a:r>
            <a:endParaRPr lang="de-DE" sz="2800">
              <a:solidFill>
                <a:srgbClr val="FFFFFF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E47C123-BAD5-9490-7451-6CA04144B4C2}"/>
              </a:ext>
            </a:extLst>
          </p:cNvPr>
          <p:cNvSpPr/>
          <p:nvPr/>
        </p:nvSpPr>
        <p:spPr>
          <a:xfrm>
            <a:off x="762000" y="4064000"/>
            <a:ext cx="10668000" cy="1524000"/>
          </a:xfrm>
          <a:prstGeom prst="rect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Appear like a typewriter</a:t>
            </a:r>
          </a:p>
        </p:txBody>
      </p:sp>
    </p:spTree>
    <p:extLst>
      <p:ext uri="{BB962C8B-B14F-4D97-AF65-F5344CB8AC3E}">
        <p14:creationId xmlns:p14="http://schemas.microsoft.com/office/powerpoint/2010/main" val="66659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15B27-6983-60BC-2C5C-47BB28B2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After effects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AF386B6-EBDB-B18E-5FB2-E3314B682BD3}"/>
              </a:ext>
            </a:extLst>
          </p:cNvPr>
          <p:cNvSpPr/>
          <p:nvPr/>
        </p:nvSpPr>
        <p:spPr>
          <a:xfrm>
            <a:off x="762000" y="1778000"/>
            <a:ext cx="3302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Dimmed after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AFDC892-3690-71B8-D7D9-54D62DEE054B}"/>
              </a:ext>
            </a:extLst>
          </p:cNvPr>
          <p:cNvSpPr/>
          <p:nvPr/>
        </p:nvSpPr>
        <p:spPr>
          <a:xfrm>
            <a:off x="4445000" y="1778000"/>
            <a:ext cx="3302000" cy="1778000"/>
          </a:xfrm>
          <a:prstGeom prst="ellipse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Hidden after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487D3EF-87A9-D9D7-CE0F-72A866F708F9}"/>
              </a:ext>
            </a:extLst>
          </p:cNvPr>
          <p:cNvSpPr/>
          <p:nvPr/>
        </p:nvSpPr>
        <p:spPr>
          <a:xfrm>
            <a:off x="8128000" y="1778000"/>
            <a:ext cx="3302000" cy="1778000"/>
          </a:xfrm>
          <a:prstGeom prst="roundRect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Hidden on the next click</a:t>
            </a:r>
            <a:endParaRPr lang="de-DE" sz="2800">
              <a:solidFill>
                <a:srgbClr val="FFFFFF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FA489B4-DAEF-720A-D36D-4E93FA7F818A}"/>
              </a:ext>
            </a:extLst>
          </p:cNvPr>
          <p:cNvSpPr/>
          <p:nvPr/>
        </p:nvSpPr>
        <p:spPr>
          <a:xfrm>
            <a:off x="4445000" y="4318000"/>
            <a:ext cx="3302000" cy="1524000"/>
          </a:xfrm>
          <a:prstGeom prst="rect">
            <a:avLst/>
          </a:prstGeom>
          <a:solidFill>
            <a:srgbClr val="A5A5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Next click</a:t>
            </a:r>
          </a:p>
        </p:txBody>
      </p:sp>
    </p:spTree>
    <p:extLst>
      <p:ext uri="{BB962C8B-B14F-4D97-AF65-F5344CB8AC3E}">
        <p14:creationId xmlns:p14="http://schemas.microsoft.com/office/powerpoint/2010/main" val="37966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8FF518-A3D9-99D4-B981-BCEA50F8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When after effects happen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3E89EBE-5F6E-DE35-4FAD-0DC6FF316EDB}"/>
              </a:ext>
            </a:extLst>
          </p:cNvPr>
          <p:cNvSpPr/>
          <p:nvPr/>
        </p:nvSpPr>
        <p:spPr>
          <a:xfrm>
            <a:off x="762000" y="1778000"/>
            <a:ext cx="3302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Dim, then wait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45443DC-E413-25B1-9A5B-8ECA733F42B9}"/>
              </a:ext>
            </a:extLst>
          </p:cNvPr>
          <p:cNvSpPr/>
          <p:nvPr/>
        </p:nvSpPr>
        <p:spPr>
          <a:xfrm>
            <a:off x="4445000" y="1778000"/>
            <a:ext cx="3302000" cy="1778000"/>
          </a:xfrm>
          <a:prstGeom prst="ellipse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After 1 s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D801156-0E23-11B6-004C-2DE5EE5D3DE1}"/>
              </a:ext>
            </a:extLst>
          </p:cNvPr>
          <p:cNvSpPr/>
          <p:nvPr/>
        </p:nvSpPr>
        <p:spPr>
          <a:xfrm>
            <a:off x="8128000" y="1778000"/>
            <a:ext cx="3302000" cy="1778000"/>
          </a:xfrm>
          <a:prstGeom prst="roundRect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Hide on next click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F4093E-2A26-0B5E-80A1-ADED4E20A2CF}"/>
              </a:ext>
            </a:extLst>
          </p:cNvPr>
          <p:cNvSpPr/>
          <p:nvPr/>
        </p:nvSpPr>
        <p:spPr>
          <a:xfrm>
            <a:off x="4445000" y="4318000"/>
            <a:ext cx="3302000" cy="1524000"/>
          </a:xfrm>
          <a:prstGeom prst="rect">
            <a:avLst/>
          </a:prstGeom>
          <a:solidFill>
            <a:srgbClr val="A5A5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After 1 s too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045EDD-BAC7-A9B6-4966-3F71C6DF18D0}"/>
              </a:ext>
            </a:extLst>
          </p:cNvPr>
          <p:cNvSpPr/>
          <p:nvPr/>
        </p:nvSpPr>
        <p:spPr>
          <a:xfrm>
            <a:off x="8128000" y="4318000"/>
            <a:ext cx="3302000" cy="1524000"/>
          </a:xfrm>
          <a:prstGeom prst="ellipse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36533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26BC6-CE04-C557-016F-9E94A653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Repeats, smooth and bouncing ends</a:t>
            </a:r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9B3970E-93F1-079D-1C52-40EC08E100B9}"/>
              </a:ext>
            </a:extLst>
          </p:cNvPr>
          <p:cNvSpPr/>
          <p:nvPr/>
        </p:nvSpPr>
        <p:spPr>
          <a:xfrm>
            <a:off x="762000" y="1905000"/>
            <a:ext cx="3048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Spin 2 times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B7E78D4-23BE-0104-D313-9250BD7FD6D4}"/>
              </a:ext>
            </a:extLst>
          </p:cNvPr>
          <p:cNvSpPr/>
          <p:nvPr/>
        </p:nvSpPr>
        <p:spPr>
          <a:xfrm>
            <a:off x="4572000" y="1905000"/>
            <a:ext cx="3048000" cy="1778000"/>
          </a:xfrm>
          <a:prstGeom prst="ellipse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Rewind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1BFF5EA-CFA8-C1AB-5678-1A3BCAA99F6B}"/>
              </a:ext>
            </a:extLst>
          </p:cNvPr>
          <p:cNvSpPr/>
          <p:nvPr/>
        </p:nvSpPr>
        <p:spPr>
          <a:xfrm>
            <a:off x="8382000" y="1905000"/>
            <a:ext cx="3048000" cy="1778000"/>
          </a:xfrm>
          <a:prstGeom prst="roundRect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Bounce end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EFDC103-F773-232D-09B7-52076981D988}"/>
              </a:ext>
            </a:extLst>
          </p:cNvPr>
          <p:cNvSpPr/>
          <p:nvPr/>
        </p:nvSpPr>
        <p:spPr>
          <a:xfrm>
            <a:off x="2667000" y="4318000"/>
            <a:ext cx="3048000" cy="1778000"/>
          </a:xfrm>
          <a:prstGeom prst="rect">
            <a:avLst/>
          </a:prstGeom>
          <a:solidFill>
            <a:srgbClr val="A5A5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Bounce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E2D1A6E-42BA-A297-9365-E591494FA050}"/>
              </a:ext>
            </a:extLst>
          </p:cNvPr>
          <p:cNvSpPr/>
          <p:nvPr/>
        </p:nvSpPr>
        <p:spPr>
          <a:xfrm>
            <a:off x="6477000" y="4318000"/>
            <a:ext cx="3048000" cy="1778000"/>
          </a:xfrm>
          <a:prstGeom prst="ellipse">
            <a:avLst/>
          </a:prstGeom>
          <a:solidFill>
            <a:srgbClr val="A5A5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>
                <a:solidFill>
                  <a:srgbClr val="FFFFFF"/>
                </a:solidFill>
              </a:rPr>
              <a:t>Smooth start and end</a:t>
            </a:r>
          </a:p>
        </p:txBody>
      </p:sp>
    </p:spTree>
    <p:extLst>
      <p:ext uri="{BB962C8B-B14F-4D97-AF65-F5344CB8AC3E}">
        <p14:creationId xmlns:p14="http://schemas.microsoft.com/office/powerpoint/2010/main" val="3483145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2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6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8" presetID="2" presetClass="entr" presetSubtype="8" fill="remove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13" presetID="2" presetClass="entr" presetSubtype="4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18" presetID="26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29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911" tmFilter="0,0; 0.14,0.36; 0.43,0.73; 0.71,0.91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0.2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32" tmFilter="0.0,0.0; 0.25,0.07; 0.50,0.2; 0.75,0.467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3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32" tmFilter="0, 0; 0.125,0.2665; 0.25,0.4; 0.375,0.465; 0.5,0.5;  0.625,0.535; 0.75,0.6; 0.875,0.7335; 1,1">
                                              <p:stCondLst>
                                                <p:cond delay="332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9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66" tmFilter="0, 0; 0.125,0.2665; 0.25,0.4; 0.375,0.465; 0.5,0.5;  0.625,0.535; 0.75,0.6; 0.875,0.7335; 1,1">
                                              <p:stCondLst>
                                                <p:cond delay="662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27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82" tmFilter="0, 0; 0.125,0.2665; 0.25,0.4; 0.375,0.465; 0.5,0.5;  0.625,0.535; 0.75,0.6; 0.875,0.7335; 1,1">
                                              <p:stCondLst>
                                                <p:cond delay="828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81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6" dur="13">
                                              <p:stCondLst>
                                                <p:cond delay="325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60000"/>
                                        </p:animScale>
                                        <p:animScale>
                                          <p:cBhvr>
                                            <p:cTn id="27" dur="83" decel="50000">
                                              <p:stCondLst>
                                                <p:cond delay="338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28" dur="13">
                                              <p:stCondLst>
                                                <p:cond delay="656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80000"/>
                                        </p:animScale>
                                        <p:animScale>
                                          <p:cBhvr>
                                            <p:cTn id="29" dur="83" decel="50000">
                                              <p:stCondLst>
                                                <p:cond delay="66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30" dur="13">
                                              <p:stCondLst>
                                                <p:cond delay="821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90000"/>
                                        </p:animScale>
                                        <p:animScale>
                                          <p:cBhvr>
                                            <p:cTn id="31" dur="83" decel="50000">
                                              <p:stCondLst>
                                                <p:cond delay="834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32" dur="13">
                                              <p:stCondLst>
                                                <p:cond delay="904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95000"/>
                                        </p:animScale>
                                        <p:animScale>
                                          <p:cBhvr>
                                            <p:cTn id="33" dur="83" decel="50000">
                                              <p:stCondLst>
                                                <p:cond delay="917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35" presetID="2" presetClass="entr" presetSubtype="8" accel="5000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5" grpId="0" animBg="1"/>
          <p:bldP spid="6" grpId="0" animBg="1"/>
          <p:bldP spid="7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2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6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8" presetID="2" presetClass="entr" presetSubtype="8" fill="remove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13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18" presetID="26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29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911" tmFilter="0,0; 0.14,0.36; 0.43,0.73; 0.71,0.91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0.2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32" tmFilter="0.0,0.0; 0.25,0.07; 0.50,0.2; 0.75,0.467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3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32" tmFilter="0, 0; 0.125,0.2665; 0.25,0.4; 0.375,0.465; 0.5,0.5;  0.625,0.535; 0.75,0.6; 0.875,0.7335; 1,1">
                                              <p:stCondLst>
                                                <p:cond delay="332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9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66" tmFilter="0, 0; 0.125,0.2665; 0.25,0.4; 0.375,0.465; 0.5,0.5;  0.625,0.535; 0.75,0.6; 0.875,0.7335; 1,1">
                                              <p:stCondLst>
                                                <p:cond delay="662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27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82" tmFilter="0, 0; 0.125,0.2665; 0.25,0.4; 0.375,0.465; 0.5,0.5;  0.625,0.535; 0.75,0.6; 0.875,0.7335; 1,1">
                                              <p:stCondLst>
                                                <p:cond delay="828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81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6" dur="13">
                                              <p:stCondLst>
                                                <p:cond delay="325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60000"/>
                                        </p:animScale>
                                        <p:animScale>
                                          <p:cBhvr>
                                            <p:cTn id="27" dur="83" decel="50000">
                                              <p:stCondLst>
                                                <p:cond delay="338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28" dur="13">
                                              <p:stCondLst>
                                                <p:cond delay="656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80000"/>
                                        </p:animScale>
                                        <p:animScale>
                                          <p:cBhvr>
                                            <p:cTn id="29" dur="83" decel="50000">
                                              <p:stCondLst>
                                                <p:cond delay="66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30" dur="13">
                                              <p:stCondLst>
                                                <p:cond delay="821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90000"/>
                                        </p:animScale>
                                        <p:animScale>
                                          <p:cBhvr>
                                            <p:cTn id="31" dur="83" decel="50000">
                                              <p:stCondLst>
                                                <p:cond delay="834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32" dur="13">
                                              <p:stCondLst>
                                                <p:cond delay="904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95000"/>
                                        </p:animScale>
                                        <p:animScale>
                                          <p:cBhvr>
                                            <p:cTn id="33" dur="83" decel="50000">
                                              <p:stCondLst>
                                                <p:cond delay="917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</p:cBhvr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35" presetID="2" presetClass="entr" presetSubtype="8" accel="5000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5" grpId="0" animBg="1"/>
          <p:bldP spid="6" grpId="0" animBg="1"/>
          <p:bldP spid="7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Benutzerdefiniert</PresentationFormat>
  <Paragraphs>21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By letter and by word</vt:lpstr>
      <vt:lpstr>After effects</vt:lpstr>
      <vt:lpstr>When after effects happen</vt:lpstr>
      <vt:lpstr>Repeats, smooth and bouncing ends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2026-10-09T03:05:16Z</dcterms:created>
  <dcterms:modified xsi:type="dcterms:W3CDTF">2026-10-09T03:05:16Z</dcterms:modified>
</cp:coreProperties>
</file>