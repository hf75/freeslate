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A1796B-2B5A-7F26-F393-2CD24C3698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1B9BD4C-523D-D111-ACD5-D91D928EF0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9445268-903F-2CE7-45A9-0A19F02D7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1D2A2-AD13-4142-B938-4FE911EA0C8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6EC8EC-4881-AC02-5EAB-209763226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E0ACA0-2AF4-0481-6294-9C60DFCC3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A70C56-1F2C-4F2D-9E80-8179F8AB06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40376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DCA81B-D918-33F8-2F2F-A91345132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3529A66-573F-61C0-5B48-0F5A2F0745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2841B7-D54B-D483-CC38-121B4AEFD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1D2A2-AD13-4142-B938-4FE911EA0C8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085C1DA-E6E4-0347-845D-E7D70E90E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6E60779-F259-AD01-029E-E305169D1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A70C56-1F2C-4F2D-9E80-8179F8AB06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4783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CE1CF0-2E6F-8550-AC8E-7CE3C7B5F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BA66EF9-B336-B6AB-2229-42593B611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5C3CB7F-10AD-EE86-A3E4-F54E1FCC6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1D2A2-AD13-4142-B938-4FE911EA0C8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1B9EC24-0E17-EDED-4161-70EF93B60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C0C35D-4967-4B63-41C8-D0B6FDABF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A70C56-1F2C-4F2D-9E80-8179F8AB06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14543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91892-6061-FC1A-69DC-09B9297AC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14EFA-CD59-3773-C29F-644E3FF842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06BDF27-A29E-2BE1-861A-64394237C6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1B40A7C-F353-2280-7F85-63B71B6EF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1D2A2-AD13-4142-B938-4FE911EA0C8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8C735F8-D631-3F20-CAEE-BE3ABD67A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5893E0E-2549-27B8-6E4E-3E6A40E0A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A70C56-1F2C-4F2D-9E80-8179F8AB06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4398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F7A8D9-ED00-409A-A6C7-1369362E6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1BEB8B-133C-A3F0-6129-76A09B0BF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2946888-872B-976A-97E6-37B3829C5E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5326D47-6299-1916-9611-737C52CF60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67200E8-DCCE-93A3-C28F-8AD2599FF3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50D696D-1998-E70B-1A84-D69FC18E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1D2A2-AD13-4142-B938-4FE911EA0C8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9B86181-0CD7-9C0D-6CFC-BDBACF666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635C10C-F09E-1F6C-89A3-EA033B103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A70C56-1F2C-4F2D-9E80-8179F8AB06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189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ABC53F-EA01-1F7B-1D69-F8AF69A9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AF777B4-4F75-1731-8C66-DD0C86DEF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1D2A2-AD13-4142-B938-4FE911EA0C8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E399383-B263-2EB1-8B1F-DF06DEAE4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CAABCA0-ADE6-6387-133E-58709C393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A70C56-1F2C-4F2D-9E80-8179F8AB06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0355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9DF8851-11F9-ACF6-FA49-3BAB651BA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1D2A2-AD13-4142-B938-4FE911EA0C8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9A83EDD-C1DF-DAE6-7CBB-879C808AB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3E9774-49D3-9CF8-A97E-E4F0797EF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A70C56-1F2C-4F2D-9E80-8179F8AB06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762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70409B-6750-71F5-1CBD-2BF2098DF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5C73A3-FB9C-5C00-7527-478265BE63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830FCDE-B960-0BBC-E7C6-5E7C2A3C8D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57558D8-EF34-1189-04B7-DC8C007D6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1D2A2-AD13-4142-B938-4FE911EA0C8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7CF3DA2-88A4-148F-3981-F2707A876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DC42F3-52D6-9394-E742-765881229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A70C56-1F2C-4F2D-9E80-8179F8AB06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0766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9EACDE-7CA8-36E0-6F89-6EDCD392B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81ADD2D-59FB-2AA1-AD8B-100E2B950DF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A0ACD3A-D677-ABBC-E385-971ED08072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3E76369-9882-E87C-13AD-F852025A7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1D2A2-AD13-4142-B938-4FE911EA0C8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CD3F85C-3822-9A59-2CFF-4DBC1245F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5D94800-DA98-ED6A-4BE0-BFE1CA1CC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A70C56-1F2C-4F2D-9E80-8179F8AB06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6357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7FC551-1FF9-F752-0FFF-56374F771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9D011A3-0985-7FF7-A4D8-EBDD217784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2415A6-7753-396E-B83D-E5D0CD484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1D2A2-AD13-4142-B938-4FE911EA0C8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CE9497-EE6D-8239-8B6D-BE4C7B553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F0B5801-024B-BC60-E7F3-AD95D480B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A70C56-1F2C-4F2D-9E80-8179F8AB06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6293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E5C9A0C-FC48-B3F8-B54F-ADF85E65BD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5A501C5-E42E-F734-DAC0-D98ACE35C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5197CD-CFE1-471D-5489-51F1A2444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1D2A2-AD13-4142-B938-4FE911EA0C8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828635-F2F3-EE16-BAE6-E451A7AE9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767A4B-BAC0-B6F5-268E-5CFD37BA7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A70C56-1F2C-4F2D-9E80-8179F8AB06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43278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056B14D-64A2-0EDC-B566-EC03D5167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FA1323B-F0AC-2D49-4D58-634F5A3D8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E4AF9DD-3B76-BD1A-6568-C21A48F40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D1D2A2-AD13-4142-B938-4FE911EA0C8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D29DBB4-DF76-B196-263E-DEB3347705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DA36F0-148E-E230-CE69-C12E0AD7B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A70C56-1F2C-4F2D-9E80-8179F8AB06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82852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feil: nach rechts 1">
            <a:extLst>
              <a:ext uri="{FF2B5EF4-FFF2-40B4-BE49-F238E27FC236}">
                <a16:creationId xmlns:a16="http://schemas.microsoft.com/office/drawing/2014/main" id="{53E1E22B-D65F-C47B-E8B8-6664F66A9282}"/>
              </a:ext>
            </a:extLst>
          </p:cNvPr>
          <p:cNvSpPr/>
          <p:nvPr/>
        </p:nvSpPr>
        <p:spPr>
          <a:xfrm>
            <a:off x="508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EDDB8F5-7368-13CF-47CF-9F3ECE23FFDF}"/>
              </a:ext>
            </a:extLst>
          </p:cNvPr>
          <p:cNvSpPr/>
          <p:nvPr/>
        </p:nvSpPr>
        <p:spPr>
          <a:xfrm>
            <a:off x="508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0°</a:t>
            </a:r>
          </a:p>
        </p:txBody>
      </p:sp>
      <p:sp>
        <p:nvSpPr>
          <p:cNvPr id="4" name="Pfeil: nach rechts 3">
            <a:extLst>
              <a:ext uri="{FF2B5EF4-FFF2-40B4-BE49-F238E27FC236}">
                <a16:creationId xmlns:a16="http://schemas.microsoft.com/office/drawing/2014/main" id="{A35929DA-7D0B-C8DB-6A4B-685E6C0A21C8}"/>
              </a:ext>
            </a:extLst>
          </p:cNvPr>
          <p:cNvSpPr/>
          <p:nvPr/>
        </p:nvSpPr>
        <p:spPr>
          <a:xfrm rot="900000">
            <a:off x="2413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8352699-2AE4-42DD-C533-BA26D644B998}"/>
              </a:ext>
            </a:extLst>
          </p:cNvPr>
          <p:cNvSpPr/>
          <p:nvPr/>
        </p:nvSpPr>
        <p:spPr>
          <a:xfrm rot="900000">
            <a:off x="2413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15°</a:t>
            </a: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7A62EFA8-805C-405B-3FAB-F40E3F93D385}"/>
              </a:ext>
            </a:extLst>
          </p:cNvPr>
          <p:cNvSpPr/>
          <p:nvPr/>
        </p:nvSpPr>
        <p:spPr>
          <a:xfrm rot="2700000">
            <a:off x="4318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833A65F-D90C-E7E0-CF6D-E1B1EB13DB84}"/>
              </a:ext>
            </a:extLst>
          </p:cNvPr>
          <p:cNvSpPr/>
          <p:nvPr/>
        </p:nvSpPr>
        <p:spPr>
          <a:xfrm rot="2700000">
            <a:off x="4318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45°</a:t>
            </a:r>
          </a:p>
        </p:txBody>
      </p:sp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2AC62190-5563-F324-C409-76B890F94858}"/>
              </a:ext>
            </a:extLst>
          </p:cNvPr>
          <p:cNvSpPr/>
          <p:nvPr/>
        </p:nvSpPr>
        <p:spPr>
          <a:xfrm rot="5400000">
            <a:off x="6223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FDEEF91-8C1C-3448-8DC4-A8BC6CAFC68B}"/>
              </a:ext>
            </a:extLst>
          </p:cNvPr>
          <p:cNvSpPr/>
          <p:nvPr/>
        </p:nvSpPr>
        <p:spPr>
          <a:xfrm rot="5400000">
            <a:off x="6223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90°</a:t>
            </a:r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83B5B962-68AF-4493-82CE-DAB5F9939E12}"/>
              </a:ext>
            </a:extLst>
          </p:cNvPr>
          <p:cNvSpPr/>
          <p:nvPr/>
        </p:nvSpPr>
        <p:spPr>
          <a:xfrm rot="10800000">
            <a:off x="8128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BC8A6B1-740F-7967-2AB8-27F5318F1863}"/>
              </a:ext>
            </a:extLst>
          </p:cNvPr>
          <p:cNvSpPr/>
          <p:nvPr/>
        </p:nvSpPr>
        <p:spPr>
          <a:xfrm rot="10800000">
            <a:off x="8128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180°</a:t>
            </a: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CC9CC58D-78EC-AC6C-F15E-DDF09C39F8F7}"/>
              </a:ext>
            </a:extLst>
          </p:cNvPr>
          <p:cNvSpPr/>
          <p:nvPr/>
        </p:nvSpPr>
        <p:spPr>
          <a:xfrm rot="16200000">
            <a:off x="10033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6F8231B-D52F-B342-5A4D-98590626CC7D}"/>
              </a:ext>
            </a:extLst>
          </p:cNvPr>
          <p:cNvSpPr/>
          <p:nvPr/>
        </p:nvSpPr>
        <p:spPr>
          <a:xfrm rot="16200000">
            <a:off x="10033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270°</a:t>
            </a:r>
          </a:p>
        </p:txBody>
      </p:sp>
      <p:sp>
        <p:nvSpPr>
          <p:cNvPr id="14" name="Pfeil: nach rechts 13">
            <a:extLst>
              <a:ext uri="{FF2B5EF4-FFF2-40B4-BE49-F238E27FC236}">
                <a16:creationId xmlns:a16="http://schemas.microsoft.com/office/drawing/2014/main" id="{EBA2662A-3198-4476-33AE-F2E940B734BA}"/>
              </a:ext>
            </a:extLst>
          </p:cNvPr>
          <p:cNvSpPr/>
          <p:nvPr/>
        </p:nvSpPr>
        <p:spPr>
          <a:xfrm>
            <a:off x="508000" y="5080000"/>
            <a:ext cx="2032000" cy="1143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flip</a:t>
            </a:r>
          </a:p>
        </p:txBody>
      </p: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5D306AFA-2D5E-20BA-1E04-9300DAE14355}"/>
              </a:ext>
            </a:extLst>
          </p:cNvPr>
          <p:cNvSpPr/>
          <p:nvPr/>
        </p:nvSpPr>
        <p:spPr>
          <a:xfrm flipH="1">
            <a:off x="3429000" y="5080000"/>
            <a:ext cx="2032000" cy="1143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flip</a:t>
            </a:r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BCDA7E30-7861-88DC-BCE3-0A1798BC65C2}"/>
              </a:ext>
            </a:extLst>
          </p:cNvPr>
          <p:cNvSpPr/>
          <p:nvPr/>
        </p:nvSpPr>
        <p:spPr>
          <a:xfrm flipV="1">
            <a:off x="6350000" y="5080000"/>
            <a:ext cx="2032000" cy="1143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flip</a:t>
            </a:r>
          </a:p>
        </p:txBody>
      </p:sp>
      <p:sp>
        <p:nvSpPr>
          <p:cNvPr id="17" name="Pfeil: nach rechts 16">
            <a:extLst>
              <a:ext uri="{FF2B5EF4-FFF2-40B4-BE49-F238E27FC236}">
                <a16:creationId xmlns:a16="http://schemas.microsoft.com/office/drawing/2014/main" id="{6F072F93-724B-72D2-490E-AB64C430E90C}"/>
              </a:ext>
            </a:extLst>
          </p:cNvPr>
          <p:cNvSpPr/>
          <p:nvPr/>
        </p:nvSpPr>
        <p:spPr>
          <a:xfrm flipH="1" flipV="1">
            <a:off x="9271000" y="5080000"/>
            <a:ext cx="2032000" cy="1143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flip</a:t>
            </a:r>
          </a:p>
        </p:txBody>
      </p:sp>
    </p:spTree>
    <p:extLst>
      <p:ext uri="{BB962C8B-B14F-4D97-AF65-F5344CB8AC3E}">
        <p14:creationId xmlns:p14="http://schemas.microsoft.com/office/powerpoint/2010/main" val="16311261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779DF130-2DC4-17E3-8CEA-B7854D4A35A9}"/>
              </a:ext>
            </a:extLst>
          </p:cNvPr>
          <p:cNvGrpSpPr/>
          <p:nvPr/>
        </p:nvGrpSpPr>
        <p:grpSpPr>
          <a:xfrm rot="1200000">
            <a:off x="1270000" y="1270000"/>
            <a:ext cx="4064000" cy="3048000"/>
            <a:chOff x="1270000" y="1270000"/>
            <a:chExt cx="4064000" cy="3048000"/>
          </a:xfrm>
        </p:grpSpPr>
        <p:sp>
          <p:nvSpPr>
            <p:cNvPr id="2" name="A">
              <a:extLst>
                <a:ext uri="{FF2B5EF4-FFF2-40B4-BE49-F238E27FC236}">
                  <a16:creationId xmlns:a16="http://schemas.microsoft.com/office/drawing/2014/main" id="{CFDD4FF6-7C09-0F50-C1ED-ED8212B1FCB2}"/>
                </a:ext>
              </a:extLst>
            </p:cNvPr>
            <p:cNvSpPr/>
            <p:nvPr/>
          </p:nvSpPr>
          <p:spPr>
            <a:xfrm>
              <a:off x="1270000" y="1270000"/>
              <a:ext cx="1524000" cy="1524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B">
              <a:extLst>
                <a:ext uri="{FF2B5EF4-FFF2-40B4-BE49-F238E27FC236}">
                  <a16:creationId xmlns:a16="http://schemas.microsoft.com/office/drawing/2014/main" id="{264A7714-0F05-56EF-AF72-6E14ABA990BE}"/>
                </a:ext>
              </a:extLst>
            </p:cNvPr>
            <p:cNvSpPr/>
            <p:nvPr/>
          </p:nvSpPr>
          <p:spPr>
            <a:xfrm>
              <a:off x="3302000" y="1778000"/>
              <a:ext cx="2032000" cy="1016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C">
              <a:extLst>
                <a:ext uri="{FF2B5EF4-FFF2-40B4-BE49-F238E27FC236}">
                  <a16:creationId xmlns:a16="http://schemas.microsoft.com/office/drawing/2014/main" id="{526B2836-3F16-C138-BB0D-2C8A3CEA3A2E}"/>
                </a:ext>
              </a:extLst>
            </p:cNvPr>
            <p:cNvSpPr/>
            <p:nvPr/>
          </p:nvSpPr>
          <p:spPr>
            <a:xfrm>
              <a:off x="2286000" y="3048000"/>
              <a:ext cx="1270000" cy="1270000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6" name="D">
            <a:extLst>
              <a:ext uri="{FF2B5EF4-FFF2-40B4-BE49-F238E27FC236}">
                <a16:creationId xmlns:a16="http://schemas.microsoft.com/office/drawing/2014/main" id="{3E201273-E95B-A1D0-8E67-4384D7BE7CE1}"/>
              </a:ext>
            </a:extLst>
          </p:cNvPr>
          <p:cNvSpPr/>
          <p:nvPr/>
        </p:nvSpPr>
        <p:spPr>
          <a:xfrm>
            <a:off x="7112000" y="1016000"/>
            <a:ext cx="1524000" cy="10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">
            <a:extLst>
              <a:ext uri="{FF2B5EF4-FFF2-40B4-BE49-F238E27FC236}">
                <a16:creationId xmlns:a16="http://schemas.microsoft.com/office/drawing/2014/main" id="{6301EA8A-4302-8A24-69C1-BE56F6590419}"/>
              </a:ext>
            </a:extLst>
          </p:cNvPr>
          <p:cNvSpPr/>
          <p:nvPr/>
        </p:nvSpPr>
        <p:spPr>
          <a:xfrm>
            <a:off x="9652000" y="3810000"/>
            <a:ext cx="1524000" cy="1524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5E3A1ED-7CA5-8862-5F6D-6E82E7AD9ED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8636000" y="1524000"/>
            <a:ext cx="1239185" cy="2509185"/>
          </a:xfrm>
          <a:prstGeom prst="straightConnector1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8">
            <a:extLst>
              <a:ext uri="{FF2B5EF4-FFF2-40B4-BE49-F238E27FC236}">
                <a16:creationId xmlns:a16="http://schemas.microsoft.com/office/drawing/2014/main" id="{E90BF3C6-A70F-C65C-90B4-83FA7EC92DD3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8636000" y="1524000"/>
            <a:ext cx="1239185" cy="2509185"/>
          </a:xfrm>
          <a:prstGeom prst="bentConnector2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Verbinder: gekrümmt 9">
            <a:extLst>
              <a:ext uri="{FF2B5EF4-FFF2-40B4-BE49-F238E27FC236}">
                <a16:creationId xmlns:a16="http://schemas.microsoft.com/office/drawing/2014/main" id="{B31D111F-180B-63AD-14D9-23CB1B13A57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8636000" y="1524000"/>
            <a:ext cx="1239185" cy="2509185"/>
          </a:xfrm>
          <a:prstGeom prst="curvedConnector2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42783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Office PowerPoint</Application>
  <PresentationFormat>Benutzerdefiniert</PresentationFormat>
  <Paragraphs>10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2026-10-08T08:59:33Z</dcterms:created>
  <dcterms:modified xsi:type="dcterms:W3CDTF">2026-10-08T08:59:33Z</dcterms:modified>
</cp:coreProperties>
</file>