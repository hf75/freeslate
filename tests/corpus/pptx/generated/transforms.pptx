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0BA2D4-7E1A-51DA-C6AB-65C3DB7A5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0FF0D84-896F-AA79-40D2-74055FD58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2CB9E4-D66E-EDA0-4EFA-21D167B7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BCF4C7-0582-4DA7-D128-1C42FE7A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BB1B94-77B2-3974-2DCD-6BD08962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890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79BA5B-502A-AF14-4531-970CA5462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56902B-EB23-A10B-29DA-AB3D507BE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24A00C-9A67-4830-F93B-24D7DE463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EBEA98-D7DA-0D92-BC2B-84B00BB1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E6DDE0-FBD6-BAC0-991A-F5E01D36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7039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C396C7-55A1-051E-775E-4E87B3CA8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373B65-FD2C-09B2-211C-182E1A2D5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1EF75A-8ED7-B709-A054-9CD614D7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DDE928-C789-C9B4-B601-F06C99CEB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941E19-1DD3-0E64-5946-B49B9ACA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2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57DC39-B5B0-0D72-B78D-787B4BB0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724999-C762-DC53-9CA2-5E2C76F83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0EB3246-2FC2-6074-1724-076C1273E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09962E-9D8C-8A2D-C114-2ECAD8DB3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144B5D-531B-6434-4D86-E1F49AD9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EB7935-F4DB-38F0-5365-67F7828C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36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C4A71-4ACB-189C-742D-B29FF8213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CDF1A1-E282-A3AA-09DA-F96D07571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BD0D4DF-127E-780C-DC71-B9770E70D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942FDF3-BB0D-20B0-2EAA-0E6DA9131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DA1AD05-9423-DAE7-A64B-2318587D7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8C6BE4E-CEA9-BF95-91BE-CCFA9884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E1F9B53-3798-0532-A34F-2B7C44FC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9D58CF5-F219-2384-9E69-D7C29657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234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D18701-A093-ADA8-DAA1-22346E1F7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1AE8E4-E1D6-7D7C-8C3C-FB521C29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28FB86-F659-A2D5-5B64-66F974A1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EC6751-E930-9A9A-0A2D-93C14E78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378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40ADC2C-4775-4191-E154-27E07C1A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752EE0-2CCF-9D3D-0B6B-1E0CFA66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023384-7ADE-4184-FF8D-B138B7A8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24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B49A69-978C-07F4-9FA5-EF22E4E8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13FB68-7BA1-4BCB-5D7E-E349C0308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1781AC-AA51-B656-C30D-4BDD6A35B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440796-E9E2-7EB1-DFCA-3F40D5AD4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34E55F-D0FF-02E1-59F3-72E0455D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AE78C3-CD48-BBB8-CD75-90A05D9AA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943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286344-0856-8ADD-35F5-07707674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9437F93-6DD5-BD95-F94C-3F0096AEBF5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5038F4E-487B-2F19-E5A9-312AA55E3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CD34C8-18C1-95AE-625A-7C2550636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EEEECD-3318-C27C-4E6C-DE0C0039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66E5F8-EEEE-1DE0-CD75-322BAB1C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48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4DA1AA-F049-1A96-1BA4-4E01A11CB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D7B006-D1C2-0D8C-4916-849CB3115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F5C6F1-4370-3CF0-3046-79FDD3EA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60930C-8295-9CDB-BBBA-33BF2041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64F60C-CD4B-8DE1-75C2-D36C2906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441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6CE7B69-0B9E-FD4F-388A-F9400AB84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E2DE30E-A068-BFDD-17FD-0CE155321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6D4C2C-16A2-2D55-1DBE-B7C08B4AB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99321F-38D6-7726-6BDA-23DB5004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B72BAB-0E78-378F-5D1F-8B5C76B8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4563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A0C1EC3-5221-1FA4-D52F-BBBF4D08D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8D508F-B094-32E8-4F18-B1BFBCE5A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D47B3F-85EF-A102-9DB8-8F50EEA68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745AF-0725-49AB-8576-7DEF1B074F5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A22CD8-F9C1-9EBF-5233-E8C90BE92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EC6D5B-CCC7-E937-5F13-BEF843AD7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7C8FE7-722C-461D-B9B6-D70E9B308F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320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feil: nach rechts 1">
            <a:extLst>
              <a:ext uri="{FF2B5EF4-FFF2-40B4-BE49-F238E27FC236}">
                <a16:creationId xmlns:a16="http://schemas.microsoft.com/office/drawing/2014/main" id="{CE09917C-6958-BA85-5599-82CEBF137F2A}"/>
              </a:ext>
            </a:extLst>
          </p:cNvPr>
          <p:cNvSpPr/>
          <p:nvPr/>
        </p:nvSpPr>
        <p:spPr>
          <a:xfrm>
            <a:off x="508000" y="762000"/>
            <a:ext cx="1524000" cy="889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27A6165-086F-8526-22B1-D96E4D751FBD}"/>
              </a:ext>
            </a:extLst>
          </p:cNvPr>
          <p:cNvSpPr/>
          <p:nvPr/>
        </p:nvSpPr>
        <p:spPr>
          <a:xfrm>
            <a:off x="508000" y="2921000"/>
            <a:ext cx="1524000" cy="88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0°</a:t>
            </a:r>
          </a:p>
        </p:txBody>
      </p:sp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ABA98950-7379-DD5C-A849-A35FBB7DB83A}"/>
              </a:ext>
            </a:extLst>
          </p:cNvPr>
          <p:cNvSpPr/>
          <p:nvPr/>
        </p:nvSpPr>
        <p:spPr>
          <a:xfrm rot="900000">
            <a:off x="2413000" y="762000"/>
            <a:ext cx="1524000" cy="889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D7F2BF8-8EAB-AD5A-A2FA-B8152CB9CCA4}"/>
              </a:ext>
            </a:extLst>
          </p:cNvPr>
          <p:cNvSpPr/>
          <p:nvPr/>
        </p:nvSpPr>
        <p:spPr>
          <a:xfrm rot="900000">
            <a:off x="2413000" y="2921000"/>
            <a:ext cx="1524000" cy="88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15°</a:t>
            </a:r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F84A38C5-39FF-3DAF-C33C-B2C47DFE2B5C}"/>
              </a:ext>
            </a:extLst>
          </p:cNvPr>
          <p:cNvSpPr/>
          <p:nvPr/>
        </p:nvSpPr>
        <p:spPr>
          <a:xfrm rot="2700000">
            <a:off x="4318000" y="762000"/>
            <a:ext cx="1524000" cy="889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226BD2B-9859-8109-487B-6E17EAB739C2}"/>
              </a:ext>
            </a:extLst>
          </p:cNvPr>
          <p:cNvSpPr/>
          <p:nvPr/>
        </p:nvSpPr>
        <p:spPr>
          <a:xfrm rot="2700000">
            <a:off x="4318000" y="2921000"/>
            <a:ext cx="1524000" cy="88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45°</a:t>
            </a: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7F5398EA-FDE7-3BB8-D164-B0EE484B2AD9}"/>
              </a:ext>
            </a:extLst>
          </p:cNvPr>
          <p:cNvSpPr/>
          <p:nvPr/>
        </p:nvSpPr>
        <p:spPr>
          <a:xfrm rot="5400000">
            <a:off x="6223000" y="762000"/>
            <a:ext cx="1524000" cy="889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52DD4D4-E160-E4D3-41ED-DB1C8CBCD5F2}"/>
              </a:ext>
            </a:extLst>
          </p:cNvPr>
          <p:cNvSpPr/>
          <p:nvPr/>
        </p:nvSpPr>
        <p:spPr>
          <a:xfrm rot="5400000">
            <a:off x="6223000" y="2921000"/>
            <a:ext cx="1524000" cy="88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90°</a:t>
            </a: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0D734B70-4909-5531-B736-AD313E3772EC}"/>
              </a:ext>
            </a:extLst>
          </p:cNvPr>
          <p:cNvSpPr/>
          <p:nvPr/>
        </p:nvSpPr>
        <p:spPr>
          <a:xfrm rot="10800000">
            <a:off x="8128000" y="762000"/>
            <a:ext cx="1524000" cy="889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5CEBB3B-FAD0-1FE1-C147-9F792F9C77EB}"/>
              </a:ext>
            </a:extLst>
          </p:cNvPr>
          <p:cNvSpPr/>
          <p:nvPr/>
        </p:nvSpPr>
        <p:spPr>
          <a:xfrm rot="10800000">
            <a:off x="8128000" y="2921000"/>
            <a:ext cx="1524000" cy="88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180°</a:t>
            </a:r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5BB3FECC-0AB2-8DD5-0FD3-8EA409AF9E8D}"/>
              </a:ext>
            </a:extLst>
          </p:cNvPr>
          <p:cNvSpPr/>
          <p:nvPr/>
        </p:nvSpPr>
        <p:spPr>
          <a:xfrm rot="16200000">
            <a:off x="10033000" y="762000"/>
            <a:ext cx="1524000" cy="889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B40E3FB-2102-77C3-DD63-B9951F256B78}"/>
              </a:ext>
            </a:extLst>
          </p:cNvPr>
          <p:cNvSpPr/>
          <p:nvPr/>
        </p:nvSpPr>
        <p:spPr>
          <a:xfrm rot="16200000">
            <a:off x="10033000" y="2921000"/>
            <a:ext cx="1524000" cy="88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270°</a:t>
            </a:r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F19CC69F-24E7-ED3D-CDEB-B079F5F57AAD}"/>
              </a:ext>
            </a:extLst>
          </p:cNvPr>
          <p:cNvSpPr/>
          <p:nvPr/>
        </p:nvSpPr>
        <p:spPr>
          <a:xfrm>
            <a:off x="508000" y="5080000"/>
            <a:ext cx="2032000" cy="1143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flip</a:t>
            </a:r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EDDC0FBF-2A78-F0ED-E91C-2DE0F8C2FB35}"/>
              </a:ext>
            </a:extLst>
          </p:cNvPr>
          <p:cNvSpPr/>
          <p:nvPr/>
        </p:nvSpPr>
        <p:spPr>
          <a:xfrm flipH="1">
            <a:off x="3429000" y="5080000"/>
            <a:ext cx="2032000" cy="1143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flip</a:t>
            </a:r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03E9F57D-4195-ACDF-18A7-1EAB3D14534F}"/>
              </a:ext>
            </a:extLst>
          </p:cNvPr>
          <p:cNvSpPr/>
          <p:nvPr/>
        </p:nvSpPr>
        <p:spPr>
          <a:xfrm flipV="1">
            <a:off x="6350000" y="5080000"/>
            <a:ext cx="2032000" cy="1143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flip</a:t>
            </a:r>
          </a:p>
        </p:txBody>
      </p:sp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ECDF15FA-23DB-98B9-0F09-8FE2D2E7BDC1}"/>
              </a:ext>
            </a:extLst>
          </p:cNvPr>
          <p:cNvSpPr/>
          <p:nvPr/>
        </p:nvSpPr>
        <p:spPr>
          <a:xfrm flipH="1" flipV="1">
            <a:off x="9271000" y="5080000"/>
            <a:ext cx="2032000" cy="1143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flip</a:t>
            </a:r>
          </a:p>
        </p:txBody>
      </p:sp>
    </p:spTree>
    <p:extLst>
      <p:ext uri="{BB962C8B-B14F-4D97-AF65-F5344CB8AC3E}">
        <p14:creationId xmlns:p14="http://schemas.microsoft.com/office/powerpoint/2010/main" val="2885940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42AEB26-3273-DACF-D053-55ACEF9EA39F}"/>
              </a:ext>
            </a:extLst>
          </p:cNvPr>
          <p:cNvGrpSpPr/>
          <p:nvPr/>
        </p:nvGrpSpPr>
        <p:grpSpPr>
          <a:xfrm rot="1200000">
            <a:off x="1270000" y="1270000"/>
            <a:ext cx="4064000" cy="3048000"/>
            <a:chOff x="1270000" y="1270000"/>
            <a:chExt cx="4064000" cy="3048000"/>
          </a:xfrm>
        </p:grpSpPr>
        <p:sp>
          <p:nvSpPr>
            <p:cNvPr id="2" name="A">
              <a:extLst>
                <a:ext uri="{FF2B5EF4-FFF2-40B4-BE49-F238E27FC236}">
                  <a16:creationId xmlns:a16="http://schemas.microsoft.com/office/drawing/2014/main" id="{EA14DB9C-5E6D-20B9-731D-D43565005BB6}"/>
                </a:ext>
              </a:extLst>
            </p:cNvPr>
            <p:cNvSpPr/>
            <p:nvPr/>
          </p:nvSpPr>
          <p:spPr>
            <a:xfrm>
              <a:off x="1270000" y="1270000"/>
              <a:ext cx="1524000" cy="1524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B">
              <a:extLst>
                <a:ext uri="{FF2B5EF4-FFF2-40B4-BE49-F238E27FC236}">
                  <a16:creationId xmlns:a16="http://schemas.microsoft.com/office/drawing/2014/main" id="{D37AD6C4-59F6-DD83-9E42-39370DA7AE1B}"/>
                </a:ext>
              </a:extLst>
            </p:cNvPr>
            <p:cNvSpPr/>
            <p:nvPr/>
          </p:nvSpPr>
          <p:spPr>
            <a:xfrm>
              <a:off x="3302000" y="1778000"/>
              <a:ext cx="2032000" cy="1016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C">
              <a:extLst>
                <a:ext uri="{FF2B5EF4-FFF2-40B4-BE49-F238E27FC236}">
                  <a16:creationId xmlns:a16="http://schemas.microsoft.com/office/drawing/2014/main" id="{B93F3C91-068E-27F1-311A-A02459E3DB5E}"/>
                </a:ext>
              </a:extLst>
            </p:cNvPr>
            <p:cNvSpPr/>
            <p:nvPr/>
          </p:nvSpPr>
          <p:spPr>
            <a:xfrm>
              <a:off x="2286000" y="3048000"/>
              <a:ext cx="1270000" cy="1270000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" name="D">
            <a:extLst>
              <a:ext uri="{FF2B5EF4-FFF2-40B4-BE49-F238E27FC236}">
                <a16:creationId xmlns:a16="http://schemas.microsoft.com/office/drawing/2014/main" id="{535D46AD-53CC-4557-0A05-90E4D30D9664}"/>
              </a:ext>
            </a:extLst>
          </p:cNvPr>
          <p:cNvSpPr/>
          <p:nvPr/>
        </p:nvSpPr>
        <p:spPr>
          <a:xfrm>
            <a:off x="7112000" y="1016000"/>
            <a:ext cx="1524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">
            <a:extLst>
              <a:ext uri="{FF2B5EF4-FFF2-40B4-BE49-F238E27FC236}">
                <a16:creationId xmlns:a16="http://schemas.microsoft.com/office/drawing/2014/main" id="{5394A387-3FBC-B222-AFF2-47283DE785A8}"/>
              </a:ext>
            </a:extLst>
          </p:cNvPr>
          <p:cNvSpPr/>
          <p:nvPr/>
        </p:nvSpPr>
        <p:spPr>
          <a:xfrm>
            <a:off x="9652000" y="3810000"/>
            <a:ext cx="1524000" cy="152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3398C97-9086-F275-6227-0F7AAD18F37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8636000" y="1524000"/>
            <a:ext cx="1239185" cy="2509185"/>
          </a:xfrm>
          <a:prstGeom prst="straightConnector1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erbinder: gewinkelt 8">
            <a:extLst>
              <a:ext uri="{FF2B5EF4-FFF2-40B4-BE49-F238E27FC236}">
                <a16:creationId xmlns:a16="http://schemas.microsoft.com/office/drawing/2014/main" id="{F877DF83-D4DC-6A7A-E446-B4F019A8041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8636000" y="1524000"/>
            <a:ext cx="1239185" cy="2509185"/>
          </a:xfrm>
          <a:prstGeom prst="bentConnector2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Verbinder: gekrümmt 9">
            <a:extLst>
              <a:ext uri="{FF2B5EF4-FFF2-40B4-BE49-F238E27FC236}">
                <a16:creationId xmlns:a16="http://schemas.microsoft.com/office/drawing/2014/main" id="{0B1914FD-589F-C8F9-DA6B-7AD1630056C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8636000" y="1524000"/>
            <a:ext cx="1239185" cy="2509185"/>
          </a:xfrm>
          <a:prstGeom prst="curvedConnector2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828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Benutzerdefiniert</PresentationFormat>
  <Paragraphs>10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2026-10-08T08:23:55Z</dcterms:created>
  <dcterms:modified xsi:type="dcterms:W3CDTF">2026-10-08T08:23:55Z</dcterms:modified>
</cp:coreProperties>
</file>