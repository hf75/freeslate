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6D9068-143A-EA7E-7DD5-E8AA5E5514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F48431A-CF65-BE40-4670-9B144F590F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E11F86-D5E8-E55A-182C-7797D1A16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0ADC-957C-47CD-B06F-5A3BBE763F8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3FFC65E-58F4-D29C-D0C0-983CAD46F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C773D49-CFA1-A0FD-5375-2CF7622F6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8BC1A-6D3C-4FE8-BEEE-EFB3D133AC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760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39B1EC-76F0-EDCA-3E85-3F8E10111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05FBE8-2394-B023-5028-5623A9EB6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F52524-2BAD-4E0D-9862-67B331350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0ADC-957C-47CD-B06F-5A3BBE763F8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5F4CDD7-767C-9AC5-25D4-C7086CFB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06EE892-98CA-6D5E-4162-732BC3FA8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8BC1A-6D3C-4FE8-BEEE-EFB3D133AC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3733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00645D-9AE9-23A3-49B8-FAC495A9E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5DBBE7-5795-D540-413C-57DDFD132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DCA625A-3784-B49C-0DD8-7F10A755C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0ADC-957C-47CD-B06F-5A3BBE763F8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888A2F-EE77-9AF2-4F01-17E45DFDD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66A03A-E0C3-5BB3-1182-86D051478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8BC1A-6D3C-4FE8-BEEE-EFB3D133AC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609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3A535D-C570-E715-B173-25564FFD9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C6EAC9-2C30-470B-97EA-629D90BC9A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455A411-362D-5267-537A-098DAC51B2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A66166-E027-20D6-226E-C74C55FC2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0ADC-957C-47CD-B06F-5A3BBE763F8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929274F-58B5-F60C-CFB6-7DE528740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CB75237-F97A-3513-A2AB-63480CDC8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8BC1A-6D3C-4FE8-BEEE-EFB3D133AC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9121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5181B4-D0AB-3C5E-6913-BD4D892EB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3522D8-A82C-EFCC-CDA8-0A95537192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E31D16A-B2C6-B4B9-F9C7-22B195466F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765F997-57F2-78F0-FDC8-5FFA15B8E8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2CB1403-C343-4891-34E4-15B95F4AF2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425EA08-7C2E-FA2D-B6C2-2B7CFC2B5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0ADC-957C-47CD-B06F-5A3BBE763F8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8540747-E29A-AFE9-5F60-3927A6E40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C34C308-BD7D-CA5B-F30D-0E14C4A0D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8BC1A-6D3C-4FE8-BEEE-EFB3D133AC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187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8EA436-AFA3-8185-8792-1FF4E922A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7DA9279-0CC1-4434-84A9-9E584A284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0ADC-957C-47CD-B06F-5A3BBE763F8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6B04289-DB36-81DA-EC31-D215D920D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0E61088-20A8-3B04-69E5-47C1FB974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8BC1A-6D3C-4FE8-BEEE-EFB3D133AC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1721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95711CA-CD33-B0B5-C10B-8C92363D4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0ADC-957C-47CD-B06F-5A3BBE763F8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3AE8994-D6A8-2B25-1737-721B16B97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2F3842E-5E50-BC3B-E697-0EB854BC5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8BC1A-6D3C-4FE8-BEEE-EFB3D133AC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897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A5DFB-5CFF-EE04-F70B-2D9A439EF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2933BE8-77A8-1F0E-43D3-CD94C0E50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953DAF8-58A2-38DC-8753-8EC20D6E31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27C8D6F-739E-382A-39B1-EC7E95051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0ADC-957C-47CD-B06F-5A3BBE763F8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50DEB93-8195-0913-C3B0-B3653FE53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5AFA8E-898F-4E00-AA13-741D68AEB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8BC1A-6D3C-4FE8-BEEE-EFB3D133AC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5576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8A600-2129-F920-4F96-83CE1D896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F73ED25-FA3C-237D-4C17-3E71014DD8A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B2135B6-6333-A3CA-6EBF-017B07020B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ACC9A3-04A7-22B2-A489-5E6361B45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0ADC-957C-47CD-B06F-5A3BBE763F8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228EB8-7753-9E39-B166-42B1F667A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FCE41E2-A849-A277-76E8-4EF5D7C68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8BC1A-6D3C-4FE8-BEEE-EFB3D133AC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58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2428B7-3773-3FF0-A86F-10A3E44D2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1FB29CE-971C-9046-C631-D7F8324052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6F458F8-758B-1B23-D3F2-FAE3752EA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0ADC-957C-47CD-B06F-5A3BBE763F8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BB1DE3F-D557-30E9-DF63-E503BC88C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77BBD5-1B51-575B-4707-3166150ED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8BC1A-6D3C-4FE8-BEEE-EFB3D133AC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5288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EA42702-A866-A445-6802-71F9C358DF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461013-5915-7470-899A-93DD1D6614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F6376-C7BD-AAD7-0622-0C053883B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E0ADC-957C-47CD-B06F-5A3BBE763F8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B0D330-966B-95F7-55A6-97E6B3D57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564510-7E30-1FB9-B997-03A8FE80B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8BC1A-6D3C-4FE8-BEEE-EFB3D133AC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77303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5FF5407-A597-0EE2-D65E-2D565D784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1FD6D89-3747-AD6D-5920-6B6B04965D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3B2896-E4E4-4AA0-13FB-2F4A3301D6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6E0ADC-957C-47CD-B06F-5A3BBE763F8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8CBB6D-5E64-B8F2-D1D2-E606FC0830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2920101-7EAE-79F9-5408-7F09B8E91A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08BC1A-6D3C-4FE8-BEEE-EFB3D133AC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3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feil: nach rechts 1">
            <a:extLst>
              <a:ext uri="{FF2B5EF4-FFF2-40B4-BE49-F238E27FC236}">
                <a16:creationId xmlns:a16="http://schemas.microsoft.com/office/drawing/2014/main" id="{D22CAAC3-B389-CCA3-3285-E409769E5166}"/>
              </a:ext>
            </a:extLst>
          </p:cNvPr>
          <p:cNvSpPr/>
          <p:nvPr/>
        </p:nvSpPr>
        <p:spPr>
          <a:xfrm>
            <a:off x="508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0CC08E8-AD26-7F89-4469-338E641F1379}"/>
              </a:ext>
            </a:extLst>
          </p:cNvPr>
          <p:cNvSpPr/>
          <p:nvPr/>
        </p:nvSpPr>
        <p:spPr>
          <a:xfrm>
            <a:off x="508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0°</a:t>
            </a:r>
          </a:p>
        </p:txBody>
      </p:sp>
      <p:sp>
        <p:nvSpPr>
          <p:cNvPr id="4" name="Pfeil: nach rechts 3">
            <a:extLst>
              <a:ext uri="{FF2B5EF4-FFF2-40B4-BE49-F238E27FC236}">
                <a16:creationId xmlns:a16="http://schemas.microsoft.com/office/drawing/2014/main" id="{01B56EEA-E18E-F879-EEE3-75223C64510B}"/>
              </a:ext>
            </a:extLst>
          </p:cNvPr>
          <p:cNvSpPr/>
          <p:nvPr/>
        </p:nvSpPr>
        <p:spPr>
          <a:xfrm rot="900000">
            <a:off x="2413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0417F79-F44F-8233-60D6-6C32BF4F4FEF}"/>
              </a:ext>
            </a:extLst>
          </p:cNvPr>
          <p:cNvSpPr/>
          <p:nvPr/>
        </p:nvSpPr>
        <p:spPr>
          <a:xfrm rot="900000">
            <a:off x="2413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15°</a:t>
            </a: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FAC40657-8115-0CEA-71CB-B8D7CD3481BC}"/>
              </a:ext>
            </a:extLst>
          </p:cNvPr>
          <p:cNvSpPr/>
          <p:nvPr/>
        </p:nvSpPr>
        <p:spPr>
          <a:xfrm rot="2700000">
            <a:off x="4318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184F249-F9CA-8067-1E80-7DE83774190F}"/>
              </a:ext>
            </a:extLst>
          </p:cNvPr>
          <p:cNvSpPr/>
          <p:nvPr/>
        </p:nvSpPr>
        <p:spPr>
          <a:xfrm rot="2700000">
            <a:off x="4318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45°</a:t>
            </a: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0D80189E-E714-F8AE-81AB-003158AF4EB1}"/>
              </a:ext>
            </a:extLst>
          </p:cNvPr>
          <p:cNvSpPr/>
          <p:nvPr/>
        </p:nvSpPr>
        <p:spPr>
          <a:xfrm rot="5400000">
            <a:off x="6223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9216189-48A6-37D6-610E-95F900B4CDEE}"/>
              </a:ext>
            </a:extLst>
          </p:cNvPr>
          <p:cNvSpPr/>
          <p:nvPr/>
        </p:nvSpPr>
        <p:spPr>
          <a:xfrm rot="5400000">
            <a:off x="6223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90°</a:t>
            </a:r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362644EF-0556-4A55-67F3-F21F21ECD3F0}"/>
              </a:ext>
            </a:extLst>
          </p:cNvPr>
          <p:cNvSpPr/>
          <p:nvPr/>
        </p:nvSpPr>
        <p:spPr>
          <a:xfrm rot="10800000">
            <a:off x="8128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5950525-1327-3CE0-EC17-E1728E420881}"/>
              </a:ext>
            </a:extLst>
          </p:cNvPr>
          <p:cNvSpPr/>
          <p:nvPr/>
        </p:nvSpPr>
        <p:spPr>
          <a:xfrm rot="10800000">
            <a:off x="8128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180°</a:t>
            </a: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3CCDAFD8-5B38-559B-0A97-4A694B84F694}"/>
              </a:ext>
            </a:extLst>
          </p:cNvPr>
          <p:cNvSpPr/>
          <p:nvPr/>
        </p:nvSpPr>
        <p:spPr>
          <a:xfrm rot="16200000">
            <a:off x="10033000" y="762000"/>
            <a:ext cx="1524000" cy="889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FC89E20-7C7C-9F5C-BC85-C50135B44939}"/>
              </a:ext>
            </a:extLst>
          </p:cNvPr>
          <p:cNvSpPr/>
          <p:nvPr/>
        </p:nvSpPr>
        <p:spPr>
          <a:xfrm rot="16200000">
            <a:off x="10033000" y="2921000"/>
            <a:ext cx="1524000" cy="889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270°</a:t>
            </a:r>
          </a:p>
        </p:txBody>
      </p:sp>
      <p:sp>
        <p:nvSpPr>
          <p:cNvPr id="14" name="Pfeil: nach rechts 13">
            <a:extLst>
              <a:ext uri="{FF2B5EF4-FFF2-40B4-BE49-F238E27FC236}">
                <a16:creationId xmlns:a16="http://schemas.microsoft.com/office/drawing/2014/main" id="{E9BEBA61-DFFF-88C1-0DB2-01FCC0822414}"/>
              </a:ext>
            </a:extLst>
          </p:cNvPr>
          <p:cNvSpPr/>
          <p:nvPr/>
        </p:nvSpPr>
        <p:spPr>
          <a:xfrm>
            <a:off x="508000" y="5080000"/>
            <a:ext cx="2032000" cy="1143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flip</a:t>
            </a:r>
          </a:p>
        </p:txBody>
      </p: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14F8625A-B7D2-D7E5-CA95-332DF72FC418}"/>
              </a:ext>
            </a:extLst>
          </p:cNvPr>
          <p:cNvSpPr/>
          <p:nvPr/>
        </p:nvSpPr>
        <p:spPr>
          <a:xfrm flipH="1">
            <a:off x="3429000" y="5080000"/>
            <a:ext cx="2032000" cy="1143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flip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D3B167D2-7F73-F3B6-9CCC-D07DECA88C35}"/>
              </a:ext>
            </a:extLst>
          </p:cNvPr>
          <p:cNvSpPr/>
          <p:nvPr/>
        </p:nvSpPr>
        <p:spPr>
          <a:xfrm flipV="1">
            <a:off x="6350000" y="5080000"/>
            <a:ext cx="2032000" cy="1143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flip</a:t>
            </a:r>
          </a:p>
        </p:txBody>
      </p:sp>
      <p:sp>
        <p:nvSpPr>
          <p:cNvPr id="17" name="Pfeil: nach rechts 16">
            <a:extLst>
              <a:ext uri="{FF2B5EF4-FFF2-40B4-BE49-F238E27FC236}">
                <a16:creationId xmlns:a16="http://schemas.microsoft.com/office/drawing/2014/main" id="{BDB8B560-B1CF-4B07-F40E-7439B1FBB7D5}"/>
              </a:ext>
            </a:extLst>
          </p:cNvPr>
          <p:cNvSpPr/>
          <p:nvPr/>
        </p:nvSpPr>
        <p:spPr>
          <a:xfrm flipH="1" flipV="1">
            <a:off x="9271000" y="5080000"/>
            <a:ext cx="2032000" cy="1143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flip</a:t>
            </a:r>
          </a:p>
        </p:txBody>
      </p:sp>
    </p:spTree>
    <p:extLst>
      <p:ext uri="{BB962C8B-B14F-4D97-AF65-F5344CB8AC3E}">
        <p14:creationId xmlns:p14="http://schemas.microsoft.com/office/powerpoint/2010/main" val="1001195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1FD9569-7D2E-E1CF-138A-B822706A3899}"/>
              </a:ext>
            </a:extLst>
          </p:cNvPr>
          <p:cNvGrpSpPr/>
          <p:nvPr/>
        </p:nvGrpSpPr>
        <p:grpSpPr>
          <a:xfrm rot="1200000">
            <a:off x="1270000" y="1270000"/>
            <a:ext cx="4064000" cy="3048000"/>
            <a:chOff x="1270000" y="1270000"/>
            <a:chExt cx="4064000" cy="3048000"/>
          </a:xfrm>
        </p:grpSpPr>
        <p:sp>
          <p:nvSpPr>
            <p:cNvPr id="2" name="A">
              <a:extLst>
                <a:ext uri="{FF2B5EF4-FFF2-40B4-BE49-F238E27FC236}">
                  <a16:creationId xmlns:a16="http://schemas.microsoft.com/office/drawing/2014/main" id="{3A7C6F11-C854-0BD6-3334-023F7BA15973}"/>
                </a:ext>
              </a:extLst>
            </p:cNvPr>
            <p:cNvSpPr/>
            <p:nvPr/>
          </p:nvSpPr>
          <p:spPr>
            <a:xfrm>
              <a:off x="1270000" y="1270000"/>
              <a:ext cx="1524000" cy="1524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B">
              <a:extLst>
                <a:ext uri="{FF2B5EF4-FFF2-40B4-BE49-F238E27FC236}">
                  <a16:creationId xmlns:a16="http://schemas.microsoft.com/office/drawing/2014/main" id="{30F6AE03-1F0D-3FC9-84B0-6AD8D95B51DD}"/>
                </a:ext>
              </a:extLst>
            </p:cNvPr>
            <p:cNvSpPr/>
            <p:nvPr/>
          </p:nvSpPr>
          <p:spPr>
            <a:xfrm>
              <a:off x="3302000" y="1778000"/>
              <a:ext cx="2032000" cy="1016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C">
              <a:extLst>
                <a:ext uri="{FF2B5EF4-FFF2-40B4-BE49-F238E27FC236}">
                  <a16:creationId xmlns:a16="http://schemas.microsoft.com/office/drawing/2014/main" id="{AC101AF9-E4D2-F413-071F-031B70E405FB}"/>
                </a:ext>
              </a:extLst>
            </p:cNvPr>
            <p:cNvSpPr/>
            <p:nvPr/>
          </p:nvSpPr>
          <p:spPr>
            <a:xfrm>
              <a:off x="2286000" y="3048000"/>
              <a:ext cx="1270000" cy="1270000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" name="D">
            <a:extLst>
              <a:ext uri="{FF2B5EF4-FFF2-40B4-BE49-F238E27FC236}">
                <a16:creationId xmlns:a16="http://schemas.microsoft.com/office/drawing/2014/main" id="{7C905D55-2207-BB3F-7758-E7D6F7F66CC0}"/>
              </a:ext>
            </a:extLst>
          </p:cNvPr>
          <p:cNvSpPr/>
          <p:nvPr/>
        </p:nvSpPr>
        <p:spPr>
          <a:xfrm>
            <a:off x="7112000" y="1016000"/>
            <a:ext cx="1524000" cy="10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">
            <a:extLst>
              <a:ext uri="{FF2B5EF4-FFF2-40B4-BE49-F238E27FC236}">
                <a16:creationId xmlns:a16="http://schemas.microsoft.com/office/drawing/2014/main" id="{B33FBFD5-F26F-F13A-48C6-4D9E8BDB4749}"/>
              </a:ext>
            </a:extLst>
          </p:cNvPr>
          <p:cNvSpPr/>
          <p:nvPr/>
        </p:nvSpPr>
        <p:spPr>
          <a:xfrm>
            <a:off x="9652000" y="3810000"/>
            <a:ext cx="1524000" cy="1524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BFA7A7D-44F7-BA2A-98CE-3DE8E6962AF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8636000" y="1524000"/>
            <a:ext cx="1239185" cy="2509185"/>
          </a:xfrm>
          <a:prstGeom prst="straightConnector1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8">
            <a:extLst>
              <a:ext uri="{FF2B5EF4-FFF2-40B4-BE49-F238E27FC236}">
                <a16:creationId xmlns:a16="http://schemas.microsoft.com/office/drawing/2014/main" id="{0233B4EF-59F0-D9CC-B47D-8022F9E81D3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8636000" y="1524000"/>
            <a:ext cx="1239185" cy="2509185"/>
          </a:xfrm>
          <a:prstGeom prst="bentConnector2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krümmt 9">
            <a:extLst>
              <a:ext uri="{FF2B5EF4-FFF2-40B4-BE49-F238E27FC236}">
                <a16:creationId xmlns:a16="http://schemas.microsoft.com/office/drawing/2014/main" id="{ABF2DF53-7E0F-66E5-E54B-E2355B269DC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8636000" y="1524000"/>
            <a:ext cx="1239185" cy="2509185"/>
          </a:xfrm>
          <a:prstGeom prst="curvedConnector2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862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Benutzerdefiniert</PresentationFormat>
  <Paragraphs>10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2026-10-08T08:36:07Z</dcterms:created>
  <dcterms:modified xsi:type="dcterms:W3CDTF">2026-10-08T08:36:07Z</dcterms:modified>
</cp:coreProperties>
</file>