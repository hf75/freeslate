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CCA6F9-1079-D3AF-D4C6-2587486105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FC24820-D1F1-6CBD-0974-E507A5A258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33E368C-5F65-40E6-6601-CBEDBA432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4EA72-3DA5-4AD3-AE39-39BBBD950BD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C5AE363-28B8-90B6-569F-9CB86B588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01DFCA-D102-F875-5798-B0D0C24EA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4575D-677E-4E90-8385-507E4A12F2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803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0657C1-0AE5-7591-D98E-58EA33E47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C98F74-1023-11EA-6B86-6F5D09385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19047B2-1B42-81CC-D4A4-27B91C4A9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4EA72-3DA5-4AD3-AE39-39BBBD950BD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E473E63-F8AB-89C9-9414-9DD2663DF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0C1E6C-DB1F-94FD-8448-34ED1DF00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4575D-677E-4E90-8385-507E4A12F2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61006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A4FC6A-5AE9-63F7-18D0-BD79841AF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46BF08-5010-786C-388D-0212915507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1264C6-1949-F6B8-57CB-886F1555E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4EA72-3DA5-4AD3-AE39-39BBBD950BD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3F11F8-F6ED-580F-859C-FFF1BB6C2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497DE2-B5E0-50F4-D815-6E7ACA8F6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4575D-677E-4E90-8385-507E4A12F2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4666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435119-B579-4D65-F7D5-FB8F11D6F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601D2D-9E2B-437D-08E6-7F2BA0EF4C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2AD630-CDA2-BAE9-F874-DA65B12047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7B213E4-1140-F60A-5845-8A97C8A17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4EA72-3DA5-4AD3-AE39-39BBBD950BD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B59016-EB47-DAA6-ED21-CE71CF704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E54B101-43C5-424F-CAB9-86511327A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4575D-677E-4E90-8385-507E4A12F2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4990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C4F5FC-7E1A-DF2B-45F3-273DF31E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1EE8DD9-AFD7-1C99-AA38-E31E7CD485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EB1BF07-DB8A-1698-81EF-836FCD166C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4C2D621-FEEA-B2CF-FF7A-C6BE6A6C78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3200E45-A3D6-6D13-D0CA-BD221AB3B0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9979F03-745A-D183-F594-FE8F33E13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4EA72-3DA5-4AD3-AE39-39BBBD950BD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A8794FB-1CC5-6E84-F624-912A48E74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D7777F0-69BF-D9AC-57A2-85BCBB91C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4575D-677E-4E90-8385-507E4A12F2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45710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897167-1EFB-0ADF-273E-7FF6A7A1E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E67FE36-4A9F-665A-1FAF-A9DCB5CF1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4EA72-3DA5-4AD3-AE39-39BBBD950BD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A3E3EC9-FF7A-18BF-17BF-1E345ED64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8A66689-3EAC-3C50-C6DC-550B85819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4575D-677E-4E90-8385-507E4A12F2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6702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DFADEFF-2BFB-EA58-C853-7A9728B0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4EA72-3DA5-4AD3-AE39-39BBBD950BD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BA79DCB-2FFF-011B-5F50-481950273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362BD2-F3C5-7687-133E-ADC391264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4575D-677E-4E90-8385-507E4A12F2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4029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690440-BCAD-D3DC-F22C-9D5D09771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674F46-F53B-94A2-1A3F-702CA95D8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7EC8FB-951E-ED0B-0B8A-6C5C48A8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D7156CA-011C-93D8-2220-2F8886066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4EA72-3DA5-4AD3-AE39-39BBBD950BD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DABAC-046B-573C-4166-6D9E4F97F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921281A-D237-DAEB-80AE-35080BD7E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4575D-677E-4E90-8385-507E4A12F2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267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98CEEC-38C7-8EB6-91C6-1485723FB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8E811A0-5E15-3D28-E834-54766534EB0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175CBF8-41FF-8E2C-C004-7B67F15FAB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88F878A-704B-A655-9C85-0DD3A6ECD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4EA72-3DA5-4AD3-AE39-39BBBD950BD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8987AEA-31B7-1318-EC30-647436FCA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22D158E-ACFA-F5E1-95F1-B2EED7695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4575D-677E-4E90-8385-507E4A12F2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4691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A8364E-5407-4C66-4EAC-5B1AC6EBF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81E1AC7-ED57-31A1-BC85-93896EC95C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1689904-BEF2-90C5-28D9-FA5BB3590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4EA72-3DA5-4AD3-AE39-39BBBD950BD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3C3D7E-BD6B-C9C6-218D-D09C15026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131AB1E-3E50-90AF-C060-55FDEEC68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4575D-677E-4E90-8385-507E4A12F2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6900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A62669E7-C593-FD02-2085-ED5ECC7632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83E5DBF-3F28-277C-2642-554E95E509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DE19D34-C50E-AE70-FDF3-C857B41FE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4EA72-3DA5-4AD3-AE39-39BBBD950BD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DBDF85C-D399-6639-BE31-89F3A3BB0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0FA4F42-2843-D888-1B88-20342C6EC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4575D-677E-4E90-8385-507E4A12F2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30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64C0A54-B4C8-0AE6-3A0C-034467144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10FE72-9690-9974-AEB0-40D2B46B82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DCCBF6-3FA6-DE6B-30BC-0E5F1F95F9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E4EA72-3DA5-4AD3-AE39-39BBBD950BD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8BDE4AA-EF3D-0766-6BA8-6D48BEF9A7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00A9CA5-35B6-6AFB-AAFF-D9F6B795AE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84575D-677E-4E90-8385-507E4A12F2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6632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feil: nach rechts 1">
            <a:extLst>
              <a:ext uri="{FF2B5EF4-FFF2-40B4-BE49-F238E27FC236}">
                <a16:creationId xmlns:a16="http://schemas.microsoft.com/office/drawing/2014/main" id="{03F49129-CE35-07F4-D820-479F31E027D0}"/>
              </a:ext>
            </a:extLst>
          </p:cNvPr>
          <p:cNvSpPr/>
          <p:nvPr/>
        </p:nvSpPr>
        <p:spPr>
          <a:xfrm>
            <a:off x="508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97A999F-6BC7-CE0F-AA08-0BC9022EAA2B}"/>
              </a:ext>
            </a:extLst>
          </p:cNvPr>
          <p:cNvSpPr/>
          <p:nvPr/>
        </p:nvSpPr>
        <p:spPr>
          <a:xfrm>
            <a:off x="508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0°</a:t>
            </a:r>
          </a:p>
        </p:txBody>
      </p:sp>
      <p:sp>
        <p:nvSpPr>
          <p:cNvPr id="4" name="Pfeil: nach rechts 3">
            <a:extLst>
              <a:ext uri="{FF2B5EF4-FFF2-40B4-BE49-F238E27FC236}">
                <a16:creationId xmlns:a16="http://schemas.microsoft.com/office/drawing/2014/main" id="{36E29528-ACBA-1C9A-88BA-52500E7F16DE}"/>
              </a:ext>
            </a:extLst>
          </p:cNvPr>
          <p:cNvSpPr/>
          <p:nvPr/>
        </p:nvSpPr>
        <p:spPr>
          <a:xfrm rot="900000">
            <a:off x="2413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7014C8C-A1AE-AA06-23DF-D184E27C10C7}"/>
              </a:ext>
            </a:extLst>
          </p:cNvPr>
          <p:cNvSpPr/>
          <p:nvPr/>
        </p:nvSpPr>
        <p:spPr>
          <a:xfrm rot="900000">
            <a:off x="2413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15°</a:t>
            </a: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D8DCF7F6-EED2-C356-BFC6-0A74E60AD7BD}"/>
              </a:ext>
            </a:extLst>
          </p:cNvPr>
          <p:cNvSpPr/>
          <p:nvPr/>
        </p:nvSpPr>
        <p:spPr>
          <a:xfrm rot="2700000">
            <a:off x="4318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83D0F18-74EA-82A1-60A4-133499519CCA}"/>
              </a:ext>
            </a:extLst>
          </p:cNvPr>
          <p:cNvSpPr/>
          <p:nvPr/>
        </p:nvSpPr>
        <p:spPr>
          <a:xfrm rot="2700000">
            <a:off x="4318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45°</a:t>
            </a:r>
          </a:p>
        </p:txBody>
      </p:sp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CA258A63-00ED-3E27-F192-122DC9318A14}"/>
              </a:ext>
            </a:extLst>
          </p:cNvPr>
          <p:cNvSpPr/>
          <p:nvPr/>
        </p:nvSpPr>
        <p:spPr>
          <a:xfrm rot="5400000">
            <a:off x="6223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108F19E-5046-5EEC-54E8-574F210A55E5}"/>
              </a:ext>
            </a:extLst>
          </p:cNvPr>
          <p:cNvSpPr/>
          <p:nvPr/>
        </p:nvSpPr>
        <p:spPr>
          <a:xfrm rot="5400000">
            <a:off x="6223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90°</a:t>
            </a:r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11FF683A-5F0B-412A-D23F-8A76523691FB}"/>
              </a:ext>
            </a:extLst>
          </p:cNvPr>
          <p:cNvSpPr/>
          <p:nvPr/>
        </p:nvSpPr>
        <p:spPr>
          <a:xfrm rot="10800000">
            <a:off x="8128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B487160-6009-972C-4D2C-0CD313582D80}"/>
              </a:ext>
            </a:extLst>
          </p:cNvPr>
          <p:cNvSpPr/>
          <p:nvPr/>
        </p:nvSpPr>
        <p:spPr>
          <a:xfrm rot="10800000">
            <a:off x="8128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180°</a:t>
            </a: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27DC568B-FDDD-0C01-D874-BCFFFA891ACB}"/>
              </a:ext>
            </a:extLst>
          </p:cNvPr>
          <p:cNvSpPr/>
          <p:nvPr/>
        </p:nvSpPr>
        <p:spPr>
          <a:xfrm rot="16200000">
            <a:off x="10033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D615000-B1E6-8D9D-0473-1CBAA7C36D01}"/>
              </a:ext>
            </a:extLst>
          </p:cNvPr>
          <p:cNvSpPr/>
          <p:nvPr/>
        </p:nvSpPr>
        <p:spPr>
          <a:xfrm rot="16200000">
            <a:off x="10033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270°</a:t>
            </a:r>
          </a:p>
        </p:txBody>
      </p:sp>
      <p:sp>
        <p:nvSpPr>
          <p:cNvPr id="14" name="Pfeil: nach rechts 13">
            <a:extLst>
              <a:ext uri="{FF2B5EF4-FFF2-40B4-BE49-F238E27FC236}">
                <a16:creationId xmlns:a16="http://schemas.microsoft.com/office/drawing/2014/main" id="{7F922CB6-E3E3-0348-4DCF-73F7D31E1A33}"/>
              </a:ext>
            </a:extLst>
          </p:cNvPr>
          <p:cNvSpPr/>
          <p:nvPr/>
        </p:nvSpPr>
        <p:spPr>
          <a:xfrm>
            <a:off x="508000" y="5080000"/>
            <a:ext cx="2032000" cy="1143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flip</a:t>
            </a:r>
          </a:p>
        </p:txBody>
      </p: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D72E7FF0-D70C-F943-3932-892B5ED4FDD7}"/>
              </a:ext>
            </a:extLst>
          </p:cNvPr>
          <p:cNvSpPr/>
          <p:nvPr/>
        </p:nvSpPr>
        <p:spPr>
          <a:xfrm flipH="1">
            <a:off x="3429000" y="5080000"/>
            <a:ext cx="2032000" cy="1143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flip</a:t>
            </a:r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D67B5379-62AA-42E4-7F25-6CE665F4737A}"/>
              </a:ext>
            </a:extLst>
          </p:cNvPr>
          <p:cNvSpPr/>
          <p:nvPr/>
        </p:nvSpPr>
        <p:spPr>
          <a:xfrm flipV="1">
            <a:off x="6350000" y="5080000"/>
            <a:ext cx="2032000" cy="1143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flip</a:t>
            </a:r>
          </a:p>
        </p:txBody>
      </p:sp>
      <p:sp>
        <p:nvSpPr>
          <p:cNvPr id="17" name="Pfeil: nach rechts 16">
            <a:extLst>
              <a:ext uri="{FF2B5EF4-FFF2-40B4-BE49-F238E27FC236}">
                <a16:creationId xmlns:a16="http://schemas.microsoft.com/office/drawing/2014/main" id="{323FC419-CE71-ABC8-58EC-87B9B4279920}"/>
              </a:ext>
            </a:extLst>
          </p:cNvPr>
          <p:cNvSpPr/>
          <p:nvPr/>
        </p:nvSpPr>
        <p:spPr>
          <a:xfrm flipH="1" flipV="1">
            <a:off x="9271000" y="5080000"/>
            <a:ext cx="2032000" cy="1143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flip</a:t>
            </a:r>
          </a:p>
        </p:txBody>
      </p:sp>
    </p:spTree>
    <p:extLst>
      <p:ext uri="{BB962C8B-B14F-4D97-AF65-F5344CB8AC3E}">
        <p14:creationId xmlns:p14="http://schemas.microsoft.com/office/powerpoint/2010/main" val="1870781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E2053DA-0250-25BF-89CF-0F484ED95D4C}"/>
              </a:ext>
            </a:extLst>
          </p:cNvPr>
          <p:cNvGrpSpPr/>
          <p:nvPr/>
        </p:nvGrpSpPr>
        <p:grpSpPr>
          <a:xfrm rot="1200000">
            <a:off x="1270000" y="1270000"/>
            <a:ext cx="4064000" cy="3048000"/>
            <a:chOff x="1270000" y="1270000"/>
            <a:chExt cx="4064000" cy="3048000"/>
          </a:xfrm>
        </p:grpSpPr>
        <p:sp>
          <p:nvSpPr>
            <p:cNvPr id="2" name="A">
              <a:extLst>
                <a:ext uri="{FF2B5EF4-FFF2-40B4-BE49-F238E27FC236}">
                  <a16:creationId xmlns:a16="http://schemas.microsoft.com/office/drawing/2014/main" id="{533C1C04-046B-8632-6CFC-F08BE7C4C801}"/>
                </a:ext>
              </a:extLst>
            </p:cNvPr>
            <p:cNvSpPr/>
            <p:nvPr/>
          </p:nvSpPr>
          <p:spPr>
            <a:xfrm>
              <a:off x="1270000" y="1270000"/>
              <a:ext cx="1524000" cy="1524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B">
              <a:extLst>
                <a:ext uri="{FF2B5EF4-FFF2-40B4-BE49-F238E27FC236}">
                  <a16:creationId xmlns:a16="http://schemas.microsoft.com/office/drawing/2014/main" id="{59022587-BB35-C047-06DB-4DB432B39CED}"/>
                </a:ext>
              </a:extLst>
            </p:cNvPr>
            <p:cNvSpPr/>
            <p:nvPr/>
          </p:nvSpPr>
          <p:spPr>
            <a:xfrm>
              <a:off x="3302000" y="1778000"/>
              <a:ext cx="2032000" cy="1016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C">
              <a:extLst>
                <a:ext uri="{FF2B5EF4-FFF2-40B4-BE49-F238E27FC236}">
                  <a16:creationId xmlns:a16="http://schemas.microsoft.com/office/drawing/2014/main" id="{576797BA-1B34-93B5-6C66-B787E5B25C80}"/>
                </a:ext>
              </a:extLst>
            </p:cNvPr>
            <p:cNvSpPr/>
            <p:nvPr/>
          </p:nvSpPr>
          <p:spPr>
            <a:xfrm>
              <a:off x="2286000" y="3048000"/>
              <a:ext cx="1270000" cy="1270000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6" name="D">
            <a:extLst>
              <a:ext uri="{FF2B5EF4-FFF2-40B4-BE49-F238E27FC236}">
                <a16:creationId xmlns:a16="http://schemas.microsoft.com/office/drawing/2014/main" id="{11788BC8-8745-7FD3-D917-7BB8639F2729}"/>
              </a:ext>
            </a:extLst>
          </p:cNvPr>
          <p:cNvSpPr/>
          <p:nvPr/>
        </p:nvSpPr>
        <p:spPr>
          <a:xfrm>
            <a:off x="7112000" y="1016000"/>
            <a:ext cx="1524000" cy="10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">
            <a:extLst>
              <a:ext uri="{FF2B5EF4-FFF2-40B4-BE49-F238E27FC236}">
                <a16:creationId xmlns:a16="http://schemas.microsoft.com/office/drawing/2014/main" id="{06807525-2832-A07D-5B6E-1A1C71FC1356}"/>
              </a:ext>
            </a:extLst>
          </p:cNvPr>
          <p:cNvSpPr/>
          <p:nvPr/>
        </p:nvSpPr>
        <p:spPr>
          <a:xfrm>
            <a:off x="9652000" y="3810000"/>
            <a:ext cx="1524000" cy="1524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C663E36-2A39-0FE5-1DD2-53DAAC14E889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8636000" y="1524000"/>
            <a:ext cx="1239185" cy="2509185"/>
          </a:xfrm>
          <a:prstGeom prst="straightConnector1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8">
            <a:extLst>
              <a:ext uri="{FF2B5EF4-FFF2-40B4-BE49-F238E27FC236}">
                <a16:creationId xmlns:a16="http://schemas.microsoft.com/office/drawing/2014/main" id="{38303D0B-9C74-C902-70FA-0659FA7A4D02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8636000" y="1524000"/>
            <a:ext cx="1239185" cy="2509185"/>
          </a:xfrm>
          <a:prstGeom prst="bentConnector2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Verbinder: gekrümmt 9">
            <a:extLst>
              <a:ext uri="{FF2B5EF4-FFF2-40B4-BE49-F238E27FC236}">
                <a16:creationId xmlns:a16="http://schemas.microsoft.com/office/drawing/2014/main" id="{BB50EFDE-2981-BC9B-A94D-300F51FE74A4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8636000" y="1524000"/>
            <a:ext cx="1239185" cy="2509185"/>
          </a:xfrm>
          <a:prstGeom prst="curvedConnector2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0383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Office PowerPoint</Application>
  <PresentationFormat>Benutzerdefiniert</PresentationFormat>
  <Paragraphs>10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2026-10-08T09:08:04Z</dcterms:created>
  <dcterms:modified xsi:type="dcterms:W3CDTF">2026-10-08T09:08:04Z</dcterms:modified>
</cp:coreProperties>
</file>