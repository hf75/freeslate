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660D53-FD9F-B323-50BF-64EBF4BD0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A607839-E75E-A08A-87B8-15436F8D03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F8404E-7E14-9482-712D-64C06DA8E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565E5-2C81-4B51-9F3A-E3AD18AABDC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FA3E97-C25C-C1E1-9175-75F9DDEC1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4BE792-4301-8BF6-65A4-C05F9C6B0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62874-6C9A-4F05-8A17-6DFB68B42F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1862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CA6BEF-E144-608B-B062-43A7FF8F4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E157DC-D4CE-923F-40F0-9ED43B413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8818B4-DEFE-A6B2-1CB2-DB42FF84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565E5-2C81-4B51-9F3A-E3AD18AABDC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1E0C11-A0EB-0393-AB01-4223D6781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AED084-B861-04B4-2C4F-D7D6E8DF6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62874-6C9A-4F05-8A17-6DFB68B42F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0005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17D635-4B19-AE66-5ED9-394A321F4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1DC9A3-4D9C-1416-0632-54521F81F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DBE8A4-78AF-AE51-5F15-A9FBE176C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565E5-2C81-4B51-9F3A-E3AD18AABDC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952110-5ED1-0DF1-CC30-26EE81510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F7ED62-688B-ECB6-32C8-C8C65214F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62874-6C9A-4F05-8A17-6DFB68B42F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2955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C657DF-189D-9545-7F40-533058DA3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08B764-2612-AE08-7805-BCA304EFDF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68FE7A-68D0-B5A9-FD6B-995C63F47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F9AB6B8-B8AF-DFC3-81FC-853806CBD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565E5-2C81-4B51-9F3A-E3AD18AABDC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E7554D-BC6D-ADE5-925B-FD3B02B24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EB23B3F-C94A-8462-AFE8-11A1EB3BB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62874-6C9A-4F05-8A17-6DFB68B42F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7148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FEA263-D0BA-A374-1377-16E8ED06B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0BA24F-E2A8-F1EC-BBA6-8CA8509D5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1ECF82B-BD56-8E5F-9D8C-DC4DC4394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825DCE7-420C-ABAC-5035-62055604B0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6124CB0-A6AF-D631-8356-77241250B8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FB0C5AF-F5B4-7BD1-5F35-C71FE107D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565E5-2C81-4B51-9F3A-E3AD18AABDC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14C45E1-8DF1-6D2C-B229-9397998A7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02F8731-E520-1282-F3EB-03E215D70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62874-6C9A-4F05-8A17-6DFB68B42F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1056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42A65D-C8F1-4E2A-27BD-5B229915A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7EC8334-B95A-70A2-7FD3-55706315F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565E5-2C81-4B51-9F3A-E3AD18AABDC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9138C43-2211-FCB9-4924-0AD546A1C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2D0D26-2926-EAE3-3360-71575E390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62874-6C9A-4F05-8A17-6DFB68B42F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8218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BC908BA-B299-FC18-7170-8B61F2492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565E5-2C81-4B51-9F3A-E3AD18AABDC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DA0401-D2EE-8F9F-30F2-829C4820D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893181-2D33-5329-B71A-9E8DC69B9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62874-6C9A-4F05-8A17-6DFB68B42F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2804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3D0C10-A5B1-63E5-1A09-2545AF94C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47C5B8-FD55-00EE-A733-015CF8FE7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A0A2A3C-9B7F-E49C-42F9-D98D11862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98C3B74-8786-CA41-D9A6-95162843F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565E5-2C81-4B51-9F3A-E3AD18AABDC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04771D4-D857-AE96-A112-9BF0B850A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670DC7-B329-8586-D6C1-D0528943A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62874-6C9A-4F05-8A17-6DFB68B42F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3518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BFA23A-4321-D6EC-D6B6-E839FC191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8D15696-D9B8-9F55-66EF-9037227790C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D3104D-5E5B-9840-86C8-8F73B3C0E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58A5186-1FC3-45FA-D43D-79865D228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565E5-2C81-4B51-9F3A-E3AD18AABDC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F09D29E-71C1-D5EE-26BE-3CDE66185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EF68861-1374-7917-F01F-0B3DD056B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62874-6C9A-4F05-8A17-6DFB68B42F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2187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08C6F3-39AC-79EB-5612-359DE7BEA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CE49A1E-3EC3-A059-241C-380E2A508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9A6B9B-CC99-2CD7-8E37-7BEB27292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565E5-2C81-4B51-9F3A-E3AD18AABDC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694F00-EA81-8EF8-1F00-7B739FEED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9EADF4-E06E-E17D-5C3F-8D2011878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62874-6C9A-4F05-8A17-6DFB68B42F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1844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C7B8D7D-9A18-C146-1F95-B054C6EE58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78F6BF-0F8E-E88C-CB15-6E69589A2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1AD5D9-0806-8382-B7D7-F8165D119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565E5-2C81-4B51-9F3A-E3AD18AABDC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18A153-30B8-7775-EDCC-A2CB56F57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31A346-693E-BC4E-F836-42048E2C9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62874-6C9A-4F05-8A17-6DFB68B42F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2624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8830C6E-0A27-7979-E7D6-AAAB8554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9F1EA59-D987-2FD6-D0BD-E5612A910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ADF897-6939-84D6-08B7-AA63F3F051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B565E5-2C81-4B51-9F3A-E3AD18AABDC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DE6D6E-F74E-587D-A7A7-258188505B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61DBB1-D38B-A5F2-656B-F10E1B6DE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362874-6C9A-4F05-8A17-6DFB68B42F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4429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63411F6-B82F-954D-9128-95C9F0849CD6}"/>
              </a:ext>
            </a:extLst>
          </p:cNvPr>
          <p:cNvSpPr txBox="1"/>
          <p:nvPr/>
        </p:nvSpPr>
        <p:spPr>
          <a:xfrm>
            <a:off x="508000" y="381000"/>
            <a:ext cx="762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3600"/>
              <a:t>Morph</a:t>
            </a:r>
          </a:p>
        </p:txBody>
      </p:sp>
      <p:sp>
        <p:nvSpPr>
          <p:cNvPr id="3" name="Box">
            <a:extLst>
              <a:ext uri="{FF2B5EF4-FFF2-40B4-BE49-F238E27FC236}">
                <a16:creationId xmlns:a16="http://schemas.microsoft.com/office/drawing/2014/main" id="{856DABB5-591D-6F40-2885-DC7EEDE51927}"/>
              </a:ext>
            </a:extLst>
          </p:cNvPr>
          <p:cNvSpPr/>
          <p:nvPr/>
        </p:nvSpPr>
        <p:spPr>
          <a:xfrm>
            <a:off x="762000" y="1778000"/>
            <a:ext cx="2794000" cy="1778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Ball">
            <a:extLst>
              <a:ext uri="{FF2B5EF4-FFF2-40B4-BE49-F238E27FC236}">
                <a16:creationId xmlns:a16="http://schemas.microsoft.com/office/drawing/2014/main" id="{730299D4-CE8A-839B-0AF4-F958A294D5B0}"/>
              </a:ext>
            </a:extLst>
          </p:cNvPr>
          <p:cNvSpPr/>
          <p:nvPr/>
        </p:nvSpPr>
        <p:spPr>
          <a:xfrm>
            <a:off x="8128000" y="1778000"/>
            <a:ext cx="2540000" cy="2540000"/>
          </a:xfrm>
          <a:prstGeom prst="ellipse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Peak">
            <a:extLst>
              <a:ext uri="{FF2B5EF4-FFF2-40B4-BE49-F238E27FC236}">
                <a16:creationId xmlns:a16="http://schemas.microsoft.com/office/drawing/2014/main" id="{6C6E419A-36F5-9BD5-AA7A-D418E8267581}"/>
              </a:ext>
            </a:extLst>
          </p:cNvPr>
          <p:cNvSpPr/>
          <p:nvPr/>
        </p:nvSpPr>
        <p:spPr>
          <a:xfrm>
            <a:off x="4572000" y="4064000"/>
            <a:ext cx="2286000" cy="203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Leaving">
            <a:extLst>
              <a:ext uri="{FF2B5EF4-FFF2-40B4-BE49-F238E27FC236}">
                <a16:creationId xmlns:a16="http://schemas.microsoft.com/office/drawing/2014/main" id="{BB3B4A95-1A79-081D-CCC9-ECDDAFCFA934}"/>
              </a:ext>
            </a:extLst>
          </p:cNvPr>
          <p:cNvSpPr/>
          <p:nvPr/>
        </p:nvSpPr>
        <p:spPr>
          <a:xfrm>
            <a:off x="9652000" y="5334000"/>
            <a:ext cx="1778000" cy="1016000"/>
          </a:xfrm>
          <a:prstGeom prst="rect">
            <a:avLst/>
          </a:prstGeom>
          <a:solidFill>
            <a:srgbClr val="A5A5A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Words">
            <a:extLst>
              <a:ext uri="{FF2B5EF4-FFF2-40B4-BE49-F238E27FC236}">
                <a16:creationId xmlns:a16="http://schemas.microsoft.com/office/drawing/2014/main" id="{AEECA7FB-7940-2FB6-0EB2-971C1AA9A20B}"/>
              </a:ext>
            </a:extLst>
          </p:cNvPr>
          <p:cNvSpPr txBox="1"/>
          <p:nvPr/>
        </p:nvSpPr>
        <p:spPr>
          <a:xfrm>
            <a:off x="762000" y="5334000"/>
            <a:ext cx="711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3200"/>
              <a:t>one two three four</a:t>
            </a:r>
          </a:p>
        </p:txBody>
      </p:sp>
    </p:spTree>
    <p:extLst>
      <p:ext uri="{BB962C8B-B14F-4D97-AF65-F5344CB8AC3E}">
        <p14:creationId xmlns:p14="http://schemas.microsoft.com/office/powerpoint/2010/main" val="60275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63411F6-B82F-954D-9128-95C9F0849CD6}"/>
              </a:ext>
            </a:extLst>
          </p:cNvPr>
          <p:cNvSpPr txBox="1"/>
          <p:nvPr/>
        </p:nvSpPr>
        <p:spPr>
          <a:xfrm>
            <a:off x="508000" y="381000"/>
            <a:ext cx="762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3600"/>
              <a:t>Morph</a:t>
            </a:r>
          </a:p>
        </p:txBody>
      </p:sp>
      <p:sp>
        <p:nvSpPr>
          <p:cNvPr id="3" name="Box">
            <a:extLst>
              <a:ext uri="{FF2B5EF4-FFF2-40B4-BE49-F238E27FC236}">
                <a16:creationId xmlns:a16="http://schemas.microsoft.com/office/drawing/2014/main" id="{856DABB5-591D-6F40-2885-DC7EEDE51927}"/>
              </a:ext>
            </a:extLst>
          </p:cNvPr>
          <p:cNvSpPr/>
          <p:nvPr/>
        </p:nvSpPr>
        <p:spPr>
          <a:xfrm>
            <a:off x="7620000" y="3810000"/>
            <a:ext cx="3810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Ball">
            <a:extLst>
              <a:ext uri="{FF2B5EF4-FFF2-40B4-BE49-F238E27FC236}">
                <a16:creationId xmlns:a16="http://schemas.microsoft.com/office/drawing/2014/main" id="{730299D4-CE8A-839B-0AF4-F958A294D5B0}"/>
              </a:ext>
            </a:extLst>
          </p:cNvPr>
          <p:cNvSpPr/>
          <p:nvPr/>
        </p:nvSpPr>
        <p:spPr>
          <a:xfrm>
            <a:off x="1016000" y="1524000"/>
            <a:ext cx="1524000" cy="1524000"/>
          </a:xfrm>
          <a:prstGeom prst="ellipse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Peak">
            <a:extLst>
              <a:ext uri="{FF2B5EF4-FFF2-40B4-BE49-F238E27FC236}">
                <a16:creationId xmlns:a16="http://schemas.microsoft.com/office/drawing/2014/main" id="{6C6E419A-36F5-9BD5-AA7A-D418E8267581}"/>
              </a:ext>
            </a:extLst>
          </p:cNvPr>
          <p:cNvSpPr/>
          <p:nvPr/>
        </p:nvSpPr>
        <p:spPr>
          <a:xfrm rot="5400000">
            <a:off x="4572000" y="4064000"/>
            <a:ext cx="2286000" cy="203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Words">
            <a:extLst>
              <a:ext uri="{FF2B5EF4-FFF2-40B4-BE49-F238E27FC236}">
                <a16:creationId xmlns:a16="http://schemas.microsoft.com/office/drawing/2014/main" id="{AEECA7FB-7940-2FB6-0EB2-971C1AA9A20B}"/>
              </a:ext>
            </a:extLst>
          </p:cNvPr>
          <p:cNvSpPr txBox="1"/>
          <p:nvPr/>
        </p:nvSpPr>
        <p:spPr>
          <a:xfrm>
            <a:off x="762000" y="5334000"/>
            <a:ext cx="711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3200"/>
              <a:t>one two three four</a:t>
            </a:r>
          </a:p>
        </p:txBody>
      </p:sp>
      <p:sp>
        <p:nvSpPr>
          <p:cNvPr id="8" name="Coming">
            <a:extLst>
              <a:ext uri="{FF2B5EF4-FFF2-40B4-BE49-F238E27FC236}">
                <a16:creationId xmlns:a16="http://schemas.microsoft.com/office/drawing/2014/main" id="{A31FC34A-D2B5-FD6D-B266-1FC9406EE95F}"/>
              </a:ext>
            </a:extLst>
          </p:cNvPr>
          <p:cNvSpPr/>
          <p:nvPr/>
        </p:nvSpPr>
        <p:spPr>
          <a:xfrm>
            <a:off x="4826000" y="1270000"/>
            <a:ext cx="2032000" cy="2032000"/>
          </a:xfrm>
          <a:prstGeom prst="star5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51800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63411F6-B82F-954D-9128-95C9F0849CD6}"/>
              </a:ext>
            </a:extLst>
          </p:cNvPr>
          <p:cNvSpPr txBox="1"/>
          <p:nvPr/>
        </p:nvSpPr>
        <p:spPr>
          <a:xfrm>
            <a:off x="508000" y="381000"/>
            <a:ext cx="762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3600"/>
              <a:t>Morph</a:t>
            </a:r>
          </a:p>
        </p:txBody>
      </p:sp>
      <p:sp>
        <p:nvSpPr>
          <p:cNvPr id="3" name="Box">
            <a:extLst>
              <a:ext uri="{FF2B5EF4-FFF2-40B4-BE49-F238E27FC236}">
                <a16:creationId xmlns:a16="http://schemas.microsoft.com/office/drawing/2014/main" id="{856DABB5-591D-6F40-2885-DC7EEDE51927}"/>
              </a:ext>
            </a:extLst>
          </p:cNvPr>
          <p:cNvSpPr/>
          <p:nvPr/>
        </p:nvSpPr>
        <p:spPr>
          <a:xfrm>
            <a:off x="7620000" y="3810000"/>
            <a:ext cx="3810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Ball">
            <a:extLst>
              <a:ext uri="{FF2B5EF4-FFF2-40B4-BE49-F238E27FC236}">
                <a16:creationId xmlns:a16="http://schemas.microsoft.com/office/drawing/2014/main" id="{730299D4-CE8A-839B-0AF4-F958A294D5B0}"/>
              </a:ext>
            </a:extLst>
          </p:cNvPr>
          <p:cNvSpPr/>
          <p:nvPr/>
        </p:nvSpPr>
        <p:spPr>
          <a:xfrm>
            <a:off x="1016000" y="1524000"/>
            <a:ext cx="1524000" cy="1524000"/>
          </a:xfrm>
          <a:prstGeom prst="ellipse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Peak">
            <a:extLst>
              <a:ext uri="{FF2B5EF4-FFF2-40B4-BE49-F238E27FC236}">
                <a16:creationId xmlns:a16="http://schemas.microsoft.com/office/drawing/2014/main" id="{6C6E419A-36F5-9BD5-AA7A-D418E8267581}"/>
              </a:ext>
            </a:extLst>
          </p:cNvPr>
          <p:cNvSpPr/>
          <p:nvPr/>
        </p:nvSpPr>
        <p:spPr>
          <a:xfrm rot="5400000">
            <a:off x="4572000" y="4064000"/>
            <a:ext cx="2286000" cy="203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Words">
            <a:extLst>
              <a:ext uri="{FF2B5EF4-FFF2-40B4-BE49-F238E27FC236}">
                <a16:creationId xmlns:a16="http://schemas.microsoft.com/office/drawing/2014/main" id="{AEECA7FB-7940-2FB6-0EB2-971C1AA9A20B}"/>
              </a:ext>
            </a:extLst>
          </p:cNvPr>
          <p:cNvSpPr txBox="1"/>
          <p:nvPr/>
        </p:nvSpPr>
        <p:spPr>
          <a:xfrm>
            <a:off x="762000" y="5334000"/>
            <a:ext cx="711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3200"/>
              <a:t>four three two one</a:t>
            </a:r>
          </a:p>
        </p:txBody>
      </p:sp>
      <p:sp>
        <p:nvSpPr>
          <p:cNvPr id="8" name="Coming">
            <a:extLst>
              <a:ext uri="{FF2B5EF4-FFF2-40B4-BE49-F238E27FC236}">
                <a16:creationId xmlns:a16="http://schemas.microsoft.com/office/drawing/2014/main" id="{A31FC34A-D2B5-FD6D-B266-1FC9406EE95F}"/>
              </a:ext>
            </a:extLst>
          </p:cNvPr>
          <p:cNvSpPr/>
          <p:nvPr/>
        </p:nvSpPr>
        <p:spPr>
          <a:xfrm>
            <a:off x="4826000" y="1270000"/>
            <a:ext cx="2032000" cy="2032000"/>
          </a:xfrm>
          <a:prstGeom prst="star5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71202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63411F6-B82F-954D-9128-95C9F0849CD6}"/>
              </a:ext>
            </a:extLst>
          </p:cNvPr>
          <p:cNvSpPr txBox="1"/>
          <p:nvPr/>
        </p:nvSpPr>
        <p:spPr>
          <a:xfrm>
            <a:off x="508000" y="381000"/>
            <a:ext cx="762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3600"/>
              <a:t>Mprho</a:t>
            </a:r>
          </a:p>
        </p:txBody>
      </p:sp>
      <p:sp>
        <p:nvSpPr>
          <p:cNvPr id="3" name="!!Pair">
            <a:extLst>
              <a:ext uri="{FF2B5EF4-FFF2-40B4-BE49-F238E27FC236}">
                <a16:creationId xmlns:a16="http://schemas.microsoft.com/office/drawing/2014/main" id="{856DABB5-591D-6F40-2885-DC7EEDE51927}"/>
              </a:ext>
            </a:extLst>
          </p:cNvPr>
          <p:cNvSpPr/>
          <p:nvPr/>
        </p:nvSpPr>
        <p:spPr>
          <a:xfrm>
            <a:off x="7620000" y="3810000"/>
            <a:ext cx="3810000" cy="25400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Ball">
            <a:extLst>
              <a:ext uri="{FF2B5EF4-FFF2-40B4-BE49-F238E27FC236}">
                <a16:creationId xmlns:a16="http://schemas.microsoft.com/office/drawing/2014/main" id="{730299D4-CE8A-839B-0AF4-F958A294D5B0}"/>
              </a:ext>
            </a:extLst>
          </p:cNvPr>
          <p:cNvSpPr/>
          <p:nvPr/>
        </p:nvSpPr>
        <p:spPr>
          <a:xfrm>
            <a:off x="1016000" y="1524000"/>
            <a:ext cx="1524000" cy="1524000"/>
          </a:xfrm>
          <a:prstGeom prst="ellipse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Peak">
            <a:extLst>
              <a:ext uri="{FF2B5EF4-FFF2-40B4-BE49-F238E27FC236}">
                <a16:creationId xmlns:a16="http://schemas.microsoft.com/office/drawing/2014/main" id="{6C6E419A-36F5-9BD5-AA7A-D418E8267581}"/>
              </a:ext>
            </a:extLst>
          </p:cNvPr>
          <p:cNvSpPr/>
          <p:nvPr/>
        </p:nvSpPr>
        <p:spPr>
          <a:xfrm rot="5400000">
            <a:off x="4572000" y="4064000"/>
            <a:ext cx="2286000" cy="203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Words">
            <a:extLst>
              <a:ext uri="{FF2B5EF4-FFF2-40B4-BE49-F238E27FC236}">
                <a16:creationId xmlns:a16="http://schemas.microsoft.com/office/drawing/2014/main" id="{AEECA7FB-7940-2FB6-0EB2-971C1AA9A20B}"/>
              </a:ext>
            </a:extLst>
          </p:cNvPr>
          <p:cNvSpPr txBox="1"/>
          <p:nvPr/>
        </p:nvSpPr>
        <p:spPr>
          <a:xfrm>
            <a:off x="762000" y="5334000"/>
            <a:ext cx="711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3200"/>
              <a:t>one two three four</a:t>
            </a:r>
          </a:p>
        </p:txBody>
      </p:sp>
      <p:sp>
        <p:nvSpPr>
          <p:cNvPr id="8" name="Coming">
            <a:extLst>
              <a:ext uri="{FF2B5EF4-FFF2-40B4-BE49-F238E27FC236}">
                <a16:creationId xmlns:a16="http://schemas.microsoft.com/office/drawing/2014/main" id="{A31FC34A-D2B5-FD6D-B266-1FC9406EE95F}"/>
              </a:ext>
            </a:extLst>
          </p:cNvPr>
          <p:cNvSpPr/>
          <p:nvPr/>
        </p:nvSpPr>
        <p:spPr>
          <a:xfrm>
            <a:off x="4826000" y="1270000"/>
            <a:ext cx="2032000" cy="2032000"/>
          </a:xfrm>
          <a:prstGeom prst="star5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35297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63411F6-B82F-954D-9128-95C9F0849CD6}"/>
              </a:ext>
            </a:extLst>
          </p:cNvPr>
          <p:cNvSpPr txBox="1"/>
          <p:nvPr/>
        </p:nvSpPr>
        <p:spPr>
          <a:xfrm>
            <a:off x="508000" y="381000"/>
            <a:ext cx="762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3600"/>
              <a:t>Mprho</a:t>
            </a:r>
          </a:p>
        </p:txBody>
      </p:sp>
      <p:sp>
        <p:nvSpPr>
          <p:cNvPr id="4" name="Ball">
            <a:extLst>
              <a:ext uri="{FF2B5EF4-FFF2-40B4-BE49-F238E27FC236}">
                <a16:creationId xmlns:a16="http://schemas.microsoft.com/office/drawing/2014/main" id="{730299D4-CE8A-839B-0AF4-F958A294D5B0}"/>
              </a:ext>
            </a:extLst>
          </p:cNvPr>
          <p:cNvSpPr/>
          <p:nvPr/>
        </p:nvSpPr>
        <p:spPr>
          <a:xfrm>
            <a:off x="1016000" y="1524000"/>
            <a:ext cx="1524000" cy="1524000"/>
          </a:xfrm>
          <a:prstGeom prst="ellipse">
            <a:avLst/>
          </a:prstGeom>
          <a:solidFill>
            <a:srgbClr val="7030A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Peak">
            <a:extLst>
              <a:ext uri="{FF2B5EF4-FFF2-40B4-BE49-F238E27FC236}">
                <a16:creationId xmlns:a16="http://schemas.microsoft.com/office/drawing/2014/main" id="{6C6E419A-36F5-9BD5-AA7A-D418E8267581}"/>
              </a:ext>
            </a:extLst>
          </p:cNvPr>
          <p:cNvSpPr/>
          <p:nvPr/>
        </p:nvSpPr>
        <p:spPr>
          <a:xfrm rot="5400000">
            <a:off x="4572000" y="4064000"/>
            <a:ext cx="2286000" cy="2032000"/>
          </a:xfrm>
          <a:prstGeom prst="triangl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Words">
            <a:extLst>
              <a:ext uri="{FF2B5EF4-FFF2-40B4-BE49-F238E27FC236}">
                <a16:creationId xmlns:a16="http://schemas.microsoft.com/office/drawing/2014/main" id="{AEECA7FB-7940-2FB6-0EB2-971C1AA9A20B}"/>
              </a:ext>
            </a:extLst>
          </p:cNvPr>
          <p:cNvSpPr txBox="1"/>
          <p:nvPr/>
        </p:nvSpPr>
        <p:spPr>
          <a:xfrm>
            <a:off x="762000" y="5334000"/>
            <a:ext cx="711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3200"/>
              <a:t>one two three four</a:t>
            </a:r>
          </a:p>
        </p:txBody>
      </p:sp>
      <p:sp>
        <p:nvSpPr>
          <p:cNvPr id="8" name="Coming">
            <a:extLst>
              <a:ext uri="{FF2B5EF4-FFF2-40B4-BE49-F238E27FC236}">
                <a16:creationId xmlns:a16="http://schemas.microsoft.com/office/drawing/2014/main" id="{A31FC34A-D2B5-FD6D-B266-1FC9406EE95F}"/>
              </a:ext>
            </a:extLst>
          </p:cNvPr>
          <p:cNvSpPr/>
          <p:nvPr/>
        </p:nvSpPr>
        <p:spPr>
          <a:xfrm>
            <a:off x="4826000" y="1270000"/>
            <a:ext cx="2032000" cy="2032000"/>
          </a:xfrm>
          <a:prstGeom prst="star5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!!Pair">
            <a:extLst>
              <a:ext uri="{FF2B5EF4-FFF2-40B4-BE49-F238E27FC236}">
                <a16:creationId xmlns:a16="http://schemas.microsoft.com/office/drawing/2014/main" id="{8E8CC1C1-ABBC-AD97-BF99-46D13E7A043E}"/>
              </a:ext>
            </a:extLst>
          </p:cNvPr>
          <p:cNvSpPr/>
          <p:nvPr/>
        </p:nvSpPr>
        <p:spPr>
          <a:xfrm>
            <a:off x="762000" y="1778000"/>
            <a:ext cx="2794000" cy="2794000"/>
          </a:xfrm>
          <a:prstGeom prst="ellipse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72647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Benutzerdefiniert</PresentationFormat>
  <Paragraphs>10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2026-10-09T07:39:20Z</dcterms:created>
  <dcterms:modified xsi:type="dcterms:W3CDTF">2026-10-09T07:39:20Z</dcterms:modified>
</cp:coreProperties>
</file>