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B6C6D-6F70-97C0-3179-D4B9194ED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69E0AA-1455-929D-B86A-0DDD2AD88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F30713-EB6F-B02A-D9D7-6329A0CB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8970AF-5249-4BF3-B5E8-76C19C19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2840D5-F2A9-877B-4B43-E15518D4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54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4C6D39-CE57-2E8C-606D-1BD391128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C0626C-ABBA-6C65-DCE1-7CC2B1980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E49E8B-599A-195C-E1A1-5B6B0D46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52896E-0BD4-7032-ACB5-DE268ADF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7A1BB3-2A54-8673-3DF9-A3A9DF20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37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C02BB-B716-50D7-E0BE-EC5B2CC1A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7A0A9F-2FFF-D729-8EAF-874DF1476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CF233B-2AC1-A6AB-E41C-1B80B0CB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DBF2AB-7E12-6508-75BF-FA5184D7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064CD3-D1CC-8DC7-F4EF-49C4FA82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53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CAC1E-BB76-FD41-07EF-CF2B3737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1F651F-9BB4-61A9-FF94-735BFA476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56E349-CC08-F30C-0658-FB4DF85E7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CD8435-4227-ADEF-E409-928F67A8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1F69C2-1915-7548-45C6-5418E933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EF90A8-5700-17C4-3F20-1B7218C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3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7A264-98E1-F5C9-B0B7-9656F826E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1B7114-8804-EFDC-05D3-FCB4BEC4E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4A5938-FC70-0187-2393-8E3568AAD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92A3F9-169F-01E3-9E35-C6FA049A1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6510251-9CEC-1B0C-6400-78C94A088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4309500-C694-8CB3-A859-8ED2A454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9D5ACA-0ECD-1342-784D-622A5036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A777A83-AC10-F414-8286-F634B597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50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BE82C-7C5A-0D2D-8628-E41FF768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DCB3A6-9890-7BA4-8175-B2ACD971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B75C8-F17B-6FC3-258B-7A867F0E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F50116-A6BF-78BE-A365-DA68F9EF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13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FCAC53-F864-5550-76B5-29B371F2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9A8218-4B36-3399-A191-087E9B47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8C7E68-7022-78B4-ED05-259EE38B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48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F302DA-2FA5-454F-4AB8-195C230A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671BBE-9D60-6695-104C-A337AFC4E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BF3182-8BE7-BF1E-E993-10DC9CE74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53DAF5-F761-39BB-137D-C11B26F1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787DD8-4821-E672-BAAA-42B78F49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358816-D593-F2B3-F9B4-0FD7DE55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87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43252-CB51-0CDF-6B93-DF3923FD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1F1DD66-B611-D75F-2224-552A529E2D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6E2E19-C716-5322-4D54-A01656624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C51702-A8FA-1704-2C39-7201FE55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FB994B-5BB9-446E-FD6E-027F08D9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C7C87E-9765-DAB1-6ED9-4712B715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002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AD00D-3698-8B35-1430-203B03F9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8F9904-D486-3836-DE90-0583354AA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20B4F-FEB6-0134-8005-3E110376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1ADD62-F787-B32B-6180-D8E501A4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45BB8F-4665-A178-37C2-BEAE3631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75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ECC3C1-592F-E4D6-5D01-37262236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D2C911-5A08-7C73-DBE4-B8AB441A4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B9C940-F079-FD4E-97C8-FE611E69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45E4AB-4804-E7EA-B658-D374CFB2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439BF0-48A8-7D8F-2F7A-CC941194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68ABCF-F1CE-6427-182E-98AEA1AB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188A34-D399-72D8-7DDE-1C50272AB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A391CB-CAAA-3B80-2031-919520652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7E977-DB99-476B-9DA1-D4D0C86C86B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F6EAF5-9D6F-A5D2-51F2-353CF7F05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AA9C3B-E1A7-76BF-6F31-BC216766E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AE77-F893-4B76-B333-A97BA78477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18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-curved-0">
            <a:extLst>
              <a:ext uri="{FF2B5EF4-FFF2-40B4-BE49-F238E27FC236}">
                <a16:creationId xmlns:a16="http://schemas.microsoft.com/office/drawing/2014/main" id="{8D0CF6C9-CDFB-D7CF-CE1A-5647E4D8C68C}"/>
              </a:ext>
            </a:extLst>
          </p:cNvPr>
          <p:cNvSpPr/>
          <p:nvPr/>
        </p:nvSpPr>
        <p:spPr>
          <a:xfrm>
            <a:off x="508000" y="508000"/>
            <a:ext cx="1905000" cy="1524000"/>
          </a:xfrm>
          <a:custGeom>
            <a:avLst/>
            <a:gdLst>
              <a:gd name="csX0" fmla="*/ 0 w 1905000"/>
              <a:gd name="csY0" fmla="*/ 0 h 1524000"/>
              <a:gd name="csX1" fmla="*/ 1905000 w 1905000"/>
              <a:gd name="csY1" fmla="*/ 0 h 1524000"/>
              <a:gd name="csX2" fmla="*/ 1905000 w 1905000"/>
              <a:gd name="csY2" fmla="*/ 1524000 h 1524000"/>
              <a:gd name="csX3" fmla="*/ 0 w 1905000"/>
              <a:gd name="csY3" fmla="*/ 1524000 h 1524000"/>
              <a:gd name="csX4" fmla="*/ 0 w 1905000"/>
              <a:gd name="csY4" fmla="*/ 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5000" h="1524000" fill="none" extrusionOk="0">
                <a:moveTo>
                  <a:pt x="0" y="0"/>
                </a:moveTo>
                <a:cubicBezTo>
                  <a:pt x="930016" y="-49533"/>
                  <a:pt x="1660244" y="-14809"/>
                  <a:pt x="1905000" y="0"/>
                </a:cubicBezTo>
                <a:cubicBezTo>
                  <a:pt x="1935559" y="457848"/>
                  <a:pt x="1822921" y="953276"/>
                  <a:pt x="1905000" y="1524000"/>
                </a:cubicBezTo>
                <a:cubicBezTo>
                  <a:pt x="1220650" y="1475769"/>
                  <a:pt x="696332" y="1608455"/>
                  <a:pt x="0" y="1524000"/>
                </a:cubicBezTo>
                <a:cubicBezTo>
                  <a:pt x="-102141" y="1014737"/>
                  <a:pt x="-131099" y="163411"/>
                  <a:pt x="0" y="0"/>
                </a:cubicBezTo>
                <a:close/>
              </a:path>
              <a:path w="1905000" h="1524000" stroke="0" extrusionOk="0">
                <a:moveTo>
                  <a:pt x="0" y="0"/>
                </a:moveTo>
                <a:cubicBezTo>
                  <a:pt x="212857" y="118645"/>
                  <a:pt x="1539747" y="116012"/>
                  <a:pt x="1905000" y="0"/>
                </a:cubicBezTo>
                <a:cubicBezTo>
                  <a:pt x="1953438" y="631133"/>
                  <a:pt x="1848871" y="1220293"/>
                  <a:pt x="1905000" y="1524000"/>
                </a:cubicBezTo>
                <a:cubicBezTo>
                  <a:pt x="1158528" y="1658600"/>
                  <a:pt x="706534" y="1366804"/>
                  <a:pt x="0" y="1524000"/>
                </a:cubicBezTo>
                <a:cubicBezTo>
                  <a:pt x="128493" y="1298954"/>
                  <a:pt x="-53000" y="326424"/>
                  <a:pt x="0" y="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curved</a:t>
            </a:r>
          </a:p>
        </p:txBody>
      </p:sp>
      <p:sp>
        <p:nvSpPr>
          <p:cNvPr id="3" name="sk-curved-1">
            <a:extLst>
              <a:ext uri="{FF2B5EF4-FFF2-40B4-BE49-F238E27FC236}">
                <a16:creationId xmlns:a16="http://schemas.microsoft.com/office/drawing/2014/main" id="{DCFEB6E0-5153-E9FD-A843-8083BA44B64B}"/>
              </a:ext>
            </a:extLst>
          </p:cNvPr>
          <p:cNvSpPr/>
          <p:nvPr/>
        </p:nvSpPr>
        <p:spPr>
          <a:xfrm>
            <a:off x="2794000" y="508000"/>
            <a:ext cx="1905000" cy="1524000"/>
          </a:xfrm>
          <a:custGeom>
            <a:avLst/>
            <a:gdLst>
              <a:gd name="csX0" fmla="*/ 0 w 1905000"/>
              <a:gd name="csY0" fmla="*/ 254005 h 1524000"/>
              <a:gd name="csX1" fmla="*/ 254005 w 1905000"/>
              <a:gd name="csY1" fmla="*/ 0 h 1524000"/>
              <a:gd name="csX2" fmla="*/ 1650995 w 1905000"/>
              <a:gd name="csY2" fmla="*/ 0 h 1524000"/>
              <a:gd name="csX3" fmla="*/ 1905000 w 1905000"/>
              <a:gd name="csY3" fmla="*/ 254005 h 1524000"/>
              <a:gd name="csX4" fmla="*/ 1905000 w 1905000"/>
              <a:gd name="csY4" fmla="*/ 1269995 h 1524000"/>
              <a:gd name="csX5" fmla="*/ 1650995 w 1905000"/>
              <a:gd name="csY5" fmla="*/ 1524000 h 1524000"/>
              <a:gd name="csX6" fmla="*/ 254005 w 1905000"/>
              <a:gd name="csY6" fmla="*/ 1524000 h 1524000"/>
              <a:gd name="csX7" fmla="*/ 0 w 1905000"/>
              <a:gd name="csY7" fmla="*/ 1269995 h 1524000"/>
              <a:gd name="csX8" fmla="*/ 0 w 1905000"/>
              <a:gd name="csY8" fmla="*/ 254005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5000" h="1524000" fill="none" extrusionOk="0">
                <a:moveTo>
                  <a:pt x="0" y="254005"/>
                </a:moveTo>
                <a:cubicBezTo>
                  <a:pt x="-15614" y="102981"/>
                  <a:pt x="93490" y="-15121"/>
                  <a:pt x="254005" y="0"/>
                </a:cubicBezTo>
                <a:cubicBezTo>
                  <a:pt x="787749" y="-88698"/>
                  <a:pt x="1465417" y="46132"/>
                  <a:pt x="1650995" y="0"/>
                </a:cubicBezTo>
                <a:cubicBezTo>
                  <a:pt x="1766925" y="-8495"/>
                  <a:pt x="1907641" y="115439"/>
                  <a:pt x="1905000" y="254005"/>
                </a:cubicBezTo>
                <a:cubicBezTo>
                  <a:pt x="1993631" y="504090"/>
                  <a:pt x="1848819" y="1062480"/>
                  <a:pt x="1905000" y="1269995"/>
                </a:cubicBezTo>
                <a:cubicBezTo>
                  <a:pt x="1903260" y="1436875"/>
                  <a:pt x="1763599" y="1521812"/>
                  <a:pt x="1650995" y="1524000"/>
                </a:cubicBezTo>
                <a:cubicBezTo>
                  <a:pt x="1381739" y="1499444"/>
                  <a:pt x="497080" y="1642955"/>
                  <a:pt x="254005" y="1524000"/>
                </a:cubicBezTo>
                <a:cubicBezTo>
                  <a:pt x="104343" y="1515599"/>
                  <a:pt x="5723" y="1411276"/>
                  <a:pt x="0" y="1269995"/>
                </a:cubicBezTo>
                <a:cubicBezTo>
                  <a:pt x="25948" y="993039"/>
                  <a:pt x="-80061" y="671238"/>
                  <a:pt x="0" y="254005"/>
                </a:cubicBezTo>
                <a:close/>
              </a:path>
              <a:path w="1905000" h="1524000" stroke="0" extrusionOk="0">
                <a:moveTo>
                  <a:pt x="0" y="254005"/>
                </a:moveTo>
                <a:cubicBezTo>
                  <a:pt x="5107" y="104470"/>
                  <a:pt x="108901" y="-11521"/>
                  <a:pt x="254005" y="0"/>
                </a:cubicBezTo>
                <a:cubicBezTo>
                  <a:pt x="397398" y="15910"/>
                  <a:pt x="1326916" y="8744"/>
                  <a:pt x="1650995" y="0"/>
                </a:cubicBezTo>
                <a:cubicBezTo>
                  <a:pt x="1805222" y="-8180"/>
                  <a:pt x="1898651" y="130065"/>
                  <a:pt x="1905000" y="254005"/>
                </a:cubicBezTo>
                <a:cubicBezTo>
                  <a:pt x="1856763" y="550832"/>
                  <a:pt x="1903287" y="784917"/>
                  <a:pt x="1905000" y="1269995"/>
                </a:cubicBezTo>
                <a:cubicBezTo>
                  <a:pt x="1904007" y="1411899"/>
                  <a:pt x="1800584" y="1534831"/>
                  <a:pt x="1650995" y="1524000"/>
                </a:cubicBezTo>
                <a:cubicBezTo>
                  <a:pt x="1208406" y="1536780"/>
                  <a:pt x="503541" y="1506667"/>
                  <a:pt x="254005" y="1524000"/>
                </a:cubicBezTo>
                <a:cubicBezTo>
                  <a:pt x="121491" y="1550634"/>
                  <a:pt x="-23074" y="1402187"/>
                  <a:pt x="0" y="1269995"/>
                </a:cubicBezTo>
                <a:cubicBezTo>
                  <a:pt x="56544" y="1164381"/>
                  <a:pt x="-13773" y="673562"/>
                  <a:pt x="0" y="254005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264953007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curved</a:t>
            </a:r>
          </a:p>
        </p:txBody>
      </p:sp>
      <p:sp>
        <p:nvSpPr>
          <p:cNvPr id="4" name="sk-curved-2">
            <a:extLst>
              <a:ext uri="{FF2B5EF4-FFF2-40B4-BE49-F238E27FC236}">
                <a16:creationId xmlns:a16="http://schemas.microsoft.com/office/drawing/2014/main" id="{53416D48-F473-7436-2145-D1E8B6496F14}"/>
              </a:ext>
            </a:extLst>
          </p:cNvPr>
          <p:cNvSpPr/>
          <p:nvPr/>
        </p:nvSpPr>
        <p:spPr>
          <a:xfrm>
            <a:off x="5080000" y="508000"/>
            <a:ext cx="1905000" cy="1524000"/>
          </a:xfrm>
          <a:custGeom>
            <a:avLst/>
            <a:gdLst>
              <a:gd name="csX0" fmla="*/ 0 w 1905000"/>
              <a:gd name="csY0" fmla="*/ 762000 h 1524000"/>
              <a:gd name="csX1" fmla="*/ 952500 w 1905000"/>
              <a:gd name="csY1" fmla="*/ 0 h 1524000"/>
              <a:gd name="csX2" fmla="*/ 1905000 w 1905000"/>
              <a:gd name="csY2" fmla="*/ 762000 h 1524000"/>
              <a:gd name="csX3" fmla="*/ 952500 w 1905000"/>
              <a:gd name="csY3" fmla="*/ 1524000 h 1524000"/>
              <a:gd name="csX4" fmla="*/ 0 w 1905000"/>
              <a:gd name="csY4" fmla="*/ 762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5000" h="1524000" fill="none" extrusionOk="0">
                <a:moveTo>
                  <a:pt x="0" y="762000"/>
                </a:moveTo>
                <a:cubicBezTo>
                  <a:pt x="-8054" y="356009"/>
                  <a:pt x="473126" y="32200"/>
                  <a:pt x="952500" y="0"/>
                </a:cubicBezTo>
                <a:cubicBezTo>
                  <a:pt x="1463998" y="61631"/>
                  <a:pt x="1848383" y="370863"/>
                  <a:pt x="1905000" y="762000"/>
                </a:cubicBezTo>
                <a:cubicBezTo>
                  <a:pt x="1960619" y="1164352"/>
                  <a:pt x="1463501" y="1497002"/>
                  <a:pt x="952500" y="1524000"/>
                </a:cubicBezTo>
                <a:cubicBezTo>
                  <a:pt x="384767" y="1557018"/>
                  <a:pt x="63565" y="1161395"/>
                  <a:pt x="0" y="762000"/>
                </a:cubicBezTo>
                <a:close/>
              </a:path>
              <a:path w="1905000" h="1524000" stroke="0" extrusionOk="0">
                <a:moveTo>
                  <a:pt x="0" y="762000"/>
                </a:moveTo>
                <a:cubicBezTo>
                  <a:pt x="-58667" y="370922"/>
                  <a:pt x="448701" y="46423"/>
                  <a:pt x="952500" y="0"/>
                </a:cubicBezTo>
                <a:cubicBezTo>
                  <a:pt x="1432680" y="-31549"/>
                  <a:pt x="1860942" y="377217"/>
                  <a:pt x="1905000" y="762000"/>
                </a:cubicBezTo>
                <a:cubicBezTo>
                  <a:pt x="1905100" y="1108101"/>
                  <a:pt x="1471373" y="1447386"/>
                  <a:pt x="952500" y="1524000"/>
                </a:cubicBezTo>
                <a:cubicBezTo>
                  <a:pt x="490599" y="1539383"/>
                  <a:pt x="-2749" y="1212572"/>
                  <a:pt x="0" y="762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210165426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curved</a:t>
            </a:r>
          </a:p>
        </p:txBody>
      </p:sp>
      <p:sp>
        <p:nvSpPr>
          <p:cNvPr id="5" name="sk-curved-3">
            <a:extLst>
              <a:ext uri="{FF2B5EF4-FFF2-40B4-BE49-F238E27FC236}">
                <a16:creationId xmlns:a16="http://schemas.microsoft.com/office/drawing/2014/main" id="{9FB734D0-FEFF-677B-3879-E7B32BB2302F}"/>
              </a:ext>
            </a:extLst>
          </p:cNvPr>
          <p:cNvSpPr/>
          <p:nvPr/>
        </p:nvSpPr>
        <p:spPr>
          <a:xfrm>
            <a:off x="7366000" y="508000"/>
            <a:ext cx="1905000" cy="1524000"/>
          </a:xfrm>
          <a:custGeom>
            <a:avLst/>
            <a:gdLst>
              <a:gd name="csX0" fmla="*/ 0 w 1905000"/>
              <a:gd name="csY0" fmla="*/ 1524000 h 1524000"/>
              <a:gd name="csX1" fmla="*/ 952500 w 1905000"/>
              <a:gd name="csY1" fmla="*/ 0 h 1524000"/>
              <a:gd name="csX2" fmla="*/ 1905000 w 1905000"/>
              <a:gd name="csY2" fmla="*/ 1524000 h 1524000"/>
              <a:gd name="csX3" fmla="*/ 0 w 1905000"/>
              <a:gd name="csY3" fmla="*/ 1524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05000" h="1524000" fill="none" extrusionOk="0">
                <a:moveTo>
                  <a:pt x="0" y="1524000"/>
                </a:moveTo>
                <a:cubicBezTo>
                  <a:pt x="415120" y="917272"/>
                  <a:pt x="954659" y="237981"/>
                  <a:pt x="952500" y="0"/>
                </a:cubicBezTo>
                <a:cubicBezTo>
                  <a:pt x="1183318" y="646611"/>
                  <a:pt x="1794435" y="1086112"/>
                  <a:pt x="1905000" y="1524000"/>
                </a:cubicBezTo>
                <a:cubicBezTo>
                  <a:pt x="1391970" y="1508022"/>
                  <a:pt x="291124" y="1532748"/>
                  <a:pt x="0" y="1524000"/>
                </a:cubicBezTo>
                <a:close/>
              </a:path>
              <a:path w="1905000" h="1524000" stroke="0" extrusionOk="0">
                <a:moveTo>
                  <a:pt x="0" y="1524000"/>
                </a:moveTo>
                <a:cubicBezTo>
                  <a:pt x="50681" y="1333557"/>
                  <a:pt x="584129" y="410930"/>
                  <a:pt x="952500" y="0"/>
                </a:cubicBezTo>
                <a:cubicBezTo>
                  <a:pt x="1166003" y="107110"/>
                  <a:pt x="1648733" y="1309831"/>
                  <a:pt x="1905000" y="1524000"/>
                </a:cubicBezTo>
                <a:cubicBezTo>
                  <a:pt x="1653521" y="1689459"/>
                  <a:pt x="620916" y="1435913"/>
                  <a:pt x="0" y="1524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533357673">
                  <a:prstGeom prst="triangl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curved</a:t>
            </a:r>
          </a:p>
        </p:txBody>
      </p:sp>
      <p:sp>
        <p:nvSpPr>
          <p:cNvPr id="6" name="sk-curved-4">
            <a:extLst>
              <a:ext uri="{FF2B5EF4-FFF2-40B4-BE49-F238E27FC236}">
                <a16:creationId xmlns:a16="http://schemas.microsoft.com/office/drawing/2014/main" id="{F4152A3D-4C46-BC56-2742-9110DE7F8E3A}"/>
              </a:ext>
            </a:extLst>
          </p:cNvPr>
          <p:cNvSpPr/>
          <p:nvPr/>
        </p:nvSpPr>
        <p:spPr>
          <a:xfrm>
            <a:off x="9652000" y="508000"/>
            <a:ext cx="1905000" cy="1524000"/>
          </a:xfrm>
          <a:custGeom>
            <a:avLst/>
            <a:gdLst>
              <a:gd name="csX0" fmla="*/ 0 w 1905000"/>
              <a:gd name="csY0" fmla="*/ 381000 h 1524000"/>
              <a:gd name="csX1" fmla="*/ 1143000 w 1905000"/>
              <a:gd name="csY1" fmla="*/ 381000 h 1524000"/>
              <a:gd name="csX2" fmla="*/ 1143000 w 1905000"/>
              <a:gd name="csY2" fmla="*/ 0 h 1524000"/>
              <a:gd name="csX3" fmla="*/ 1905000 w 1905000"/>
              <a:gd name="csY3" fmla="*/ 762000 h 1524000"/>
              <a:gd name="csX4" fmla="*/ 1143000 w 1905000"/>
              <a:gd name="csY4" fmla="*/ 1524000 h 1524000"/>
              <a:gd name="csX5" fmla="*/ 1143000 w 1905000"/>
              <a:gd name="csY5" fmla="*/ 1143000 h 1524000"/>
              <a:gd name="csX6" fmla="*/ 0 w 1905000"/>
              <a:gd name="csY6" fmla="*/ 1143000 h 1524000"/>
              <a:gd name="csX7" fmla="*/ 0 w 1905000"/>
              <a:gd name="csY7" fmla="*/ 381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05000" h="1524000" fill="none" extrusionOk="0">
                <a:moveTo>
                  <a:pt x="0" y="381000"/>
                </a:moveTo>
                <a:cubicBezTo>
                  <a:pt x="330457" y="427168"/>
                  <a:pt x="861887" y="392038"/>
                  <a:pt x="1143000" y="381000"/>
                </a:cubicBezTo>
                <a:cubicBezTo>
                  <a:pt x="1139141" y="214262"/>
                  <a:pt x="1156699" y="115692"/>
                  <a:pt x="1143000" y="0"/>
                </a:cubicBezTo>
                <a:cubicBezTo>
                  <a:pt x="1356919" y="243031"/>
                  <a:pt x="1718225" y="634928"/>
                  <a:pt x="1905000" y="762000"/>
                </a:cubicBezTo>
                <a:cubicBezTo>
                  <a:pt x="1564232" y="1131608"/>
                  <a:pt x="1426781" y="1353194"/>
                  <a:pt x="1143000" y="1524000"/>
                </a:cubicBezTo>
                <a:cubicBezTo>
                  <a:pt x="1170277" y="1424674"/>
                  <a:pt x="1114969" y="1182664"/>
                  <a:pt x="1143000" y="1143000"/>
                </a:cubicBezTo>
                <a:cubicBezTo>
                  <a:pt x="896581" y="1072004"/>
                  <a:pt x="194408" y="1138762"/>
                  <a:pt x="0" y="1143000"/>
                </a:cubicBezTo>
                <a:cubicBezTo>
                  <a:pt x="-60879" y="990810"/>
                  <a:pt x="6504" y="717113"/>
                  <a:pt x="0" y="381000"/>
                </a:cubicBezTo>
                <a:close/>
              </a:path>
              <a:path w="1905000" h="1524000" stroke="0" extrusionOk="0">
                <a:moveTo>
                  <a:pt x="0" y="381000"/>
                </a:moveTo>
                <a:cubicBezTo>
                  <a:pt x="550977" y="352730"/>
                  <a:pt x="805883" y="318124"/>
                  <a:pt x="1143000" y="381000"/>
                </a:cubicBezTo>
                <a:cubicBezTo>
                  <a:pt x="1140320" y="254507"/>
                  <a:pt x="1172465" y="114252"/>
                  <a:pt x="1143000" y="0"/>
                </a:cubicBezTo>
                <a:cubicBezTo>
                  <a:pt x="1372809" y="117212"/>
                  <a:pt x="1743690" y="571413"/>
                  <a:pt x="1905000" y="762000"/>
                </a:cubicBezTo>
                <a:cubicBezTo>
                  <a:pt x="1748264" y="818270"/>
                  <a:pt x="1365272" y="1233387"/>
                  <a:pt x="1143000" y="1524000"/>
                </a:cubicBezTo>
                <a:cubicBezTo>
                  <a:pt x="1120926" y="1481141"/>
                  <a:pt x="1176458" y="1297964"/>
                  <a:pt x="1143000" y="1143000"/>
                </a:cubicBezTo>
                <a:cubicBezTo>
                  <a:pt x="940320" y="1091195"/>
                  <a:pt x="140122" y="1102210"/>
                  <a:pt x="0" y="1143000"/>
                </a:cubicBezTo>
                <a:cubicBezTo>
                  <a:pt x="32943" y="987408"/>
                  <a:pt x="-22086" y="629094"/>
                  <a:pt x="0" y="381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109102772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curved</a:t>
            </a:r>
          </a:p>
        </p:txBody>
      </p:sp>
      <p:sp>
        <p:nvSpPr>
          <p:cNvPr id="7" name="sk-freehand-0">
            <a:extLst>
              <a:ext uri="{FF2B5EF4-FFF2-40B4-BE49-F238E27FC236}">
                <a16:creationId xmlns:a16="http://schemas.microsoft.com/office/drawing/2014/main" id="{18DE01C8-48EF-0750-E705-F15E07FF3340}"/>
              </a:ext>
            </a:extLst>
          </p:cNvPr>
          <p:cNvSpPr/>
          <p:nvPr/>
        </p:nvSpPr>
        <p:spPr>
          <a:xfrm>
            <a:off x="508000" y="2603500"/>
            <a:ext cx="1905000" cy="1524000"/>
          </a:xfrm>
          <a:custGeom>
            <a:avLst/>
            <a:gdLst>
              <a:gd name="csX0" fmla="*/ 0 w 1905000"/>
              <a:gd name="csY0" fmla="*/ 0 h 1524000"/>
              <a:gd name="csX1" fmla="*/ 673100 w 1905000"/>
              <a:gd name="csY1" fmla="*/ 0 h 1524000"/>
              <a:gd name="csX2" fmla="*/ 1327150 w 1905000"/>
              <a:gd name="csY2" fmla="*/ 0 h 1524000"/>
              <a:gd name="csX3" fmla="*/ 1905000 w 1905000"/>
              <a:gd name="csY3" fmla="*/ 0 h 1524000"/>
              <a:gd name="csX4" fmla="*/ 1905000 w 1905000"/>
              <a:gd name="csY4" fmla="*/ 492760 h 1524000"/>
              <a:gd name="csX5" fmla="*/ 1905000 w 1905000"/>
              <a:gd name="csY5" fmla="*/ 1000760 h 1524000"/>
              <a:gd name="csX6" fmla="*/ 1905000 w 1905000"/>
              <a:gd name="csY6" fmla="*/ 1524000 h 1524000"/>
              <a:gd name="csX7" fmla="*/ 1308100 w 1905000"/>
              <a:gd name="csY7" fmla="*/ 1524000 h 1524000"/>
              <a:gd name="csX8" fmla="*/ 654050 w 1905000"/>
              <a:gd name="csY8" fmla="*/ 1524000 h 1524000"/>
              <a:gd name="csX9" fmla="*/ 0 w 1905000"/>
              <a:gd name="csY9" fmla="*/ 1524000 h 1524000"/>
              <a:gd name="csX10" fmla="*/ 0 w 1905000"/>
              <a:gd name="csY10" fmla="*/ 1046480 h 1524000"/>
              <a:gd name="csX11" fmla="*/ 0 w 1905000"/>
              <a:gd name="csY11" fmla="*/ 523240 h 1524000"/>
              <a:gd name="csX12" fmla="*/ 0 w 1905000"/>
              <a:gd name="csY12" fmla="*/ 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05000" h="1524000" fill="none" extrusionOk="0">
                <a:moveTo>
                  <a:pt x="0" y="0"/>
                </a:moveTo>
                <a:cubicBezTo>
                  <a:pt x="279667" y="-6632"/>
                  <a:pt x="365405" y="31774"/>
                  <a:pt x="673100" y="0"/>
                </a:cubicBezTo>
                <a:cubicBezTo>
                  <a:pt x="980795" y="-31774"/>
                  <a:pt x="1147386" y="-22460"/>
                  <a:pt x="1327150" y="0"/>
                </a:cubicBezTo>
                <a:cubicBezTo>
                  <a:pt x="1506914" y="22460"/>
                  <a:pt x="1630498" y="-25791"/>
                  <a:pt x="1905000" y="0"/>
                </a:cubicBezTo>
                <a:cubicBezTo>
                  <a:pt x="1924093" y="156264"/>
                  <a:pt x="1894832" y="351748"/>
                  <a:pt x="1905000" y="492760"/>
                </a:cubicBezTo>
                <a:cubicBezTo>
                  <a:pt x="1915168" y="633772"/>
                  <a:pt x="1888074" y="883155"/>
                  <a:pt x="1905000" y="1000760"/>
                </a:cubicBezTo>
                <a:cubicBezTo>
                  <a:pt x="1921926" y="1118365"/>
                  <a:pt x="1904451" y="1311158"/>
                  <a:pt x="1905000" y="1524000"/>
                </a:cubicBezTo>
                <a:cubicBezTo>
                  <a:pt x="1623186" y="1497548"/>
                  <a:pt x="1487635" y="1523407"/>
                  <a:pt x="1308100" y="1524000"/>
                </a:cubicBezTo>
                <a:cubicBezTo>
                  <a:pt x="1128565" y="1524593"/>
                  <a:pt x="916232" y="1532547"/>
                  <a:pt x="654050" y="1524000"/>
                </a:cubicBezTo>
                <a:cubicBezTo>
                  <a:pt x="391868" y="1515454"/>
                  <a:pt x="297033" y="1493130"/>
                  <a:pt x="0" y="1524000"/>
                </a:cubicBezTo>
                <a:cubicBezTo>
                  <a:pt x="17282" y="1415522"/>
                  <a:pt x="18416" y="1224441"/>
                  <a:pt x="0" y="1046480"/>
                </a:cubicBezTo>
                <a:cubicBezTo>
                  <a:pt x="-18416" y="868519"/>
                  <a:pt x="3783" y="735243"/>
                  <a:pt x="0" y="523240"/>
                </a:cubicBezTo>
                <a:cubicBezTo>
                  <a:pt x="-3783" y="311237"/>
                  <a:pt x="-11626" y="116585"/>
                  <a:pt x="0" y="0"/>
                </a:cubicBezTo>
                <a:close/>
              </a:path>
              <a:path w="1905000" h="1524000" stroke="0" extrusionOk="0">
                <a:moveTo>
                  <a:pt x="0" y="0"/>
                </a:moveTo>
                <a:cubicBezTo>
                  <a:pt x="206822" y="-18499"/>
                  <a:pt x="464355" y="-24522"/>
                  <a:pt x="635000" y="0"/>
                </a:cubicBezTo>
                <a:cubicBezTo>
                  <a:pt x="805645" y="24522"/>
                  <a:pt x="1016762" y="31825"/>
                  <a:pt x="1308100" y="0"/>
                </a:cubicBezTo>
                <a:cubicBezTo>
                  <a:pt x="1599438" y="-31825"/>
                  <a:pt x="1678881" y="20832"/>
                  <a:pt x="1905000" y="0"/>
                </a:cubicBezTo>
                <a:cubicBezTo>
                  <a:pt x="1922705" y="180020"/>
                  <a:pt x="1910855" y="334051"/>
                  <a:pt x="1905000" y="477520"/>
                </a:cubicBezTo>
                <a:cubicBezTo>
                  <a:pt x="1899145" y="620989"/>
                  <a:pt x="1897275" y="814453"/>
                  <a:pt x="1905000" y="955040"/>
                </a:cubicBezTo>
                <a:cubicBezTo>
                  <a:pt x="1912725" y="1095627"/>
                  <a:pt x="1897539" y="1326189"/>
                  <a:pt x="1905000" y="1524000"/>
                </a:cubicBezTo>
                <a:cubicBezTo>
                  <a:pt x="1672797" y="1516379"/>
                  <a:pt x="1535535" y="1535259"/>
                  <a:pt x="1327150" y="1524000"/>
                </a:cubicBezTo>
                <a:cubicBezTo>
                  <a:pt x="1118765" y="1512742"/>
                  <a:pt x="932043" y="1516536"/>
                  <a:pt x="711200" y="1524000"/>
                </a:cubicBezTo>
                <a:cubicBezTo>
                  <a:pt x="490357" y="1531465"/>
                  <a:pt x="292466" y="1501656"/>
                  <a:pt x="0" y="1524000"/>
                </a:cubicBezTo>
                <a:cubicBezTo>
                  <a:pt x="18661" y="1353472"/>
                  <a:pt x="17770" y="1146531"/>
                  <a:pt x="0" y="1046480"/>
                </a:cubicBezTo>
                <a:cubicBezTo>
                  <a:pt x="-17770" y="946429"/>
                  <a:pt x="20715" y="770095"/>
                  <a:pt x="0" y="523240"/>
                </a:cubicBezTo>
                <a:cubicBezTo>
                  <a:pt x="-20715" y="276385"/>
                  <a:pt x="-19558" y="192657"/>
                  <a:pt x="0" y="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24118252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freehand</a:t>
            </a:r>
          </a:p>
        </p:txBody>
      </p:sp>
      <p:sp>
        <p:nvSpPr>
          <p:cNvPr id="8" name="sk-freehand-1">
            <a:extLst>
              <a:ext uri="{FF2B5EF4-FFF2-40B4-BE49-F238E27FC236}">
                <a16:creationId xmlns:a16="http://schemas.microsoft.com/office/drawing/2014/main" id="{F5765E4C-B692-DF9E-949C-0DA75D564637}"/>
              </a:ext>
            </a:extLst>
          </p:cNvPr>
          <p:cNvSpPr/>
          <p:nvPr/>
        </p:nvSpPr>
        <p:spPr>
          <a:xfrm>
            <a:off x="2794000" y="2603500"/>
            <a:ext cx="1905000" cy="1524000"/>
          </a:xfrm>
          <a:custGeom>
            <a:avLst/>
            <a:gdLst>
              <a:gd name="csX0" fmla="*/ 0 w 1905000"/>
              <a:gd name="csY0" fmla="*/ 254005 h 1524000"/>
              <a:gd name="csX1" fmla="*/ 254005 w 1905000"/>
              <a:gd name="csY1" fmla="*/ 0 h 1524000"/>
              <a:gd name="csX2" fmla="*/ 938530 w 1905000"/>
              <a:gd name="csY2" fmla="*/ 0 h 1524000"/>
              <a:gd name="csX3" fmla="*/ 1650995 w 1905000"/>
              <a:gd name="csY3" fmla="*/ 0 h 1524000"/>
              <a:gd name="csX4" fmla="*/ 1905000 w 1905000"/>
              <a:gd name="csY4" fmla="*/ 254005 h 1524000"/>
              <a:gd name="csX5" fmla="*/ 1905000 w 1905000"/>
              <a:gd name="csY5" fmla="*/ 772160 h 1524000"/>
              <a:gd name="csX6" fmla="*/ 1905000 w 1905000"/>
              <a:gd name="csY6" fmla="*/ 1269995 h 1524000"/>
              <a:gd name="csX7" fmla="*/ 1650995 w 1905000"/>
              <a:gd name="csY7" fmla="*/ 1524000 h 1524000"/>
              <a:gd name="csX8" fmla="*/ 994410 w 1905000"/>
              <a:gd name="csY8" fmla="*/ 1524000 h 1524000"/>
              <a:gd name="csX9" fmla="*/ 254005 w 1905000"/>
              <a:gd name="csY9" fmla="*/ 1524000 h 1524000"/>
              <a:gd name="csX10" fmla="*/ 0 w 1905000"/>
              <a:gd name="csY10" fmla="*/ 1269995 h 1524000"/>
              <a:gd name="csX11" fmla="*/ 0 w 1905000"/>
              <a:gd name="csY11" fmla="*/ 751840 h 1524000"/>
              <a:gd name="csX12" fmla="*/ 0 w 1905000"/>
              <a:gd name="csY12" fmla="*/ 254005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05000" h="1524000" fill="none" extrusionOk="0">
                <a:moveTo>
                  <a:pt x="0" y="254005"/>
                </a:moveTo>
                <a:cubicBezTo>
                  <a:pt x="-7812" y="130880"/>
                  <a:pt x="88261" y="1601"/>
                  <a:pt x="254005" y="0"/>
                </a:cubicBezTo>
                <a:cubicBezTo>
                  <a:pt x="521260" y="-20321"/>
                  <a:pt x="757090" y="5522"/>
                  <a:pt x="938530" y="0"/>
                </a:cubicBezTo>
                <a:cubicBezTo>
                  <a:pt x="1119970" y="-5522"/>
                  <a:pt x="1500781" y="-18878"/>
                  <a:pt x="1650995" y="0"/>
                </a:cubicBezTo>
                <a:cubicBezTo>
                  <a:pt x="1785730" y="11451"/>
                  <a:pt x="1918670" y="113483"/>
                  <a:pt x="1905000" y="254005"/>
                </a:cubicBezTo>
                <a:cubicBezTo>
                  <a:pt x="1918519" y="511340"/>
                  <a:pt x="1881227" y="580290"/>
                  <a:pt x="1905000" y="772160"/>
                </a:cubicBezTo>
                <a:cubicBezTo>
                  <a:pt x="1928773" y="964030"/>
                  <a:pt x="1883477" y="1116776"/>
                  <a:pt x="1905000" y="1269995"/>
                </a:cubicBezTo>
                <a:cubicBezTo>
                  <a:pt x="1884557" y="1393564"/>
                  <a:pt x="1786750" y="1527010"/>
                  <a:pt x="1650995" y="1524000"/>
                </a:cubicBezTo>
                <a:cubicBezTo>
                  <a:pt x="1504838" y="1512006"/>
                  <a:pt x="1280332" y="1507349"/>
                  <a:pt x="994410" y="1524000"/>
                </a:cubicBezTo>
                <a:cubicBezTo>
                  <a:pt x="708488" y="1540651"/>
                  <a:pt x="622506" y="1527067"/>
                  <a:pt x="254005" y="1524000"/>
                </a:cubicBezTo>
                <a:cubicBezTo>
                  <a:pt x="138540" y="1535341"/>
                  <a:pt x="-26905" y="1423224"/>
                  <a:pt x="0" y="1269995"/>
                </a:cubicBezTo>
                <a:cubicBezTo>
                  <a:pt x="385" y="1014207"/>
                  <a:pt x="-6226" y="1001614"/>
                  <a:pt x="0" y="751840"/>
                </a:cubicBezTo>
                <a:cubicBezTo>
                  <a:pt x="6226" y="502067"/>
                  <a:pt x="22259" y="389382"/>
                  <a:pt x="0" y="254005"/>
                </a:cubicBezTo>
                <a:close/>
              </a:path>
              <a:path w="1905000" h="1524000" stroke="0" extrusionOk="0">
                <a:moveTo>
                  <a:pt x="0" y="254005"/>
                </a:moveTo>
                <a:cubicBezTo>
                  <a:pt x="11390" y="118659"/>
                  <a:pt x="124701" y="-1062"/>
                  <a:pt x="254005" y="0"/>
                </a:cubicBezTo>
                <a:cubicBezTo>
                  <a:pt x="527595" y="15609"/>
                  <a:pt x="796552" y="-11069"/>
                  <a:pt x="938530" y="0"/>
                </a:cubicBezTo>
                <a:cubicBezTo>
                  <a:pt x="1080509" y="11069"/>
                  <a:pt x="1385237" y="805"/>
                  <a:pt x="1650995" y="0"/>
                </a:cubicBezTo>
                <a:cubicBezTo>
                  <a:pt x="1786096" y="24508"/>
                  <a:pt x="1908332" y="99510"/>
                  <a:pt x="1905000" y="254005"/>
                </a:cubicBezTo>
                <a:cubicBezTo>
                  <a:pt x="1924590" y="446854"/>
                  <a:pt x="1927019" y="637882"/>
                  <a:pt x="1905000" y="741680"/>
                </a:cubicBezTo>
                <a:cubicBezTo>
                  <a:pt x="1882981" y="845479"/>
                  <a:pt x="1887311" y="1115578"/>
                  <a:pt x="1905000" y="1269995"/>
                </a:cubicBezTo>
                <a:cubicBezTo>
                  <a:pt x="1918613" y="1406668"/>
                  <a:pt x="1784466" y="1529830"/>
                  <a:pt x="1650995" y="1524000"/>
                </a:cubicBezTo>
                <a:cubicBezTo>
                  <a:pt x="1482265" y="1504753"/>
                  <a:pt x="1207779" y="1543063"/>
                  <a:pt x="980440" y="1524000"/>
                </a:cubicBezTo>
                <a:cubicBezTo>
                  <a:pt x="753101" y="1504937"/>
                  <a:pt x="600951" y="1505934"/>
                  <a:pt x="254005" y="1524000"/>
                </a:cubicBezTo>
                <a:cubicBezTo>
                  <a:pt x="103345" y="1542832"/>
                  <a:pt x="8697" y="1415056"/>
                  <a:pt x="0" y="1269995"/>
                </a:cubicBezTo>
                <a:cubicBezTo>
                  <a:pt x="-9106" y="1144630"/>
                  <a:pt x="-21398" y="1021755"/>
                  <a:pt x="0" y="792480"/>
                </a:cubicBezTo>
                <a:cubicBezTo>
                  <a:pt x="21398" y="563205"/>
                  <a:pt x="21243" y="429417"/>
                  <a:pt x="0" y="254005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420178023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freehand</a:t>
            </a:r>
          </a:p>
        </p:txBody>
      </p:sp>
      <p:sp>
        <p:nvSpPr>
          <p:cNvPr id="9" name="sk-freehand-2">
            <a:extLst>
              <a:ext uri="{FF2B5EF4-FFF2-40B4-BE49-F238E27FC236}">
                <a16:creationId xmlns:a16="http://schemas.microsoft.com/office/drawing/2014/main" id="{86854F6B-4FB7-624D-F7C2-6429973E44A1}"/>
              </a:ext>
            </a:extLst>
          </p:cNvPr>
          <p:cNvSpPr/>
          <p:nvPr/>
        </p:nvSpPr>
        <p:spPr>
          <a:xfrm>
            <a:off x="5080000" y="2603500"/>
            <a:ext cx="1905000" cy="1524000"/>
          </a:xfrm>
          <a:custGeom>
            <a:avLst/>
            <a:gdLst>
              <a:gd name="csX0" fmla="*/ 0 w 1905000"/>
              <a:gd name="csY0" fmla="*/ 762000 h 1524000"/>
              <a:gd name="csX1" fmla="*/ 952500 w 1905000"/>
              <a:gd name="csY1" fmla="*/ 0 h 1524000"/>
              <a:gd name="csX2" fmla="*/ 1905000 w 1905000"/>
              <a:gd name="csY2" fmla="*/ 762000 h 1524000"/>
              <a:gd name="csX3" fmla="*/ 952500 w 1905000"/>
              <a:gd name="csY3" fmla="*/ 1524000 h 1524000"/>
              <a:gd name="csX4" fmla="*/ 0 w 1905000"/>
              <a:gd name="csY4" fmla="*/ 762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5000" h="1524000" fill="none" extrusionOk="0">
                <a:moveTo>
                  <a:pt x="0" y="762000"/>
                </a:moveTo>
                <a:cubicBezTo>
                  <a:pt x="-4084" y="458293"/>
                  <a:pt x="428678" y="67888"/>
                  <a:pt x="952500" y="0"/>
                </a:cubicBezTo>
                <a:cubicBezTo>
                  <a:pt x="1516880" y="9371"/>
                  <a:pt x="1850867" y="318393"/>
                  <a:pt x="1905000" y="762000"/>
                </a:cubicBezTo>
                <a:cubicBezTo>
                  <a:pt x="1824564" y="1163337"/>
                  <a:pt x="1440767" y="1560520"/>
                  <a:pt x="952500" y="1524000"/>
                </a:cubicBezTo>
                <a:cubicBezTo>
                  <a:pt x="438602" y="1519812"/>
                  <a:pt x="72988" y="1241955"/>
                  <a:pt x="0" y="762000"/>
                </a:cubicBezTo>
                <a:close/>
              </a:path>
              <a:path w="1905000" h="1524000" stroke="0" extrusionOk="0">
                <a:moveTo>
                  <a:pt x="0" y="762000"/>
                </a:moveTo>
                <a:cubicBezTo>
                  <a:pt x="-126769" y="328212"/>
                  <a:pt x="372050" y="46038"/>
                  <a:pt x="952500" y="0"/>
                </a:cubicBezTo>
                <a:cubicBezTo>
                  <a:pt x="1422693" y="-78065"/>
                  <a:pt x="1886621" y="427647"/>
                  <a:pt x="1905000" y="762000"/>
                </a:cubicBezTo>
                <a:cubicBezTo>
                  <a:pt x="1789683" y="1149353"/>
                  <a:pt x="1471058" y="1472866"/>
                  <a:pt x="952500" y="1524000"/>
                </a:cubicBezTo>
                <a:cubicBezTo>
                  <a:pt x="470205" y="1604167"/>
                  <a:pt x="5899" y="1169145"/>
                  <a:pt x="0" y="762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556765613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freehand</a:t>
            </a:r>
          </a:p>
        </p:txBody>
      </p:sp>
      <p:sp>
        <p:nvSpPr>
          <p:cNvPr id="10" name="sk-freehand-3">
            <a:extLst>
              <a:ext uri="{FF2B5EF4-FFF2-40B4-BE49-F238E27FC236}">
                <a16:creationId xmlns:a16="http://schemas.microsoft.com/office/drawing/2014/main" id="{1EF4DCCE-64E9-46D0-DE46-996771ED240C}"/>
              </a:ext>
            </a:extLst>
          </p:cNvPr>
          <p:cNvSpPr/>
          <p:nvPr/>
        </p:nvSpPr>
        <p:spPr>
          <a:xfrm>
            <a:off x="7366000" y="2603500"/>
            <a:ext cx="1905000" cy="1524000"/>
          </a:xfrm>
          <a:custGeom>
            <a:avLst/>
            <a:gdLst>
              <a:gd name="csX0" fmla="*/ 0 w 1905000"/>
              <a:gd name="csY0" fmla="*/ 1524000 h 1524000"/>
              <a:gd name="csX1" fmla="*/ 288925 w 1905000"/>
              <a:gd name="csY1" fmla="*/ 1061720 h 1524000"/>
              <a:gd name="csX2" fmla="*/ 587375 w 1905000"/>
              <a:gd name="csY2" fmla="*/ 584200 h 1524000"/>
              <a:gd name="csX3" fmla="*/ 952500 w 1905000"/>
              <a:gd name="csY3" fmla="*/ 0 h 1524000"/>
              <a:gd name="csX4" fmla="*/ 1241425 w 1905000"/>
              <a:gd name="csY4" fmla="*/ 462280 h 1524000"/>
              <a:gd name="csX5" fmla="*/ 1530350 w 1905000"/>
              <a:gd name="csY5" fmla="*/ 924560 h 1524000"/>
              <a:gd name="csX6" fmla="*/ 1905000 w 1905000"/>
              <a:gd name="csY6" fmla="*/ 1524000 h 1524000"/>
              <a:gd name="csX7" fmla="*/ 1289050 w 1905000"/>
              <a:gd name="csY7" fmla="*/ 1524000 h 1524000"/>
              <a:gd name="csX8" fmla="*/ 654050 w 1905000"/>
              <a:gd name="csY8" fmla="*/ 1524000 h 1524000"/>
              <a:gd name="csX9" fmla="*/ 0 w 1905000"/>
              <a:gd name="csY9" fmla="*/ 1524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5000" h="1524000" fill="none" extrusionOk="0">
                <a:moveTo>
                  <a:pt x="0" y="1524000"/>
                </a:moveTo>
                <a:cubicBezTo>
                  <a:pt x="137770" y="1307049"/>
                  <a:pt x="203376" y="1166499"/>
                  <a:pt x="288925" y="1061720"/>
                </a:cubicBezTo>
                <a:cubicBezTo>
                  <a:pt x="374474" y="956941"/>
                  <a:pt x="529638" y="723828"/>
                  <a:pt x="587375" y="584200"/>
                </a:cubicBezTo>
                <a:cubicBezTo>
                  <a:pt x="645112" y="444572"/>
                  <a:pt x="786773" y="211211"/>
                  <a:pt x="952500" y="0"/>
                </a:cubicBezTo>
                <a:cubicBezTo>
                  <a:pt x="1010224" y="99558"/>
                  <a:pt x="1129388" y="254495"/>
                  <a:pt x="1241425" y="462280"/>
                </a:cubicBezTo>
                <a:cubicBezTo>
                  <a:pt x="1353462" y="670065"/>
                  <a:pt x="1453523" y="821669"/>
                  <a:pt x="1530350" y="924560"/>
                </a:cubicBezTo>
                <a:cubicBezTo>
                  <a:pt x="1607177" y="1027451"/>
                  <a:pt x="1828086" y="1374824"/>
                  <a:pt x="1905000" y="1524000"/>
                </a:cubicBezTo>
                <a:cubicBezTo>
                  <a:pt x="1715143" y="1495280"/>
                  <a:pt x="1596429" y="1554371"/>
                  <a:pt x="1289050" y="1524000"/>
                </a:cubicBezTo>
                <a:cubicBezTo>
                  <a:pt x="981671" y="1493630"/>
                  <a:pt x="897582" y="1543149"/>
                  <a:pt x="654050" y="1524000"/>
                </a:cubicBezTo>
                <a:cubicBezTo>
                  <a:pt x="410518" y="1504851"/>
                  <a:pt x="149513" y="1507322"/>
                  <a:pt x="0" y="1524000"/>
                </a:cubicBezTo>
                <a:close/>
              </a:path>
              <a:path w="1905000" h="1524000" stroke="0" extrusionOk="0">
                <a:moveTo>
                  <a:pt x="0" y="1524000"/>
                </a:moveTo>
                <a:cubicBezTo>
                  <a:pt x="123031" y="1360445"/>
                  <a:pt x="184363" y="1254660"/>
                  <a:pt x="298450" y="1046480"/>
                </a:cubicBezTo>
                <a:cubicBezTo>
                  <a:pt x="412537" y="838300"/>
                  <a:pt x="470971" y="780449"/>
                  <a:pt x="606425" y="553720"/>
                </a:cubicBezTo>
                <a:cubicBezTo>
                  <a:pt x="741879" y="326991"/>
                  <a:pt x="849551" y="115410"/>
                  <a:pt x="952500" y="0"/>
                </a:cubicBezTo>
                <a:cubicBezTo>
                  <a:pt x="1073162" y="230886"/>
                  <a:pt x="1197007" y="405067"/>
                  <a:pt x="1270000" y="508000"/>
                </a:cubicBezTo>
                <a:cubicBezTo>
                  <a:pt x="1342993" y="610933"/>
                  <a:pt x="1496166" y="904298"/>
                  <a:pt x="1606550" y="1046480"/>
                </a:cubicBezTo>
                <a:cubicBezTo>
                  <a:pt x="1716934" y="1188662"/>
                  <a:pt x="1741896" y="1301530"/>
                  <a:pt x="1905000" y="1524000"/>
                </a:cubicBezTo>
                <a:cubicBezTo>
                  <a:pt x="1581375" y="1547691"/>
                  <a:pt x="1535042" y="1547493"/>
                  <a:pt x="1250950" y="1524000"/>
                </a:cubicBezTo>
                <a:cubicBezTo>
                  <a:pt x="966858" y="1500508"/>
                  <a:pt x="873858" y="1518766"/>
                  <a:pt x="615950" y="1524000"/>
                </a:cubicBezTo>
                <a:cubicBezTo>
                  <a:pt x="358042" y="1529234"/>
                  <a:pt x="176892" y="1499955"/>
                  <a:pt x="0" y="1524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2267121960">
                  <a:prstGeom prst="triangl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freehand</a:t>
            </a:r>
          </a:p>
        </p:txBody>
      </p:sp>
      <p:sp>
        <p:nvSpPr>
          <p:cNvPr id="11" name="sk-freehand-4">
            <a:extLst>
              <a:ext uri="{FF2B5EF4-FFF2-40B4-BE49-F238E27FC236}">
                <a16:creationId xmlns:a16="http://schemas.microsoft.com/office/drawing/2014/main" id="{B44E028A-D02C-2377-3640-E02A5F4CDBC8}"/>
              </a:ext>
            </a:extLst>
          </p:cNvPr>
          <p:cNvSpPr/>
          <p:nvPr/>
        </p:nvSpPr>
        <p:spPr>
          <a:xfrm>
            <a:off x="9652000" y="2603500"/>
            <a:ext cx="1905000" cy="1524000"/>
          </a:xfrm>
          <a:custGeom>
            <a:avLst/>
            <a:gdLst>
              <a:gd name="csX0" fmla="*/ 0 w 1905000"/>
              <a:gd name="csY0" fmla="*/ 381000 h 1524000"/>
              <a:gd name="csX1" fmla="*/ 582930 w 1905000"/>
              <a:gd name="csY1" fmla="*/ 381000 h 1524000"/>
              <a:gd name="csX2" fmla="*/ 1143000 w 1905000"/>
              <a:gd name="csY2" fmla="*/ 381000 h 1524000"/>
              <a:gd name="csX3" fmla="*/ 1143000 w 1905000"/>
              <a:gd name="csY3" fmla="*/ 0 h 1524000"/>
              <a:gd name="csX4" fmla="*/ 1531620 w 1905000"/>
              <a:gd name="csY4" fmla="*/ 388620 h 1524000"/>
              <a:gd name="csX5" fmla="*/ 1905000 w 1905000"/>
              <a:gd name="csY5" fmla="*/ 762000 h 1524000"/>
              <a:gd name="csX6" fmla="*/ 1524000 w 1905000"/>
              <a:gd name="csY6" fmla="*/ 1143000 h 1524000"/>
              <a:gd name="csX7" fmla="*/ 1143000 w 1905000"/>
              <a:gd name="csY7" fmla="*/ 1524000 h 1524000"/>
              <a:gd name="csX8" fmla="*/ 1143000 w 1905000"/>
              <a:gd name="csY8" fmla="*/ 1143000 h 1524000"/>
              <a:gd name="csX9" fmla="*/ 594360 w 1905000"/>
              <a:gd name="csY9" fmla="*/ 1143000 h 1524000"/>
              <a:gd name="csX10" fmla="*/ 0 w 1905000"/>
              <a:gd name="csY10" fmla="*/ 1143000 h 1524000"/>
              <a:gd name="csX11" fmla="*/ 0 w 1905000"/>
              <a:gd name="csY11" fmla="*/ 777240 h 1524000"/>
              <a:gd name="csX12" fmla="*/ 0 w 1905000"/>
              <a:gd name="csY12" fmla="*/ 381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05000" h="1524000" fill="none" extrusionOk="0">
                <a:moveTo>
                  <a:pt x="0" y="381000"/>
                </a:moveTo>
                <a:cubicBezTo>
                  <a:pt x="181295" y="352896"/>
                  <a:pt x="434679" y="368021"/>
                  <a:pt x="582930" y="381000"/>
                </a:cubicBezTo>
                <a:cubicBezTo>
                  <a:pt x="731181" y="393980"/>
                  <a:pt x="947150" y="354258"/>
                  <a:pt x="1143000" y="381000"/>
                </a:cubicBezTo>
                <a:cubicBezTo>
                  <a:pt x="1160731" y="238833"/>
                  <a:pt x="1141361" y="151224"/>
                  <a:pt x="1143000" y="0"/>
                </a:cubicBezTo>
                <a:cubicBezTo>
                  <a:pt x="1312336" y="181338"/>
                  <a:pt x="1444230" y="264270"/>
                  <a:pt x="1531620" y="388620"/>
                </a:cubicBezTo>
                <a:cubicBezTo>
                  <a:pt x="1619010" y="512970"/>
                  <a:pt x="1759659" y="625065"/>
                  <a:pt x="1905000" y="762000"/>
                </a:cubicBezTo>
                <a:cubicBezTo>
                  <a:pt x="1731429" y="968214"/>
                  <a:pt x="1707477" y="982426"/>
                  <a:pt x="1524000" y="1143000"/>
                </a:cubicBezTo>
                <a:cubicBezTo>
                  <a:pt x="1340523" y="1303574"/>
                  <a:pt x="1339239" y="1341399"/>
                  <a:pt x="1143000" y="1524000"/>
                </a:cubicBezTo>
                <a:cubicBezTo>
                  <a:pt x="1134323" y="1411546"/>
                  <a:pt x="1159041" y="1253385"/>
                  <a:pt x="1143000" y="1143000"/>
                </a:cubicBezTo>
                <a:cubicBezTo>
                  <a:pt x="986118" y="1138183"/>
                  <a:pt x="758045" y="1122427"/>
                  <a:pt x="594360" y="1143000"/>
                </a:cubicBezTo>
                <a:cubicBezTo>
                  <a:pt x="430675" y="1163573"/>
                  <a:pt x="229922" y="1143557"/>
                  <a:pt x="0" y="1143000"/>
                </a:cubicBezTo>
                <a:cubicBezTo>
                  <a:pt x="7579" y="1066586"/>
                  <a:pt x="4815" y="936894"/>
                  <a:pt x="0" y="777240"/>
                </a:cubicBezTo>
                <a:cubicBezTo>
                  <a:pt x="-4815" y="617586"/>
                  <a:pt x="-3044" y="508377"/>
                  <a:pt x="0" y="381000"/>
                </a:cubicBezTo>
                <a:close/>
              </a:path>
              <a:path w="1905000" h="1524000" stroke="0" extrusionOk="0">
                <a:moveTo>
                  <a:pt x="0" y="381000"/>
                </a:moveTo>
                <a:cubicBezTo>
                  <a:pt x="150286" y="387674"/>
                  <a:pt x="325071" y="406483"/>
                  <a:pt x="537210" y="381000"/>
                </a:cubicBezTo>
                <a:cubicBezTo>
                  <a:pt x="749349" y="355518"/>
                  <a:pt x="1003732" y="365067"/>
                  <a:pt x="1143000" y="381000"/>
                </a:cubicBezTo>
                <a:cubicBezTo>
                  <a:pt x="1139445" y="274296"/>
                  <a:pt x="1129179" y="179802"/>
                  <a:pt x="1143000" y="0"/>
                </a:cubicBezTo>
                <a:cubicBezTo>
                  <a:pt x="1338050" y="179965"/>
                  <a:pt x="1425296" y="318016"/>
                  <a:pt x="1531620" y="388620"/>
                </a:cubicBezTo>
                <a:cubicBezTo>
                  <a:pt x="1637944" y="459224"/>
                  <a:pt x="1794984" y="645012"/>
                  <a:pt x="1905000" y="762000"/>
                </a:cubicBezTo>
                <a:cubicBezTo>
                  <a:pt x="1813932" y="832559"/>
                  <a:pt x="1700977" y="969003"/>
                  <a:pt x="1508760" y="1158240"/>
                </a:cubicBezTo>
                <a:cubicBezTo>
                  <a:pt x="1316543" y="1347477"/>
                  <a:pt x="1319966" y="1336395"/>
                  <a:pt x="1143000" y="1524000"/>
                </a:cubicBezTo>
                <a:cubicBezTo>
                  <a:pt x="1133330" y="1411155"/>
                  <a:pt x="1128415" y="1308133"/>
                  <a:pt x="1143000" y="1143000"/>
                </a:cubicBezTo>
                <a:cubicBezTo>
                  <a:pt x="954115" y="1140454"/>
                  <a:pt x="707472" y="1146015"/>
                  <a:pt x="582930" y="1143000"/>
                </a:cubicBezTo>
                <a:cubicBezTo>
                  <a:pt x="458388" y="1139986"/>
                  <a:pt x="215409" y="1146434"/>
                  <a:pt x="0" y="1143000"/>
                </a:cubicBezTo>
                <a:cubicBezTo>
                  <a:pt x="-11543" y="979936"/>
                  <a:pt x="-1715" y="855904"/>
                  <a:pt x="0" y="762000"/>
                </a:cubicBezTo>
                <a:cubicBezTo>
                  <a:pt x="1715" y="668096"/>
                  <a:pt x="-513" y="515562"/>
                  <a:pt x="0" y="381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669023335">
                  <a:prstGeom prst="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freehand</a:t>
            </a:r>
          </a:p>
        </p:txBody>
      </p:sp>
      <p:sp>
        <p:nvSpPr>
          <p:cNvPr id="12" name="sk-scribble-0">
            <a:extLst>
              <a:ext uri="{FF2B5EF4-FFF2-40B4-BE49-F238E27FC236}">
                <a16:creationId xmlns:a16="http://schemas.microsoft.com/office/drawing/2014/main" id="{288B83EB-FA19-62AC-3C2A-8912753B447A}"/>
              </a:ext>
            </a:extLst>
          </p:cNvPr>
          <p:cNvSpPr/>
          <p:nvPr/>
        </p:nvSpPr>
        <p:spPr>
          <a:xfrm>
            <a:off x="508000" y="4699000"/>
            <a:ext cx="1905000" cy="1524000"/>
          </a:xfrm>
          <a:custGeom>
            <a:avLst/>
            <a:gdLst>
              <a:gd name="csX0" fmla="*/ 0 w 1905000"/>
              <a:gd name="csY0" fmla="*/ 0 h 1524000"/>
              <a:gd name="csX1" fmla="*/ 476250 w 1905000"/>
              <a:gd name="csY1" fmla="*/ 0 h 1524000"/>
              <a:gd name="csX2" fmla="*/ 933450 w 1905000"/>
              <a:gd name="csY2" fmla="*/ 0 h 1524000"/>
              <a:gd name="csX3" fmla="*/ 1390650 w 1905000"/>
              <a:gd name="csY3" fmla="*/ 0 h 1524000"/>
              <a:gd name="csX4" fmla="*/ 1905000 w 1905000"/>
              <a:gd name="csY4" fmla="*/ 0 h 1524000"/>
              <a:gd name="csX5" fmla="*/ 1905000 w 1905000"/>
              <a:gd name="csY5" fmla="*/ 462280 h 1524000"/>
              <a:gd name="csX6" fmla="*/ 1905000 w 1905000"/>
              <a:gd name="csY6" fmla="*/ 1000760 h 1524000"/>
              <a:gd name="csX7" fmla="*/ 1905000 w 1905000"/>
              <a:gd name="csY7" fmla="*/ 1524000 h 1524000"/>
              <a:gd name="csX8" fmla="*/ 1390650 w 1905000"/>
              <a:gd name="csY8" fmla="*/ 1524000 h 1524000"/>
              <a:gd name="csX9" fmla="*/ 876300 w 1905000"/>
              <a:gd name="csY9" fmla="*/ 1524000 h 1524000"/>
              <a:gd name="csX10" fmla="*/ 0 w 1905000"/>
              <a:gd name="csY10" fmla="*/ 1524000 h 1524000"/>
              <a:gd name="csX11" fmla="*/ 0 w 1905000"/>
              <a:gd name="csY11" fmla="*/ 1000760 h 1524000"/>
              <a:gd name="csX12" fmla="*/ 0 w 1905000"/>
              <a:gd name="csY12" fmla="*/ 492760 h 1524000"/>
              <a:gd name="csX13" fmla="*/ 0 w 1905000"/>
              <a:gd name="csY13" fmla="*/ 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905000" h="1524000" fill="none" extrusionOk="0">
                <a:moveTo>
                  <a:pt x="0" y="0"/>
                </a:moveTo>
                <a:cubicBezTo>
                  <a:pt x="194069" y="-3435"/>
                  <a:pt x="298158" y="9399"/>
                  <a:pt x="476250" y="0"/>
                </a:cubicBezTo>
                <a:cubicBezTo>
                  <a:pt x="654342" y="-9399"/>
                  <a:pt x="800800" y="46031"/>
                  <a:pt x="933450" y="0"/>
                </a:cubicBezTo>
                <a:cubicBezTo>
                  <a:pt x="1066100" y="-46031"/>
                  <a:pt x="1259043" y="38680"/>
                  <a:pt x="1390650" y="0"/>
                </a:cubicBezTo>
                <a:cubicBezTo>
                  <a:pt x="1522257" y="-38680"/>
                  <a:pt x="1649962" y="22762"/>
                  <a:pt x="1905000" y="0"/>
                </a:cubicBezTo>
                <a:cubicBezTo>
                  <a:pt x="1919313" y="92760"/>
                  <a:pt x="1897072" y="270309"/>
                  <a:pt x="1905000" y="462280"/>
                </a:cubicBezTo>
                <a:cubicBezTo>
                  <a:pt x="1912928" y="654251"/>
                  <a:pt x="1863730" y="759968"/>
                  <a:pt x="1905000" y="1000760"/>
                </a:cubicBezTo>
                <a:cubicBezTo>
                  <a:pt x="1946270" y="1241552"/>
                  <a:pt x="1855990" y="1391528"/>
                  <a:pt x="1905000" y="1524000"/>
                </a:cubicBezTo>
                <a:cubicBezTo>
                  <a:pt x="1730280" y="1553526"/>
                  <a:pt x="1617509" y="1496421"/>
                  <a:pt x="1390650" y="1524000"/>
                </a:cubicBezTo>
                <a:cubicBezTo>
                  <a:pt x="1163791" y="1551579"/>
                  <a:pt x="1066321" y="1506810"/>
                  <a:pt x="876300" y="1524000"/>
                </a:cubicBezTo>
                <a:cubicBezTo>
                  <a:pt x="686279" y="1541190"/>
                  <a:pt x="321853" y="1425984"/>
                  <a:pt x="0" y="1524000"/>
                </a:cubicBezTo>
                <a:cubicBezTo>
                  <a:pt x="-30851" y="1316705"/>
                  <a:pt x="51486" y="1158101"/>
                  <a:pt x="0" y="1000760"/>
                </a:cubicBezTo>
                <a:cubicBezTo>
                  <a:pt x="-51486" y="843419"/>
                  <a:pt x="6221" y="674012"/>
                  <a:pt x="0" y="492760"/>
                </a:cubicBezTo>
                <a:cubicBezTo>
                  <a:pt x="-6221" y="311508"/>
                  <a:pt x="54247" y="156841"/>
                  <a:pt x="0" y="0"/>
                </a:cubicBezTo>
                <a:close/>
              </a:path>
              <a:path w="1905000" h="1524000" stroke="0" extrusionOk="0">
                <a:moveTo>
                  <a:pt x="0" y="0"/>
                </a:moveTo>
                <a:cubicBezTo>
                  <a:pt x="144297" y="-24339"/>
                  <a:pt x="374483" y="37515"/>
                  <a:pt x="514350" y="0"/>
                </a:cubicBezTo>
                <a:cubicBezTo>
                  <a:pt x="654217" y="-37515"/>
                  <a:pt x="814590" y="25201"/>
                  <a:pt x="1009650" y="0"/>
                </a:cubicBezTo>
                <a:cubicBezTo>
                  <a:pt x="1204710" y="-25201"/>
                  <a:pt x="1706187" y="72382"/>
                  <a:pt x="1905000" y="0"/>
                </a:cubicBezTo>
                <a:cubicBezTo>
                  <a:pt x="1930273" y="260605"/>
                  <a:pt x="1854287" y="285872"/>
                  <a:pt x="1905000" y="538480"/>
                </a:cubicBezTo>
                <a:cubicBezTo>
                  <a:pt x="1955713" y="791088"/>
                  <a:pt x="1903929" y="876043"/>
                  <a:pt x="1905000" y="1031240"/>
                </a:cubicBezTo>
                <a:cubicBezTo>
                  <a:pt x="1906071" y="1186437"/>
                  <a:pt x="1885304" y="1291552"/>
                  <a:pt x="1905000" y="1524000"/>
                </a:cubicBezTo>
                <a:cubicBezTo>
                  <a:pt x="1764792" y="1563275"/>
                  <a:pt x="1537365" y="1498395"/>
                  <a:pt x="1428750" y="1524000"/>
                </a:cubicBezTo>
                <a:cubicBezTo>
                  <a:pt x="1320135" y="1549605"/>
                  <a:pt x="1173066" y="1511160"/>
                  <a:pt x="952500" y="1524000"/>
                </a:cubicBezTo>
                <a:cubicBezTo>
                  <a:pt x="731934" y="1536840"/>
                  <a:pt x="646045" y="1477813"/>
                  <a:pt x="533400" y="1524000"/>
                </a:cubicBezTo>
                <a:cubicBezTo>
                  <a:pt x="420755" y="1570187"/>
                  <a:pt x="198434" y="1461604"/>
                  <a:pt x="0" y="1524000"/>
                </a:cubicBezTo>
                <a:cubicBezTo>
                  <a:pt x="-21626" y="1367365"/>
                  <a:pt x="59711" y="1175529"/>
                  <a:pt x="0" y="985520"/>
                </a:cubicBezTo>
                <a:cubicBezTo>
                  <a:pt x="-59711" y="795511"/>
                  <a:pt x="43913" y="675469"/>
                  <a:pt x="0" y="492760"/>
                </a:cubicBezTo>
                <a:cubicBezTo>
                  <a:pt x="-43913" y="310051"/>
                  <a:pt x="41347" y="210853"/>
                  <a:pt x="0" y="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57868815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scribble</a:t>
            </a:r>
          </a:p>
        </p:txBody>
      </p:sp>
      <p:sp>
        <p:nvSpPr>
          <p:cNvPr id="13" name="sk-scribble-1">
            <a:extLst>
              <a:ext uri="{FF2B5EF4-FFF2-40B4-BE49-F238E27FC236}">
                <a16:creationId xmlns:a16="http://schemas.microsoft.com/office/drawing/2014/main" id="{CB46256D-B533-E08C-4B07-B9ADF4C98E9E}"/>
              </a:ext>
            </a:extLst>
          </p:cNvPr>
          <p:cNvSpPr/>
          <p:nvPr/>
        </p:nvSpPr>
        <p:spPr>
          <a:xfrm>
            <a:off x="2794000" y="4699000"/>
            <a:ext cx="1905000" cy="1524000"/>
          </a:xfrm>
          <a:custGeom>
            <a:avLst/>
            <a:gdLst>
              <a:gd name="csX0" fmla="*/ 0 w 1905000"/>
              <a:gd name="csY0" fmla="*/ 254005 h 1524000"/>
              <a:gd name="csX1" fmla="*/ 254005 w 1905000"/>
              <a:gd name="csY1" fmla="*/ 0 h 1524000"/>
              <a:gd name="csX2" fmla="*/ 719668 w 1905000"/>
              <a:gd name="csY2" fmla="*/ 0 h 1524000"/>
              <a:gd name="csX3" fmla="*/ 1143422 w 1905000"/>
              <a:gd name="csY3" fmla="*/ 0 h 1524000"/>
              <a:gd name="csX4" fmla="*/ 1650995 w 1905000"/>
              <a:gd name="csY4" fmla="*/ 0 h 1524000"/>
              <a:gd name="csX5" fmla="*/ 1905000 w 1905000"/>
              <a:gd name="csY5" fmla="*/ 254005 h 1524000"/>
              <a:gd name="csX6" fmla="*/ 1905000 w 1905000"/>
              <a:gd name="csY6" fmla="*/ 751840 h 1524000"/>
              <a:gd name="csX7" fmla="*/ 1905000 w 1905000"/>
              <a:gd name="csY7" fmla="*/ 1269995 h 1524000"/>
              <a:gd name="csX8" fmla="*/ 1650995 w 1905000"/>
              <a:gd name="csY8" fmla="*/ 1524000 h 1524000"/>
              <a:gd name="csX9" fmla="*/ 1185332 w 1905000"/>
              <a:gd name="csY9" fmla="*/ 1524000 h 1524000"/>
              <a:gd name="csX10" fmla="*/ 733638 w 1905000"/>
              <a:gd name="csY10" fmla="*/ 1524000 h 1524000"/>
              <a:gd name="csX11" fmla="*/ 254005 w 1905000"/>
              <a:gd name="csY11" fmla="*/ 1524000 h 1524000"/>
              <a:gd name="csX12" fmla="*/ 0 w 1905000"/>
              <a:gd name="csY12" fmla="*/ 1269995 h 1524000"/>
              <a:gd name="csX13" fmla="*/ 0 w 1905000"/>
              <a:gd name="csY13" fmla="*/ 762000 h 1524000"/>
              <a:gd name="csX14" fmla="*/ 0 w 1905000"/>
              <a:gd name="csY14" fmla="*/ 254005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05000" h="1524000" fill="none" extrusionOk="0">
                <a:moveTo>
                  <a:pt x="0" y="254005"/>
                </a:moveTo>
                <a:cubicBezTo>
                  <a:pt x="13964" y="106386"/>
                  <a:pt x="139442" y="7991"/>
                  <a:pt x="254005" y="0"/>
                </a:cubicBezTo>
                <a:cubicBezTo>
                  <a:pt x="448441" y="-26232"/>
                  <a:pt x="521056" y="27735"/>
                  <a:pt x="719668" y="0"/>
                </a:cubicBezTo>
                <a:cubicBezTo>
                  <a:pt x="918280" y="-27735"/>
                  <a:pt x="981813" y="17071"/>
                  <a:pt x="1143422" y="0"/>
                </a:cubicBezTo>
                <a:cubicBezTo>
                  <a:pt x="1305031" y="-17071"/>
                  <a:pt x="1426436" y="53274"/>
                  <a:pt x="1650995" y="0"/>
                </a:cubicBezTo>
                <a:cubicBezTo>
                  <a:pt x="1807226" y="-7890"/>
                  <a:pt x="1939210" y="124164"/>
                  <a:pt x="1905000" y="254005"/>
                </a:cubicBezTo>
                <a:cubicBezTo>
                  <a:pt x="1962343" y="399691"/>
                  <a:pt x="1860701" y="530601"/>
                  <a:pt x="1905000" y="751840"/>
                </a:cubicBezTo>
                <a:cubicBezTo>
                  <a:pt x="1949299" y="973080"/>
                  <a:pt x="1847262" y="1033777"/>
                  <a:pt x="1905000" y="1269995"/>
                </a:cubicBezTo>
                <a:cubicBezTo>
                  <a:pt x="1898492" y="1415178"/>
                  <a:pt x="1795905" y="1547145"/>
                  <a:pt x="1650995" y="1524000"/>
                </a:cubicBezTo>
                <a:cubicBezTo>
                  <a:pt x="1462235" y="1552415"/>
                  <a:pt x="1339359" y="1470331"/>
                  <a:pt x="1185332" y="1524000"/>
                </a:cubicBezTo>
                <a:cubicBezTo>
                  <a:pt x="1031305" y="1577669"/>
                  <a:pt x="939331" y="1495394"/>
                  <a:pt x="733638" y="1524000"/>
                </a:cubicBezTo>
                <a:cubicBezTo>
                  <a:pt x="527945" y="1552606"/>
                  <a:pt x="415942" y="1494761"/>
                  <a:pt x="254005" y="1524000"/>
                </a:cubicBezTo>
                <a:cubicBezTo>
                  <a:pt x="116712" y="1514550"/>
                  <a:pt x="-2955" y="1416622"/>
                  <a:pt x="0" y="1269995"/>
                </a:cubicBezTo>
                <a:cubicBezTo>
                  <a:pt x="-16837" y="1163979"/>
                  <a:pt x="16940" y="885595"/>
                  <a:pt x="0" y="762000"/>
                </a:cubicBezTo>
                <a:cubicBezTo>
                  <a:pt x="-16940" y="638405"/>
                  <a:pt x="30012" y="488080"/>
                  <a:pt x="0" y="254005"/>
                </a:cubicBezTo>
                <a:close/>
              </a:path>
              <a:path w="1905000" h="1524000" stroke="0" extrusionOk="0">
                <a:moveTo>
                  <a:pt x="0" y="254005"/>
                </a:moveTo>
                <a:cubicBezTo>
                  <a:pt x="39258" y="125149"/>
                  <a:pt x="73389" y="8859"/>
                  <a:pt x="254005" y="0"/>
                </a:cubicBezTo>
                <a:cubicBezTo>
                  <a:pt x="371638" y="-36421"/>
                  <a:pt x="596897" y="35289"/>
                  <a:pt x="733638" y="0"/>
                </a:cubicBezTo>
                <a:cubicBezTo>
                  <a:pt x="870379" y="-35289"/>
                  <a:pt x="1048537" y="3235"/>
                  <a:pt x="1227241" y="0"/>
                </a:cubicBezTo>
                <a:cubicBezTo>
                  <a:pt x="1405945" y="-3235"/>
                  <a:pt x="1499492" y="47746"/>
                  <a:pt x="1650995" y="0"/>
                </a:cubicBezTo>
                <a:cubicBezTo>
                  <a:pt x="1793658" y="-3770"/>
                  <a:pt x="1901054" y="122130"/>
                  <a:pt x="1905000" y="254005"/>
                </a:cubicBezTo>
                <a:cubicBezTo>
                  <a:pt x="1915231" y="440889"/>
                  <a:pt x="1868087" y="578160"/>
                  <a:pt x="1905000" y="731520"/>
                </a:cubicBezTo>
                <a:cubicBezTo>
                  <a:pt x="1941913" y="884880"/>
                  <a:pt x="1888740" y="1027844"/>
                  <a:pt x="1905000" y="1269995"/>
                </a:cubicBezTo>
                <a:cubicBezTo>
                  <a:pt x="1911383" y="1414339"/>
                  <a:pt x="1803848" y="1531724"/>
                  <a:pt x="1650995" y="1524000"/>
                </a:cubicBezTo>
                <a:cubicBezTo>
                  <a:pt x="1544373" y="1573013"/>
                  <a:pt x="1349868" y="1484108"/>
                  <a:pt x="1185332" y="1524000"/>
                </a:cubicBezTo>
                <a:cubicBezTo>
                  <a:pt x="1020796" y="1563892"/>
                  <a:pt x="918414" y="1515989"/>
                  <a:pt x="747608" y="1524000"/>
                </a:cubicBezTo>
                <a:cubicBezTo>
                  <a:pt x="576802" y="1532011"/>
                  <a:pt x="360912" y="1465135"/>
                  <a:pt x="254005" y="1524000"/>
                </a:cubicBezTo>
                <a:cubicBezTo>
                  <a:pt x="99887" y="1519052"/>
                  <a:pt x="-4353" y="1398269"/>
                  <a:pt x="0" y="1269995"/>
                </a:cubicBezTo>
                <a:cubicBezTo>
                  <a:pt x="-34709" y="1043019"/>
                  <a:pt x="48168" y="944896"/>
                  <a:pt x="0" y="741680"/>
                </a:cubicBezTo>
                <a:cubicBezTo>
                  <a:pt x="-48168" y="538464"/>
                  <a:pt x="47622" y="441894"/>
                  <a:pt x="0" y="254005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10080325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scribble</a:t>
            </a:r>
          </a:p>
        </p:txBody>
      </p:sp>
      <p:sp>
        <p:nvSpPr>
          <p:cNvPr id="14" name="sk-scribble-2">
            <a:extLst>
              <a:ext uri="{FF2B5EF4-FFF2-40B4-BE49-F238E27FC236}">
                <a16:creationId xmlns:a16="http://schemas.microsoft.com/office/drawing/2014/main" id="{D8D1D9A2-19F5-3D82-7137-3BFBFA680618}"/>
              </a:ext>
            </a:extLst>
          </p:cNvPr>
          <p:cNvSpPr/>
          <p:nvPr/>
        </p:nvSpPr>
        <p:spPr>
          <a:xfrm>
            <a:off x="5080000" y="4699000"/>
            <a:ext cx="1905000" cy="1524000"/>
          </a:xfrm>
          <a:custGeom>
            <a:avLst/>
            <a:gdLst>
              <a:gd name="csX0" fmla="*/ 0 w 1905000"/>
              <a:gd name="csY0" fmla="*/ 762000 h 1524000"/>
              <a:gd name="csX1" fmla="*/ 952500 w 1905000"/>
              <a:gd name="csY1" fmla="*/ 0 h 1524000"/>
              <a:gd name="csX2" fmla="*/ 1905000 w 1905000"/>
              <a:gd name="csY2" fmla="*/ 762000 h 1524000"/>
              <a:gd name="csX3" fmla="*/ 952500 w 1905000"/>
              <a:gd name="csY3" fmla="*/ 1524000 h 1524000"/>
              <a:gd name="csX4" fmla="*/ 0 w 1905000"/>
              <a:gd name="csY4" fmla="*/ 762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5000" h="1524000" fill="none" extrusionOk="0">
                <a:moveTo>
                  <a:pt x="0" y="762000"/>
                </a:moveTo>
                <a:cubicBezTo>
                  <a:pt x="-88160" y="354852"/>
                  <a:pt x="270817" y="-18296"/>
                  <a:pt x="952500" y="0"/>
                </a:cubicBezTo>
                <a:cubicBezTo>
                  <a:pt x="1475961" y="-13524"/>
                  <a:pt x="1932127" y="371109"/>
                  <a:pt x="1905000" y="762000"/>
                </a:cubicBezTo>
                <a:cubicBezTo>
                  <a:pt x="1848092" y="1219176"/>
                  <a:pt x="1482539" y="1561852"/>
                  <a:pt x="952500" y="1524000"/>
                </a:cubicBezTo>
                <a:cubicBezTo>
                  <a:pt x="353434" y="1503536"/>
                  <a:pt x="-31105" y="1253569"/>
                  <a:pt x="0" y="762000"/>
                </a:cubicBezTo>
                <a:close/>
              </a:path>
              <a:path w="1905000" h="1524000" stroke="0" extrusionOk="0">
                <a:moveTo>
                  <a:pt x="0" y="762000"/>
                </a:moveTo>
                <a:cubicBezTo>
                  <a:pt x="-58445" y="286420"/>
                  <a:pt x="404818" y="-51792"/>
                  <a:pt x="952500" y="0"/>
                </a:cubicBezTo>
                <a:cubicBezTo>
                  <a:pt x="1454806" y="-18384"/>
                  <a:pt x="1810268" y="413365"/>
                  <a:pt x="1905000" y="762000"/>
                </a:cubicBezTo>
                <a:cubicBezTo>
                  <a:pt x="1853526" y="1085585"/>
                  <a:pt x="1407613" y="1479047"/>
                  <a:pt x="952500" y="1524000"/>
                </a:cubicBezTo>
                <a:cubicBezTo>
                  <a:pt x="484183" y="1470729"/>
                  <a:pt x="49326" y="1088507"/>
                  <a:pt x="0" y="762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01381090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scribble</a:t>
            </a:r>
          </a:p>
        </p:txBody>
      </p:sp>
      <p:sp>
        <p:nvSpPr>
          <p:cNvPr id="15" name="sk-scribble-3">
            <a:extLst>
              <a:ext uri="{FF2B5EF4-FFF2-40B4-BE49-F238E27FC236}">
                <a16:creationId xmlns:a16="http://schemas.microsoft.com/office/drawing/2014/main" id="{91FBF1F9-FC87-C861-EE2F-ABD5254FEADE}"/>
              </a:ext>
            </a:extLst>
          </p:cNvPr>
          <p:cNvSpPr/>
          <p:nvPr/>
        </p:nvSpPr>
        <p:spPr>
          <a:xfrm>
            <a:off x="7366000" y="4699000"/>
            <a:ext cx="1905000" cy="1524000"/>
          </a:xfrm>
          <a:custGeom>
            <a:avLst/>
            <a:gdLst>
              <a:gd name="csX0" fmla="*/ 0 w 1905000"/>
              <a:gd name="csY0" fmla="*/ 1524000 h 1524000"/>
              <a:gd name="csX1" fmla="*/ 307975 w 1905000"/>
              <a:gd name="csY1" fmla="*/ 1031240 h 1524000"/>
              <a:gd name="csX2" fmla="*/ 644525 w 1905000"/>
              <a:gd name="csY2" fmla="*/ 492760 h 1524000"/>
              <a:gd name="csX3" fmla="*/ 952500 w 1905000"/>
              <a:gd name="csY3" fmla="*/ 0 h 1524000"/>
              <a:gd name="csX4" fmla="*/ 1241425 w 1905000"/>
              <a:gd name="csY4" fmla="*/ 462280 h 1524000"/>
              <a:gd name="csX5" fmla="*/ 1539875 w 1905000"/>
              <a:gd name="csY5" fmla="*/ 939800 h 1524000"/>
              <a:gd name="csX6" fmla="*/ 1905000 w 1905000"/>
              <a:gd name="csY6" fmla="*/ 1524000 h 1524000"/>
              <a:gd name="csX7" fmla="*/ 1485900 w 1905000"/>
              <a:gd name="csY7" fmla="*/ 1524000 h 1524000"/>
              <a:gd name="csX8" fmla="*/ 1066800 w 1905000"/>
              <a:gd name="csY8" fmla="*/ 1524000 h 1524000"/>
              <a:gd name="csX9" fmla="*/ 590550 w 1905000"/>
              <a:gd name="csY9" fmla="*/ 1524000 h 1524000"/>
              <a:gd name="csX10" fmla="*/ 0 w 1905000"/>
              <a:gd name="csY10" fmla="*/ 1524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05000" h="1524000" fill="none" extrusionOk="0">
                <a:moveTo>
                  <a:pt x="0" y="1524000"/>
                </a:moveTo>
                <a:cubicBezTo>
                  <a:pt x="7737" y="1380244"/>
                  <a:pt x="203048" y="1276718"/>
                  <a:pt x="307975" y="1031240"/>
                </a:cubicBezTo>
                <a:cubicBezTo>
                  <a:pt x="412902" y="785762"/>
                  <a:pt x="603601" y="673436"/>
                  <a:pt x="644525" y="492760"/>
                </a:cubicBezTo>
                <a:cubicBezTo>
                  <a:pt x="685449" y="312084"/>
                  <a:pt x="866686" y="264250"/>
                  <a:pt x="952500" y="0"/>
                </a:cubicBezTo>
                <a:cubicBezTo>
                  <a:pt x="1119128" y="195850"/>
                  <a:pt x="1132325" y="297458"/>
                  <a:pt x="1241425" y="462280"/>
                </a:cubicBezTo>
                <a:cubicBezTo>
                  <a:pt x="1350525" y="627102"/>
                  <a:pt x="1392411" y="790607"/>
                  <a:pt x="1539875" y="939800"/>
                </a:cubicBezTo>
                <a:cubicBezTo>
                  <a:pt x="1687339" y="1088993"/>
                  <a:pt x="1739699" y="1321157"/>
                  <a:pt x="1905000" y="1524000"/>
                </a:cubicBezTo>
                <a:cubicBezTo>
                  <a:pt x="1800047" y="1573549"/>
                  <a:pt x="1622320" y="1523990"/>
                  <a:pt x="1485900" y="1524000"/>
                </a:cubicBezTo>
                <a:cubicBezTo>
                  <a:pt x="1349480" y="1524010"/>
                  <a:pt x="1260964" y="1496286"/>
                  <a:pt x="1066800" y="1524000"/>
                </a:cubicBezTo>
                <a:cubicBezTo>
                  <a:pt x="872636" y="1551714"/>
                  <a:pt x="758807" y="1476487"/>
                  <a:pt x="590550" y="1524000"/>
                </a:cubicBezTo>
                <a:cubicBezTo>
                  <a:pt x="422293" y="1571513"/>
                  <a:pt x="132630" y="1508806"/>
                  <a:pt x="0" y="1524000"/>
                </a:cubicBezTo>
                <a:close/>
              </a:path>
              <a:path w="1905000" h="1524000" stroke="0" extrusionOk="0">
                <a:moveTo>
                  <a:pt x="0" y="1524000"/>
                </a:moveTo>
                <a:cubicBezTo>
                  <a:pt x="39385" y="1408892"/>
                  <a:pt x="244893" y="1243930"/>
                  <a:pt x="288925" y="1061720"/>
                </a:cubicBezTo>
                <a:cubicBezTo>
                  <a:pt x="332957" y="879510"/>
                  <a:pt x="499549" y="837423"/>
                  <a:pt x="606425" y="553720"/>
                </a:cubicBezTo>
                <a:cubicBezTo>
                  <a:pt x="713301" y="270017"/>
                  <a:pt x="856921" y="165360"/>
                  <a:pt x="952500" y="0"/>
                </a:cubicBezTo>
                <a:cubicBezTo>
                  <a:pt x="1090746" y="185508"/>
                  <a:pt x="1141341" y="394035"/>
                  <a:pt x="1270000" y="508000"/>
                </a:cubicBezTo>
                <a:cubicBezTo>
                  <a:pt x="1398659" y="621965"/>
                  <a:pt x="1457814" y="839792"/>
                  <a:pt x="1558925" y="970280"/>
                </a:cubicBezTo>
                <a:cubicBezTo>
                  <a:pt x="1660036" y="1100768"/>
                  <a:pt x="1796042" y="1437504"/>
                  <a:pt x="1905000" y="1524000"/>
                </a:cubicBezTo>
                <a:cubicBezTo>
                  <a:pt x="1695891" y="1560596"/>
                  <a:pt x="1577045" y="1518853"/>
                  <a:pt x="1447800" y="1524000"/>
                </a:cubicBezTo>
                <a:cubicBezTo>
                  <a:pt x="1318555" y="1529147"/>
                  <a:pt x="1115882" y="1500672"/>
                  <a:pt x="971550" y="1524000"/>
                </a:cubicBezTo>
                <a:cubicBezTo>
                  <a:pt x="827218" y="1547328"/>
                  <a:pt x="738136" y="1490024"/>
                  <a:pt x="533400" y="1524000"/>
                </a:cubicBezTo>
                <a:cubicBezTo>
                  <a:pt x="328664" y="1557976"/>
                  <a:pt x="184604" y="1491589"/>
                  <a:pt x="0" y="1524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4159109259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scribble</a:t>
            </a:r>
          </a:p>
        </p:txBody>
      </p:sp>
      <p:sp>
        <p:nvSpPr>
          <p:cNvPr id="16" name="sk-scribble-4">
            <a:extLst>
              <a:ext uri="{FF2B5EF4-FFF2-40B4-BE49-F238E27FC236}">
                <a16:creationId xmlns:a16="http://schemas.microsoft.com/office/drawing/2014/main" id="{4FA88C8C-AA01-DFE3-5031-56C05ABCCA12}"/>
              </a:ext>
            </a:extLst>
          </p:cNvPr>
          <p:cNvSpPr/>
          <p:nvPr/>
        </p:nvSpPr>
        <p:spPr>
          <a:xfrm>
            <a:off x="9652000" y="4699000"/>
            <a:ext cx="1905000" cy="1524000"/>
          </a:xfrm>
          <a:custGeom>
            <a:avLst/>
            <a:gdLst>
              <a:gd name="csX0" fmla="*/ 0 w 1905000"/>
              <a:gd name="csY0" fmla="*/ 381000 h 1524000"/>
              <a:gd name="csX1" fmla="*/ 571500 w 1905000"/>
              <a:gd name="csY1" fmla="*/ 381000 h 1524000"/>
              <a:gd name="csX2" fmla="*/ 1143000 w 1905000"/>
              <a:gd name="csY2" fmla="*/ 381000 h 1524000"/>
              <a:gd name="csX3" fmla="*/ 1143000 w 1905000"/>
              <a:gd name="csY3" fmla="*/ 0 h 1524000"/>
              <a:gd name="csX4" fmla="*/ 1501140 w 1905000"/>
              <a:gd name="csY4" fmla="*/ 358140 h 1524000"/>
              <a:gd name="csX5" fmla="*/ 1905000 w 1905000"/>
              <a:gd name="csY5" fmla="*/ 762000 h 1524000"/>
              <a:gd name="csX6" fmla="*/ 1508760 w 1905000"/>
              <a:gd name="csY6" fmla="*/ 1158240 h 1524000"/>
              <a:gd name="csX7" fmla="*/ 1143000 w 1905000"/>
              <a:gd name="csY7" fmla="*/ 1524000 h 1524000"/>
              <a:gd name="csX8" fmla="*/ 1143000 w 1905000"/>
              <a:gd name="csY8" fmla="*/ 1143000 h 1524000"/>
              <a:gd name="csX9" fmla="*/ 605790 w 1905000"/>
              <a:gd name="csY9" fmla="*/ 1143000 h 1524000"/>
              <a:gd name="csX10" fmla="*/ 0 w 1905000"/>
              <a:gd name="csY10" fmla="*/ 1143000 h 1524000"/>
              <a:gd name="csX11" fmla="*/ 0 w 1905000"/>
              <a:gd name="csY11" fmla="*/ 769620 h 1524000"/>
              <a:gd name="csX12" fmla="*/ 0 w 1905000"/>
              <a:gd name="csY12" fmla="*/ 381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05000" h="1524000" fill="none" extrusionOk="0">
                <a:moveTo>
                  <a:pt x="0" y="381000"/>
                </a:moveTo>
                <a:cubicBezTo>
                  <a:pt x="248433" y="347023"/>
                  <a:pt x="328937" y="446764"/>
                  <a:pt x="571500" y="381000"/>
                </a:cubicBezTo>
                <a:cubicBezTo>
                  <a:pt x="814063" y="315236"/>
                  <a:pt x="935051" y="422784"/>
                  <a:pt x="1143000" y="381000"/>
                </a:cubicBezTo>
                <a:cubicBezTo>
                  <a:pt x="1139553" y="229662"/>
                  <a:pt x="1157270" y="144698"/>
                  <a:pt x="1143000" y="0"/>
                </a:cubicBezTo>
                <a:cubicBezTo>
                  <a:pt x="1281562" y="63684"/>
                  <a:pt x="1332600" y="258044"/>
                  <a:pt x="1501140" y="358140"/>
                </a:cubicBezTo>
                <a:cubicBezTo>
                  <a:pt x="1669680" y="458236"/>
                  <a:pt x="1709260" y="648320"/>
                  <a:pt x="1905000" y="762000"/>
                </a:cubicBezTo>
                <a:cubicBezTo>
                  <a:pt x="1789778" y="904189"/>
                  <a:pt x="1585973" y="1003145"/>
                  <a:pt x="1508760" y="1158240"/>
                </a:cubicBezTo>
                <a:cubicBezTo>
                  <a:pt x="1431547" y="1313335"/>
                  <a:pt x="1223804" y="1385379"/>
                  <a:pt x="1143000" y="1524000"/>
                </a:cubicBezTo>
                <a:cubicBezTo>
                  <a:pt x="1102926" y="1382331"/>
                  <a:pt x="1152147" y="1275284"/>
                  <a:pt x="1143000" y="1143000"/>
                </a:cubicBezTo>
                <a:cubicBezTo>
                  <a:pt x="954022" y="1150833"/>
                  <a:pt x="859434" y="1090556"/>
                  <a:pt x="605790" y="1143000"/>
                </a:cubicBezTo>
                <a:cubicBezTo>
                  <a:pt x="352146" y="1195444"/>
                  <a:pt x="229581" y="1131958"/>
                  <a:pt x="0" y="1143000"/>
                </a:cubicBezTo>
                <a:cubicBezTo>
                  <a:pt x="-16244" y="1046600"/>
                  <a:pt x="27608" y="869355"/>
                  <a:pt x="0" y="769620"/>
                </a:cubicBezTo>
                <a:cubicBezTo>
                  <a:pt x="-27608" y="669885"/>
                  <a:pt x="9020" y="557032"/>
                  <a:pt x="0" y="381000"/>
                </a:cubicBezTo>
                <a:close/>
              </a:path>
              <a:path w="1905000" h="1524000" stroke="0" extrusionOk="0">
                <a:moveTo>
                  <a:pt x="0" y="381000"/>
                </a:moveTo>
                <a:cubicBezTo>
                  <a:pt x="119830" y="364632"/>
                  <a:pt x="459984" y="418387"/>
                  <a:pt x="594360" y="381000"/>
                </a:cubicBezTo>
                <a:cubicBezTo>
                  <a:pt x="728736" y="343613"/>
                  <a:pt x="949965" y="413996"/>
                  <a:pt x="1143000" y="381000"/>
                </a:cubicBezTo>
                <a:cubicBezTo>
                  <a:pt x="1132422" y="196284"/>
                  <a:pt x="1150678" y="137782"/>
                  <a:pt x="1143000" y="0"/>
                </a:cubicBezTo>
                <a:cubicBezTo>
                  <a:pt x="1292584" y="149426"/>
                  <a:pt x="1376525" y="312418"/>
                  <a:pt x="1531620" y="388620"/>
                </a:cubicBezTo>
                <a:cubicBezTo>
                  <a:pt x="1686715" y="464822"/>
                  <a:pt x="1715989" y="618104"/>
                  <a:pt x="1905000" y="762000"/>
                </a:cubicBezTo>
                <a:cubicBezTo>
                  <a:pt x="1844943" y="894445"/>
                  <a:pt x="1708223" y="928215"/>
                  <a:pt x="1546860" y="1120140"/>
                </a:cubicBezTo>
                <a:cubicBezTo>
                  <a:pt x="1385497" y="1312065"/>
                  <a:pt x="1266419" y="1373801"/>
                  <a:pt x="1143000" y="1524000"/>
                </a:cubicBezTo>
                <a:cubicBezTo>
                  <a:pt x="1133089" y="1364595"/>
                  <a:pt x="1166856" y="1329288"/>
                  <a:pt x="1143000" y="1143000"/>
                </a:cubicBezTo>
                <a:cubicBezTo>
                  <a:pt x="960247" y="1151041"/>
                  <a:pt x="816689" y="1114495"/>
                  <a:pt x="560070" y="1143000"/>
                </a:cubicBezTo>
                <a:cubicBezTo>
                  <a:pt x="303451" y="1171505"/>
                  <a:pt x="164851" y="1100373"/>
                  <a:pt x="0" y="1143000"/>
                </a:cubicBezTo>
                <a:cubicBezTo>
                  <a:pt x="-5146" y="966914"/>
                  <a:pt x="35456" y="899776"/>
                  <a:pt x="0" y="784860"/>
                </a:cubicBezTo>
                <a:cubicBezTo>
                  <a:pt x="-35456" y="669944"/>
                  <a:pt x="39384" y="541197"/>
                  <a:pt x="0" y="381000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532935790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scribble</a:t>
            </a:r>
          </a:p>
        </p:txBody>
      </p:sp>
    </p:spTree>
    <p:extLst>
      <p:ext uri="{BB962C8B-B14F-4D97-AF65-F5344CB8AC3E}">
        <p14:creationId xmlns:p14="http://schemas.microsoft.com/office/powerpoint/2010/main" val="3004868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-freehand-nofill">
            <a:extLst>
              <a:ext uri="{FF2B5EF4-FFF2-40B4-BE49-F238E27FC236}">
                <a16:creationId xmlns:a16="http://schemas.microsoft.com/office/drawing/2014/main" id="{EF5CAAAB-C2B7-622C-C689-AB9998523432}"/>
              </a:ext>
            </a:extLst>
          </p:cNvPr>
          <p:cNvSpPr/>
          <p:nvPr/>
        </p:nvSpPr>
        <p:spPr>
          <a:xfrm>
            <a:off x="508000" y="508000"/>
            <a:ext cx="2540000" cy="1778000"/>
          </a:xfrm>
          <a:custGeom>
            <a:avLst/>
            <a:gdLst>
              <a:gd name="csX0" fmla="*/ 0 w 2540000"/>
              <a:gd name="csY0" fmla="*/ 0 h 1778000"/>
              <a:gd name="csX1" fmla="*/ 609600 w 2540000"/>
              <a:gd name="csY1" fmla="*/ 0 h 1778000"/>
              <a:gd name="csX2" fmla="*/ 1168400 w 2540000"/>
              <a:gd name="csY2" fmla="*/ 0 h 1778000"/>
              <a:gd name="csX3" fmla="*/ 1854200 w 2540000"/>
              <a:gd name="csY3" fmla="*/ 0 h 1778000"/>
              <a:gd name="csX4" fmla="*/ 2540000 w 2540000"/>
              <a:gd name="csY4" fmla="*/ 0 h 1778000"/>
              <a:gd name="csX5" fmla="*/ 2540000 w 2540000"/>
              <a:gd name="csY5" fmla="*/ 574887 h 1778000"/>
              <a:gd name="csX6" fmla="*/ 2540000 w 2540000"/>
              <a:gd name="csY6" fmla="*/ 1131993 h 1778000"/>
              <a:gd name="csX7" fmla="*/ 2540000 w 2540000"/>
              <a:gd name="csY7" fmla="*/ 1778000 h 1778000"/>
              <a:gd name="csX8" fmla="*/ 1905000 w 2540000"/>
              <a:gd name="csY8" fmla="*/ 1778000 h 1778000"/>
              <a:gd name="csX9" fmla="*/ 1346200 w 2540000"/>
              <a:gd name="csY9" fmla="*/ 1778000 h 1778000"/>
              <a:gd name="csX10" fmla="*/ 711200 w 2540000"/>
              <a:gd name="csY10" fmla="*/ 1778000 h 1778000"/>
              <a:gd name="csX11" fmla="*/ 0 w 2540000"/>
              <a:gd name="csY11" fmla="*/ 1778000 h 1778000"/>
              <a:gd name="csX12" fmla="*/ 0 w 2540000"/>
              <a:gd name="csY12" fmla="*/ 1203113 h 1778000"/>
              <a:gd name="csX13" fmla="*/ 0 w 2540000"/>
              <a:gd name="csY13" fmla="*/ 628227 h 1778000"/>
              <a:gd name="csX14" fmla="*/ 0 w 2540000"/>
              <a:gd name="csY14" fmla="*/ 0 h 177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40000" h="1778000" extrusionOk="0">
                <a:moveTo>
                  <a:pt x="0" y="0"/>
                </a:moveTo>
                <a:cubicBezTo>
                  <a:pt x="256383" y="10067"/>
                  <a:pt x="336843" y="25907"/>
                  <a:pt x="609600" y="0"/>
                </a:cubicBezTo>
                <a:cubicBezTo>
                  <a:pt x="882357" y="-25907"/>
                  <a:pt x="982930" y="-2291"/>
                  <a:pt x="1168400" y="0"/>
                </a:cubicBezTo>
                <a:cubicBezTo>
                  <a:pt x="1353870" y="2291"/>
                  <a:pt x="1513660" y="10391"/>
                  <a:pt x="1854200" y="0"/>
                </a:cubicBezTo>
                <a:cubicBezTo>
                  <a:pt x="2194740" y="-10391"/>
                  <a:pt x="2219403" y="25623"/>
                  <a:pt x="2540000" y="0"/>
                </a:cubicBezTo>
                <a:cubicBezTo>
                  <a:pt x="2523333" y="142331"/>
                  <a:pt x="2560378" y="362089"/>
                  <a:pt x="2540000" y="574887"/>
                </a:cubicBezTo>
                <a:cubicBezTo>
                  <a:pt x="2519622" y="787685"/>
                  <a:pt x="2526070" y="942954"/>
                  <a:pt x="2540000" y="1131993"/>
                </a:cubicBezTo>
                <a:cubicBezTo>
                  <a:pt x="2553930" y="1321032"/>
                  <a:pt x="2552444" y="1524628"/>
                  <a:pt x="2540000" y="1778000"/>
                </a:cubicBezTo>
                <a:cubicBezTo>
                  <a:pt x="2351314" y="1793705"/>
                  <a:pt x="2059108" y="1749331"/>
                  <a:pt x="1905000" y="1778000"/>
                </a:cubicBezTo>
                <a:cubicBezTo>
                  <a:pt x="1750892" y="1806669"/>
                  <a:pt x="1548355" y="1795953"/>
                  <a:pt x="1346200" y="1778000"/>
                </a:cubicBezTo>
                <a:cubicBezTo>
                  <a:pt x="1144045" y="1760047"/>
                  <a:pt x="964654" y="1791912"/>
                  <a:pt x="711200" y="1778000"/>
                </a:cubicBezTo>
                <a:cubicBezTo>
                  <a:pt x="457746" y="1764088"/>
                  <a:pt x="161047" y="1796086"/>
                  <a:pt x="0" y="1778000"/>
                </a:cubicBezTo>
                <a:cubicBezTo>
                  <a:pt x="-6166" y="1604348"/>
                  <a:pt x="11539" y="1352861"/>
                  <a:pt x="0" y="1203113"/>
                </a:cubicBezTo>
                <a:cubicBezTo>
                  <a:pt x="-11539" y="1053365"/>
                  <a:pt x="-9345" y="914817"/>
                  <a:pt x="0" y="628227"/>
                </a:cubicBezTo>
                <a:cubicBezTo>
                  <a:pt x="9345" y="341637"/>
                  <a:pt x="-29233" y="260513"/>
                  <a:pt x="0" y="0"/>
                </a:cubicBezTo>
                <a:close/>
              </a:path>
            </a:pathLst>
          </a:custGeom>
          <a:noFill/>
          <a:ln w="76200" cap="flat" cmpd="sng" algn="ctr">
            <a:solidFill>
              <a:srgbClr val="C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k-scribble-gradient">
            <a:extLst>
              <a:ext uri="{FF2B5EF4-FFF2-40B4-BE49-F238E27FC236}">
                <a16:creationId xmlns:a16="http://schemas.microsoft.com/office/drawing/2014/main" id="{E86BA4E5-4103-CF33-D090-3C48E691FAE9}"/>
              </a:ext>
            </a:extLst>
          </p:cNvPr>
          <p:cNvSpPr/>
          <p:nvPr/>
        </p:nvSpPr>
        <p:spPr>
          <a:xfrm>
            <a:off x="3683000" y="381000"/>
            <a:ext cx="2286000" cy="2159000"/>
          </a:xfrm>
          <a:custGeom>
            <a:avLst/>
            <a:gdLst>
              <a:gd name="csX0" fmla="*/ 2 w 2286000"/>
              <a:gd name="csY0" fmla="*/ 824663 h 2159000"/>
              <a:gd name="csX1" fmla="*/ 427859 w 2286000"/>
              <a:gd name="csY1" fmla="*/ 824665 h 2159000"/>
              <a:gd name="csX2" fmla="*/ 873179 w 2286000"/>
              <a:gd name="csY2" fmla="*/ 824668 h 2159000"/>
              <a:gd name="csX3" fmla="*/ 1008090 w 2286000"/>
              <a:gd name="csY3" fmla="*/ 412334 h 2159000"/>
              <a:gd name="csX4" fmla="*/ 1143000 w 2286000"/>
              <a:gd name="csY4" fmla="*/ 0 h 2159000"/>
              <a:gd name="csX5" fmla="*/ 1277911 w 2286000"/>
              <a:gd name="csY5" fmla="*/ 412334 h 2159000"/>
              <a:gd name="csX6" fmla="*/ 1412821 w 2286000"/>
              <a:gd name="csY6" fmla="*/ 824668 h 2159000"/>
              <a:gd name="csX7" fmla="*/ 1849410 w 2286000"/>
              <a:gd name="csY7" fmla="*/ 824666 h 2159000"/>
              <a:gd name="csX8" fmla="*/ 2285998 w 2286000"/>
              <a:gd name="csY8" fmla="*/ 824663 h 2159000"/>
              <a:gd name="csX9" fmla="*/ 1918660 w 2286000"/>
              <a:gd name="csY9" fmla="*/ 1089690 h 2159000"/>
              <a:gd name="csX10" fmla="*/ 1579579 w 2286000"/>
              <a:gd name="csY10" fmla="*/ 1334330 h 2159000"/>
              <a:gd name="csX11" fmla="*/ 1706400 w 2286000"/>
              <a:gd name="csY11" fmla="*/ 1721923 h 2159000"/>
              <a:gd name="csX12" fmla="*/ 1849411 w 2286000"/>
              <a:gd name="csY12" fmla="*/ 2158995 h 2159000"/>
              <a:gd name="csX13" fmla="*/ 1489141 w 2286000"/>
              <a:gd name="csY13" fmla="*/ 1899060 h 2159000"/>
              <a:gd name="csX14" fmla="*/ 1143000 w 2286000"/>
              <a:gd name="csY14" fmla="*/ 1649318 h 2159000"/>
              <a:gd name="csX15" fmla="*/ 782730 w 2286000"/>
              <a:gd name="csY15" fmla="*/ 1909253 h 2159000"/>
              <a:gd name="csX16" fmla="*/ 436589 w 2286000"/>
              <a:gd name="csY16" fmla="*/ 2158995 h 2159000"/>
              <a:gd name="csX17" fmla="*/ 571505 w 2286000"/>
              <a:gd name="csY17" fmla="*/ 1746663 h 2159000"/>
              <a:gd name="csX18" fmla="*/ 706421 w 2286000"/>
              <a:gd name="csY18" fmla="*/ 1334330 h 2159000"/>
              <a:gd name="csX19" fmla="*/ 346147 w 2286000"/>
              <a:gd name="csY19" fmla="*/ 1074400 h 2159000"/>
              <a:gd name="csX20" fmla="*/ 2 w 2286000"/>
              <a:gd name="csY20" fmla="*/ 824663 h 2159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286000" h="2159000" fill="none" extrusionOk="0">
                <a:moveTo>
                  <a:pt x="2" y="824663"/>
                </a:moveTo>
                <a:cubicBezTo>
                  <a:pt x="179455" y="813654"/>
                  <a:pt x="239194" y="850471"/>
                  <a:pt x="427859" y="824665"/>
                </a:cubicBezTo>
                <a:cubicBezTo>
                  <a:pt x="616524" y="798859"/>
                  <a:pt x="726728" y="855022"/>
                  <a:pt x="873179" y="824668"/>
                </a:cubicBezTo>
                <a:cubicBezTo>
                  <a:pt x="874820" y="665811"/>
                  <a:pt x="960437" y="604701"/>
                  <a:pt x="1008090" y="412334"/>
                </a:cubicBezTo>
                <a:cubicBezTo>
                  <a:pt x="1055742" y="219967"/>
                  <a:pt x="1150172" y="143030"/>
                  <a:pt x="1143000" y="0"/>
                </a:cubicBezTo>
                <a:cubicBezTo>
                  <a:pt x="1243939" y="180730"/>
                  <a:pt x="1218943" y="283022"/>
                  <a:pt x="1277911" y="412334"/>
                </a:cubicBezTo>
                <a:cubicBezTo>
                  <a:pt x="1336879" y="541646"/>
                  <a:pt x="1334650" y="673355"/>
                  <a:pt x="1412821" y="824668"/>
                </a:cubicBezTo>
                <a:cubicBezTo>
                  <a:pt x="1512027" y="784337"/>
                  <a:pt x="1682143" y="866186"/>
                  <a:pt x="1849410" y="824666"/>
                </a:cubicBezTo>
                <a:cubicBezTo>
                  <a:pt x="2016677" y="783146"/>
                  <a:pt x="2121324" y="846631"/>
                  <a:pt x="2285998" y="824663"/>
                </a:cubicBezTo>
                <a:cubicBezTo>
                  <a:pt x="2203435" y="891102"/>
                  <a:pt x="2026775" y="995720"/>
                  <a:pt x="1918660" y="1089690"/>
                </a:cubicBezTo>
                <a:cubicBezTo>
                  <a:pt x="1810545" y="1183660"/>
                  <a:pt x="1675583" y="1220603"/>
                  <a:pt x="1579579" y="1334330"/>
                </a:cubicBezTo>
                <a:cubicBezTo>
                  <a:pt x="1631508" y="1446597"/>
                  <a:pt x="1623182" y="1591632"/>
                  <a:pt x="1706400" y="1721923"/>
                </a:cubicBezTo>
                <a:cubicBezTo>
                  <a:pt x="1789618" y="1852214"/>
                  <a:pt x="1755520" y="1993003"/>
                  <a:pt x="1849411" y="2158995"/>
                </a:cubicBezTo>
                <a:cubicBezTo>
                  <a:pt x="1670969" y="2045779"/>
                  <a:pt x="1581389" y="1945956"/>
                  <a:pt x="1489141" y="1899060"/>
                </a:cubicBezTo>
                <a:cubicBezTo>
                  <a:pt x="1396893" y="1852164"/>
                  <a:pt x="1232880" y="1686136"/>
                  <a:pt x="1143000" y="1649318"/>
                </a:cubicBezTo>
                <a:cubicBezTo>
                  <a:pt x="1014045" y="1785293"/>
                  <a:pt x="933566" y="1795884"/>
                  <a:pt x="782730" y="1909253"/>
                </a:cubicBezTo>
                <a:cubicBezTo>
                  <a:pt x="631894" y="2022622"/>
                  <a:pt x="602740" y="2025355"/>
                  <a:pt x="436589" y="2158995"/>
                </a:cubicBezTo>
                <a:cubicBezTo>
                  <a:pt x="455886" y="2010290"/>
                  <a:pt x="581830" y="1869229"/>
                  <a:pt x="571505" y="1746663"/>
                </a:cubicBezTo>
                <a:cubicBezTo>
                  <a:pt x="561180" y="1624097"/>
                  <a:pt x="690481" y="1548381"/>
                  <a:pt x="706421" y="1334330"/>
                </a:cubicBezTo>
                <a:cubicBezTo>
                  <a:pt x="618575" y="1290227"/>
                  <a:pt x="523669" y="1187561"/>
                  <a:pt x="346147" y="1074400"/>
                </a:cubicBezTo>
                <a:cubicBezTo>
                  <a:pt x="168625" y="961239"/>
                  <a:pt x="159184" y="936995"/>
                  <a:pt x="2" y="824663"/>
                </a:cubicBezTo>
                <a:close/>
              </a:path>
              <a:path w="2286000" h="2159000" stroke="0" extrusionOk="0">
                <a:moveTo>
                  <a:pt x="2" y="824663"/>
                </a:moveTo>
                <a:cubicBezTo>
                  <a:pt x="112597" y="807448"/>
                  <a:pt x="328062" y="852667"/>
                  <a:pt x="427859" y="824665"/>
                </a:cubicBezTo>
                <a:cubicBezTo>
                  <a:pt x="527656" y="796664"/>
                  <a:pt x="699237" y="833442"/>
                  <a:pt x="873179" y="824668"/>
                </a:cubicBezTo>
                <a:cubicBezTo>
                  <a:pt x="915445" y="661147"/>
                  <a:pt x="1002666" y="530219"/>
                  <a:pt x="1010788" y="404087"/>
                </a:cubicBezTo>
                <a:cubicBezTo>
                  <a:pt x="1018910" y="277955"/>
                  <a:pt x="1111078" y="105861"/>
                  <a:pt x="1143000" y="0"/>
                </a:cubicBezTo>
                <a:cubicBezTo>
                  <a:pt x="1208790" y="180724"/>
                  <a:pt x="1200800" y="274449"/>
                  <a:pt x="1280609" y="420581"/>
                </a:cubicBezTo>
                <a:cubicBezTo>
                  <a:pt x="1360418" y="566713"/>
                  <a:pt x="1338366" y="703109"/>
                  <a:pt x="1412821" y="824668"/>
                </a:cubicBezTo>
                <a:cubicBezTo>
                  <a:pt x="1617140" y="800979"/>
                  <a:pt x="1741159" y="827302"/>
                  <a:pt x="1831946" y="824666"/>
                </a:cubicBezTo>
                <a:cubicBezTo>
                  <a:pt x="1922733" y="822029"/>
                  <a:pt x="2068318" y="829563"/>
                  <a:pt x="2285998" y="824663"/>
                </a:cubicBezTo>
                <a:cubicBezTo>
                  <a:pt x="2189228" y="930850"/>
                  <a:pt x="2038597" y="1001315"/>
                  <a:pt x="1918660" y="1089690"/>
                </a:cubicBezTo>
                <a:cubicBezTo>
                  <a:pt x="1798723" y="1178065"/>
                  <a:pt x="1669943" y="1252350"/>
                  <a:pt x="1579579" y="1334330"/>
                </a:cubicBezTo>
                <a:cubicBezTo>
                  <a:pt x="1644776" y="1462321"/>
                  <a:pt x="1613327" y="1552715"/>
                  <a:pt x="1711797" y="1738416"/>
                </a:cubicBezTo>
                <a:cubicBezTo>
                  <a:pt x="1810266" y="1924117"/>
                  <a:pt x="1806064" y="2069075"/>
                  <a:pt x="1849411" y="2158995"/>
                </a:cubicBezTo>
                <a:cubicBezTo>
                  <a:pt x="1723390" y="2131996"/>
                  <a:pt x="1650631" y="1962016"/>
                  <a:pt x="1489141" y="1899060"/>
                </a:cubicBezTo>
                <a:cubicBezTo>
                  <a:pt x="1327651" y="1836104"/>
                  <a:pt x="1320496" y="1720535"/>
                  <a:pt x="1143000" y="1649318"/>
                </a:cubicBezTo>
                <a:cubicBezTo>
                  <a:pt x="1041917" y="1747950"/>
                  <a:pt x="898160" y="1802260"/>
                  <a:pt x="782730" y="1909253"/>
                </a:cubicBezTo>
                <a:cubicBezTo>
                  <a:pt x="667301" y="2016247"/>
                  <a:pt x="483827" y="2075743"/>
                  <a:pt x="436589" y="2158995"/>
                </a:cubicBezTo>
                <a:cubicBezTo>
                  <a:pt x="491660" y="1964740"/>
                  <a:pt x="523662" y="1956477"/>
                  <a:pt x="563410" y="1771402"/>
                </a:cubicBezTo>
                <a:cubicBezTo>
                  <a:pt x="603158" y="1586327"/>
                  <a:pt x="692188" y="1526705"/>
                  <a:pt x="706421" y="1334330"/>
                </a:cubicBezTo>
                <a:cubicBezTo>
                  <a:pt x="589559" y="1304988"/>
                  <a:pt x="525695" y="1189627"/>
                  <a:pt x="367340" y="1089690"/>
                </a:cubicBezTo>
                <a:cubicBezTo>
                  <a:pt x="208985" y="989753"/>
                  <a:pt x="179960" y="948149"/>
                  <a:pt x="2" y="824663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C00000"/>
              </a:gs>
            </a:gsLst>
            <a:lin ang="5400000" scaled="1"/>
            <a:tileRect/>
          </a:gradFill>
          <a:ln w="19050">
            <a:extLst>
              <a:ext uri="{C807C97D-BFC1-408E-A445-0C87EB9F89A2}">
                <ask:lineSketchStyleProps xmlns:ask="http://schemas.microsoft.com/office/drawing/2018/sketchyshapes" sd="2649530079">
                  <a:prstGeom prst="star5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k-curved-cloud">
            <a:extLst>
              <a:ext uri="{FF2B5EF4-FFF2-40B4-BE49-F238E27FC236}">
                <a16:creationId xmlns:a16="http://schemas.microsoft.com/office/drawing/2014/main" id="{05D49A4D-43A8-D57B-9AA9-8ED347D2A920}"/>
              </a:ext>
            </a:extLst>
          </p:cNvPr>
          <p:cNvSpPr/>
          <p:nvPr/>
        </p:nvSpPr>
        <p:spPr>
          <a:xfrm>
            <a:off x="6604000" y="508000"/>
            <a:ext cx="2540000" cy="1778000"/>
          </a:xfrm>
          <a:custGeom>
            <a:avLst/>
            <a:gdLst>
              <a:gd name="csX0" fmla="*/ 275931 w 2540000"/>
              <a:gd name="csY0" fmla="*/ 1077377 h 1778000"/>
              <a:gd name="csX1" fmla="*/ 127000 w 2540000"/>
              <a:gd name="csY1" fmla="*/ 1044574 h 1778000"/>
              <a:gd name="csX2" fmla="*/ 407340 w 2540000"/>
              <a:gd name="csY2" fmla="*/ 1436352 h 1778000"/>
              <a:gd name="csX3" fmla="*/ 342194 w 2540000"/>
              <a:gd name="csY3" fmla="*/ 1452033 h 1778000"/>
              <a:gd name="csX4" fmla="*/ 968845 w 2540000"/>
              <a:gd name="csY4" fmla="*/ 1608843 h 1778000"/>
              <a:gd name="csX5" fmla="*/ 929569 w 2540000"/>
              <a:gd name="csY5" fmla="*/ 1537229 h 1778000"/>
              <a:gd name="csX6" fmla="*/ 1694920 w 2540000"/>
              <a:gd name="csY6" fmla="*/ 1430261 h 1778000"/>
              <a:gd name="csX7" fmla="*/ 1679222 w 2540000"/>
              <a:gd name="csY7" fmla="*/ 1508830 h 1778000"/>
              <a:gd name="csX8" fmla="*/ 2006658 w 2540000"/>
              <a:gd name="csY8" fmla="*/ 944727 h 1778000"/>
              <a:gd name="csX9" fmla="*/ 2197805 w 2540000"/>
              <a:gd name="csY9" fmla="*/ 1238426 h 1778000"/>
              <a:gd name="csX10" fmla="*/ 2457567 w 2540000"/>
              <a:gd name="csY10" fmla="*/ 631930 h 1778000"/>
              <a:gd name="csX11" fmla="*/ 2372430 w 2540000"/>
              <a:gd name="csY11" fmla="*/ 742068 h 1778000"/>
              <a:gd name="csX12" fmla="*/ 2253309 w 2540000"/>
              <a:gd name="csY12" fmla="*/ 223320 h 1778000"/>
              <a:gd name="csX13" fmla="*/ 2257777 w 2540000"/>
              <a:gd name="csY13" fmla="*/ 275343 h 1778000"/>
              <a:gd name="csX14" fmla="*/ 1709678 w 2540000"/>
              <a:gd name="csY14" fmla="*/ 162654 h 1778000"/>
              <a:gd name="csX15" fmla="*/ 1753305 w 2540000"/>
              <a:gd name="csY15" fmla="*/ 96308 h 1778000"/>
              <a:gd name="csX16" fmla="*/ 1301808 w 2540000"/>
              <a:gd name="csY16" fmla="*/ 194262 h 1778000"/>
              <a:gd name="csX17" fmla="*/ 1322916 w 2540000"/>
              <a:gd name="csY17" fmla="*/ 137054 h 1778000"/>
              <a:gd name="csX18" fmla="*/ 823148 w 2540000"/>
              <a:gd name="csY18" fmla="*/ 213689 h 1778000"/>
              <a:gd name="csX19" fmla="*/ 899583 w 2540000"/>
              <a:gd name="csY19" fmla="*/ 269169 h 1778000"/>
              <a:gd name="csX20" fmla="*/ 242652 w 2540000"/>
              <a:gd name="csY20" fmla="*/ 649834 h 1778000"/>
              <a:gd name="csX21" fmla="*/ 229305 w 2540000"/>
              <a:gd name="csY21" fmla="*/ 591431 h 177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40000" h="1778000" fill="none" extrusionOk="0">
                <a:moveTo>
                  <a:pt x="229305" y="591431"/>
                </a:moveTo>
                <a:cubicBezTo>
                  <a:pt x="222238" y="477246"/>
                  <a:pt x="257829" y="370937"/>
                  <a:pt x="330611" y="284274"/>
                </a:cubicBezTo>
                <a:cubicBezTo>
                  <a:pt x="451629" y="143542"/>
                  <a:pt x="629668" y="133120"/>
                  <a:pt x="823442" y="214100"/>
                </a:cubicBezTo>
                <a:cubicBezTo>
                  <a:pt x="913615" y="26244"/>
                  <a:pt x="1189522" y="31765"/>
                  <a:pt x="1320329" y="141252"/>
                </a:cubicBezTo>
                <a:cubicBezTo>
                  <a:pt x="1346496" y="71744"/>
                  <a:pt x="1426113" y="5063"/>
                  <a:pt x="1513945" y="8231"/>
                </a:cubicBezTo>
                <a:cubicBezTo>
                  <a:pt x="1600111" y="-1875"/>
                  <a:pt x="1700986" y="26931"/>
                  <a:pt x="1754069" y="102111"/>
                </a:cubicBezTo>
                <a:cubicBezTo>
                  <a:pt x="1830338" y="9009"/>
                  <a:pt x="1964242" y="-26451"/>
                  <a:pt x="2085093" y="28398"/>
                </a:cubicBezTo>
                <a:cubicBezTo>
                  <a:pt x="2160542" y="77650"/>
                  <a:pt x="2227902" y="139301"/>
                  <a:pt x="2252956" y="229493"/>
                </a:cubicBezTo>
                <a:cubicBezTo>
                  <a:pt x="2348408" y="263336"/>
                  <a:pt x="2428155" y="332897"/>
                  <a:pt x="2468386" y="424662"/>
                </a:cubicBezTo>
                <a:cubicBezTo>
                  <a:pt x="2502499" y="485752"/>
                  <a:pt x="2489832" y="571068"/>
                  <a:pt x="2458743" y="636293"/>
                </a:cubicBezTo>
                <a:cubicBezTo>
                  <a:pt x="2542076" y="721393"/>
                  <a:pt x="2563659" y="838650"/>
                  <a:pt x="2529181" y="959873"/>
                </a:cubicBezTo>
                <a:cubicBezTo>
                  <a:pt x="2496223" y="1098654"/>
                  <a:pt x="2367922" y="1221572"/>
                  <a:pt x="2199216" y="1243118"/>
                </a:cubicBezTo>
                <a:cubicBezTo>
                  <a:pt x="2206596" y="1326842"/>
                  <a:pt x="2162723" y="1437583"/>
                  <a:pt x="2081094" y="1485823"/>
                </a:cubicBezTo>
                <a:cubicBezTo>
                  <a:pt x="1950217" y="1581417"/>
                  <a:pt x="1798416" y="1615238"/>
                  <a:pt x="1678928" y="1515209"/>
                </a:cubicBezTo>
                <a:cubicBezTo>
                  <a:pt x="1635479" y="1643455"/>
                  <a:pt x="1534776" y="1725401"/>
                  <a:pt x="1391531" y="1774131"/>
                </a:cubicBezTo>
                <a:cubicBezTo>
                  <a:pt x="1223703" y="1833174"/>
                  <a:pt x="1059566" y="1759441"/>
                  <a:pt x="968962" y="1616086"/>
                </a:cubicBezTo>
                <a:cubicBezTo>
                  <a:pt x="749213" y="1733020"/>
                  <a:pt x="451589" y="1677189"/>
                  <a:pt x="341253" y="1459935"/>
                </a:cubicBezTo>
                <a:cubicBezTo>
                  <a:pt x="232980" y="1468888"/>
                  <a:pt x="96522" y="1404000"/>
                  <a:pt x="65263" y="1286168"/>
                </a:cubicBezTo>
                <a:cubicBezTo>
                  <a:pt x="44254" y="1205182"/>
                  <a:pt x="66210" y="1111014"/>
                  <a:pt x="124236" y="1051612"/>
                </a:cubicBezTo>
                <a:cubicBezTo>
                  <a:pt x="31924" y="1004837"/>
                  <a:pt x="-11353" y="926074"/>
                  <a:pt x="-294" y="810965"/>
                </a:cubicBezTo>
                <a:cubicBezTo>
                  <a:pt x="12891" y="695525"/>
                  <a:pt x="113030" y="607525"/>
                  <a:pt x="227130" y="597070"/>
                </a:cubicBezTo>
                <a:cubicBezTo>
                  <a:pt x="227487" y="594992"/>
                  <a:pt x="228584" y="593224"/>
                  <a:pt x="229305" y="591431"/>
                </a:cubicBezTo>
                <a:close/>
              </a:path>
              <a:path w="2540000" h="1778000" fill="none" extrusionOk="0">
                <a:moveTo>
                  <a:pt x="275931" y="1077377"/>
                </a:moveTo>
                <a:cubicBezTo>
                  <a:pt x="218727" y="1073923"/>
                  <a:pt x="164045" y="1071752"/>
                  <a:pt x="127000" y="1044574"/>
                </a:cubicBezTo>
                <a:moveTo>
                  <a:pt x="407340" y="1436352"/>
                </a:moveTo>
                <a:cubicBezTo>
                  <a:pt x="381981" y="1444234"/>
                  <a:pt x="363750" y="1447462"/>
                  <a:pt x="342194" y="1452033"/>
                </a:cubicBezTo>
                <a:moveTo>
                  <a:pt x="968845" y="1608843"/>
                </a:moveTo>
                <a:cubicBezTo>
                  <a:pt x="949621" y="1589387"/>
                  <a:pt x="940912" y="1564164"/>
                  <a:pt x="929569" y="1537229"/>
                </a:cubicBezTo>
                <a:moveTo>
                  <a:pt x="1694920" y="1430261"/>
                </a:moveTo>
                <a:cubicBezTo>
                  <a:pt x="1692974" y="1456763"/>
                  <a:pt x="1687085" y="1481118"/>
                  <a:pt x="1679222" y="1508830"/>
                </a:cubicBezTo>
                <a:moveTo>
                  <a:pt x="2006658" y="944727"/>
                </a:moveTo>
                <a:cubicBezTo>
                  <a:pt x="2114109" y="989983"/>
                  <a:pt x="2205733" y="1127730"/>
                  <a:pt x="2197805" y="1238426"/>
                </a:cubicBezTo>
                <a:moveTo>
                  <a:pt x="2457567" y="631930"/>
                </a:moveTo>
                <a:cubicBezTo>
                  <a:pt x="2435934" y="666554"/>
                  <a:pt x="2414052" y="712048"/>
                  <a:pt x="2372430" y="742068"/>
                </a:cubicBezTo>
                <a:moveTo>
                  <a:pt x="2253309" y="223320"/>
                </a:moveTo>
                <a:cubicBezTo>
                  <a:pt x="2254197" y="241275"/>
                  <a:pt x="2257851" y="256672"/>
                  <a:pt x="2257777" y="275343"/>
                </a:cubicBezTo>
                <a:moveTo>
                  <a:pt x="1709678" y="162654"/>
                </a:moveTo>
                <a:cubicBezTo>
                  <a:pt x="1720788" y="139683"/>
                  <a:pt x="1736305" y="119072"/>
                  <a:pt x="1753305" y="96308"/>
                </a:cubicBezTo>
                <a:moveTo>
                  <a:pt x="1301808" y="194262"/>
                </a:moveTo>
                <a:cubicBezTo>
                  <a:pt x="1303556" y="176445"/>
                  <a:pt x="1313988" y="155281"/>
                  <a:pt x="1322916" y="137054"/>
                </a:cubicBezTo>
                <a:moveTo>
                  <a:pt x="823148" y="213689"/>
                </a:moveTo>
                <a:cubicBezTo>
                  <a:pt x="850959" y="230954"/>
                  <a:pt x="874361" y="247902"/>
                  <a:pt x="899583" y="269169"/>
                </a:cubicBezTo>
                <a:moveTo>
                  <a:pt x="242652" y="649834"/>
                </a:moveTo>
                <a:cubicBezTo>
                  <a:pt x="234916" y="631793"/>
                  <a:pt x="234902" y="613574"/>
                  <a:pt x="229305" y="591431"/>
                </a:cubicBezTo>
              </a:path>
              <a:path w="2540000" h="1778000" stroke="0" extrusionOk="0">
                <a:moveTo>
                  <a:pt x="229305" y="591431"/>
                </a:moveTo>
                <a:cubicBezTo>
                  <a:pt x="204748" y="484146"/>
                  <a:pt x="256489" y="379594"/>
                  <a:pt x="330611" y="284274"/>
                </a:cubicBezTo>
                <a:cubicBezTo>
                  <a:pt x="446110" y="145765"/>
                  <a:pt x="657733" y="127893"/>
                  <a:pt x="823442" y="214100"/>
                </a:cubicBezTo>
                <a:cubicBezTo>
                  <a:pt x="921832" y="19434"/>
                  <a:pt x="1169693" y="-11649"/>
                  <a:pt x="1320329" y="141252"/>
                </a:cubicBezTo>
                <a:cubicBezTo>
                  <a:pt x="1361719" y="70155"/>
                  <a:pt x="1429983" y="23969"/>
                  <a:pt x="1513945" y="8231"/>
                </a:cubicBezTo>
                <a:cubicBezTo>
                  <a:pt x="1599204" y="8152"/>
                  <a:pt x="1710119" y="40229"/>
                  <a:pt x="1754069" y="102111"/>
                </a:cubicBezTo>
                <a:cubicBezTo>
                  <a:pt x="1829927" y="33853"/>
                  <a:pt x="1947896" y="-7476"/>
                  <a:pt x="2085093" y="28398"/>
                </a:cubicBezTo>
                <a:cubicBezTo>
                  <a:pt x="2190220" y="58725"/>
                  <a:pt x="2235020" y="138136"/>
                  <a:pt x="2252956" y="229493"/>
                </a:cubicBezTo>
                <a:cubicBezTo>
                  <a:pt x="2349109" y="260231"/>
                  <a:pt x="2440366" y="327521"/>
                  <a:pt x="2468386" y="424662"/>
                </a:cubicBezTo>
                <a:cubicBezTo>
                  <a:pt x="2493839" y="494508"/>
                  <a:pt x="2486192" y="571086"/>
                  <a:pt x="2458743" y="636293"/>
                </a:cubicBezTo>
                <a:cubicBezTo>
                  <a:pt x="2512804" y="738990"/>
                  <a:pt x="2543214" y="832089"/>
                  <a:pt x="2529181" y="959873"/>
                </a:cubicBezTo>
                <a:cubicBezTo>
                  <a:pt x="2487673" y="1125158"/>
                  <a:pt x="2345252" y="1214696"/>
                  <a:pt x="2199216" y="1243118"/>
                </a:cubicBezTo>
                <a:cubicBezTo>
                  <a:pt x="2200128" y="1336435"/>
                  <a:pt x="2149593" y="1426419"/>
                  <a:pt x="2081094" y="1485823"/>
                </a:cubicBezTo>
                <a:cubicBezTo>
                  <a:pt x="1967643" y="1575839"/>
                  <a:pt x="1786586" y="1594079"/>
                  <a:pt x="1678928" y="1515209"/>
                </a:cubicBezTo>
                <a:cubicBezTo>
                  <a:pt x="1636446" y="1656213"/>
                  <a:pt x="1540069" y="1766075"/>
                  <a:pt x="1391531" y="1774131"/>
                </a:cubicBezTo>
                <a:cubicBezTo>
                  <a:pt x="1232661" y="1780022"/>
                  <a:pt x="1058150" y="1726275"/>
                  <a:pt x="968962" y="1616086"/>
                </a:cubicBezTo>
                <a:cubicBezTo>
                  <a:pt x="754582" y="1723088"/>
                  <a:pt x="455463" y="1623691"/>
                  <a:pt x="341253" y="1459935"/>
                </a:cubicBezTo>
                <a:cubicBezTo>
                  <a:pt x="214644" y="1476879"/>
                  <a:pt x="89704" y="1411594"/>
                  <a:pt x="65263" y="1286168"/>
                </a:cubicBezTo>
                <a:cubicBezTo>
                  <a:pt x="53324" y="1195567"/>
                  <a:pt x="65794" y="1113931"/>
                  <a:pt x="124236" y="1051612"/>
                </a:cubicBezTo>
                <a:cubicBezTo>
                  <a:pt x="28073" y="984906"/>
                  <a:pt x="-24153" y="906170"/>
                  <a:pt x="-294" y="810965"/>
                </a:cubicBezTo>
                <a:cubicBezTo>
                  <a:pt x="15446" y="682655"/>
                  <a:pt x="103070" y="623199"/>
                  <a:pt x="227130" y="597070"/>
                </a:cubicBezTo>
                <a:cubicBezTo>
                  <a:pt x="228118" y="595363"/>
                  <a:pt x="228412" y="593436"/>
                  <a:pt x="229305" y="591431"/>
                </a:cubicBezTo>
                <a:close/>
              </a:path>
              <a:path w="2540000" h="1778000" fill="none" stroke="0" extrusionOk="0">
                <a:moveTo>
                  <a:pt x="275931" y="1077377"/>
                </a:moveTo>
                <a:cubicBezTo>
                  <a:pt x="223824" y="1082540"/>
                  <a:pt x="172661" y="1072522"/>
                  <a:pt x="127000" y="1044574"/>
                </a:cubicBezTo>
                <a:moveTo>
                  <a:pt x="407340" y="1436352"/>
                </a:moveTo>
                <a:cubicBezTo>
                  <a:pt x="383923" y="1441488"/>
                  <a:pt x="367194" y="1447354"/>
                  <a:pt x="342194" y="1452033"/>
                </a:cubicBezTo>
                <a:moveTo>
                  <a:pt x="968845" y="1608843"/>
                </a:moveTo>
                <a:cubicBezTo>
                  <a:pt x="953111" y="1581022"/>
                  <a:pt x="941099" y="1561970"/>
                  <a:pt x="929569" y="1537229"/>
                </a:cubicBezTo>
                <a:moveTo>
                  <a:pt x="1694920" y="1430261"/>
                </a:moveTo>
                <a:cubicBezTo>
                  <a:pt x="1696321" y="1454248"/>
                  <a:pt x="1689689" y="1483356"/>
                  <a:pt x="1679222" y="1508830"/>
                </a:cubicBezTo>
                <a:moveTo>
                  <a:pt x="2006658" y="944727"/>
                </a:moveTo>
                <a:cubicBezTo>
                  <a:pt x="2127314" y="1001319"/>
                  <a:pt x="2219149" y="1111026"/>
                  <a:pt x="2197805" y="1238426"/>
                </a:cubicBezTo>
                <a:moveTo>
                  <a:pt x="2457567" y="631930"/>
                </a:moveTo>
                <a:cubicBezTo>
                  <a:pt x="2433935" y="670540"/>
                  <a:pt x="2413616" y="705719"/>
                  <a:pt x="2372430" y="742068"/>
                </a:cubicBezTo>
                <a:moveTo>
                  <a:pt x="2253309" y="223320"/>
                </a:moveTo>
                <a:cubicBezTo>
                  <a:pt x="2257697" y="240188"/>
                  <a:pt x="2255058" y="256508"/>
                  <a:pt x="2257777" y="275343"/>
                </a:cubicBezTo>
                <a:moveTo>
                  <a:pt x="1709678" y="162654"/>
                </a:moveTo>
                <a:cubicBezTo>
                  <a:pt x="1721662" y="141670"/>
                  <a:pt x="1736975" y="119116"/>
                  <a:pt x="1753305" y="96308"/>
                </a:cubicBezTo>
                <a:moveTo>
                  <a:pt x="1301808" y="194262"/>
                </a:moveTo>
                <a:cubicBezTo>
                  <a:pt x="1305560" y="175383"/>
                  <a:pt x="1315428" y="156520"/>
                  <a:pt x="1322916" y="137054"/>
                </a:cubicBezTo>
                <a:moveTo>
                  <a:pt x="823148" y="213689"/>
                </a:moveTo>
                <a:cubicBezTo>
                  <a:pt x="849654" y="231560"/>
                  <a:pt x="876244" y="246821"/>
                  <a:pt x="899583" y="269169"/>
                </a:cubicBezTo>
                <a:moveTo>
                  <a:pt x="242652" y="649834"/>
                </a:moveTo>
                <a:cubicBezTo>
                  <a:pt x="235413" y="630997"/>
                  <a:pt x="231900" y="611458"/>
                  <a:pt x="229305" y="591431"/>
                </a:cubicBezTo>
              </a:path>
            </a:pathLst>
          </a:custGeom>
          <a:ln w="38100">
            <a:extLst>
              <a:ext uri="{C807C97D-BFC1-408E-A445-0C87EB9F89A2}">
                <ask:lineSketchStyleProps xmlns:ask="http://schemas.microsoft.com/office/drawing/2018/sketchyshapes" sd="210165426">
                  <a:prstGeom prst="cloud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k-curved-dash">
            <a:extLst>
              <a:ext uri="{FF2B5EF4-FFF2-40B4-BE49-F238E27FC236}">
                <a16:creationId xmlns:a16="http://schemas.microsoft.com/office/drawing/2014/main" id="{AE46F192-3C1B-2CBC-8D6E-A1AD9861269D}"/>
              </a:ext>
            </a:extLst>
          </p:cNvPr>
          <p:cNvSpPr/>
          <p:nvPr/>
        </p:nvSpPr>
        <p:spPr>
          <a:xfrm>
            <a:off x="9652000" y="508000"/>
            <a:ext cx="2032000" cy="1778000"/>
          </a:xfrm>
          <a:custGeom>
            <a:avLst/>
            <a:gdLst>
              <a:gd name="csX0" fmla="*/ 0 w 2032000"/>
              <a:gd name="csY0" fmla="*/ 0 h 1778000"/>
              <a:gd name="csX1" fmla="*/ 2032000 w 2032000"/>
              <a:gd name="csY1" fmla="*/ 0 h 1778000"/>
              <a:gd name="csX2" fmla="*/ 2032000 w 2032000"/>
              <a:gd name="csY2" fmla="*/ 1778000 h 1778000"/>
              <a:gd name="csX3" fmla="*/ 0 w 2032000"/>
              <a:gd name="csY3" fmla="*/ 1778000 h 1778000"/>
              <a:gd name="csX4" fmla="*/ 0 w 2032000"/>
              <a:gd name="csY4" fmla="*/ 0 h 177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32000" h="1778000" fill="none" extrusionOk="0">
                <a:moveTo>
                  <a:pt x="0" y="0"/>
                </a:moveTo>
                <a:cubicBezTo>
                  <a:pt x="1000327" y="34202"/>
                  <a:pt x="1218858" y="-49844"/>
                  <a:pt x="2032000" y="0"/>
                </a:cubicBezTo>
                <a:cubicBezTo>
                  <a:pt x="1980482" y="296810"/>
                  <a:pt x="2107648" y="1346953"/>
                  <a:pt x="2032000" y="1778000"/>
                </a:cubicBezTo>
                <a:cubicBezTo>
                  <a:pt x="1120281" y="1676229"/>
                  <a:pt x="514920" y="1856692"/>
                  <a:pt x="0" y="1778000"/>
                </a:cubicBezTo>
                <a:cubicBezTo>
                  <a:pt x="156372" y="996068"/>
                  <a:pt x="-118590" y="723912"/>
                  <a:pt x="0" y="0"/>
                </a:cubicBezTo>
                <a:close/>
              </a:path>
              <a:path w="2032000" h="1778000" stroke="0" extrusionOk="0">
                <a:moveTo>
                  <a:pt x="0" y="0"/>
                </a:moveTo>
                <a:cubicBezTo>
                  <a:pt x="204910" y="130381"/>
                  <a:pt x="1099971" y="-141728"/>
                  <a:pt x="2032000" y="0"/>
                </a:cubicBezTo>
                <a:cubicBezTo>
                  <a:pt x="2030995" y="795188"/>
                  <a:pt x="1980617" y="1102686"/>
                  <a:pt x="2032000" y="1778000"/>
                </a:cubicBezTo>
                <a:cubicBezTo>
                  <a:pt x="1259590" y="1943459"/>
                  <a:pt x="836582" y="1689913"/>
                  <a:pt x="0" y="1778000"/>
                </a:cubicBezTo>
                <a:cubicBezTo>
                  <a:pt x="85336" y="1123478"/>
                  <a:pt x="3693" y="540623"/>
                  <a:pt x="0" y="0"/>
                </a:cubicBezTo>
                <a:close/>
              </a:path>
            </a:pathLst>
          </a:custGeom>
          <a:solidFill>
            <a:srgbClr val="70AD47"/>
          </a:solidFill>
          <a:ln w="38100">
            <a:prstDash val="dash"/>
            <a:extLst>
              <a:ext uri="{C807C97D-BFC1-408E-A445-0C87EB9F89A2}">
                <ask:lineSketchStyleProps xmlns:ask="http://schemas.microsoft.com/office/drawing/2018/sketchyshapes" sd="153335767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sk-freehand-rotated">
            <a:extLst>
              <a:ext uri="{FF2B5EF4-FFF2-40B4-BE49-F238E27FC236}">
                <a16:creationId xmlns:a16="http://schemas.microsoft.com/office/drawing/2014/main" id="{2F5AA3EF-FEEC-2127-010D-468E9B7CA8BE}"/>
              </a:ext>
            </a:extLst>
          </p:cNvPr>
          <p:cNvSpPr/>
          <p:nvPr/>
        </p:nvSpPr>
        <p:spPr>
          <a:xfrm rot="1800000">
            <a:off x="762000" y="3556000"/>
            <a:ext cx="2540000" cy="1524000"/>
          </a:xfrm>
          <a:custGeom>
            <a:avLst/>
            <a:gdLst>
              <a:gd name="csX0" fmla="*/ 0 w 2540000"/>
              <a:gd name="csY0" fmla="*/ 0 h 1524000"/>
              <a:gd name="csX1" fmla="*/ 584200 w 2540000"/>
              <a:gd name="csY1" fmla="*/ 0 h 1524000"/>
              <a:gd name="csX2" fmla="*/ 1143000 w 2540000"/>
              <a:gd name="csY2" fmla="*/ 0 h 1524000"/>
              <a:gd name="csX3" fmla="*/ 1727200 w 2540000"/>
              <a:gd name="csY3" fmla="*/ 0 h 1524000"/>
              <a:gd name="csX4" fmla="*/ 2540000 w 2540000"/>
              <a:gd name="csY4" fmla="*/ 0 h 1524000"/>
              <a:gd name="csX5" fmla="*/ 2540000 w 2540000"/>
              <a:gd name="csY5" fmla="*/ 523240 h 1524000"/>
              <a:gd name="csX6" fmla="*/ 2540000 w 2540000"/>
              <a:gd name="csY6" fmla="*/ 985520 h 1524000"/>
              <a:gd name="csX7" fmla="*/ 2540000 w 2540000"/>
              <a:gd name="csY7" fmla="*/ 1524000 h 1524000"/>
              <a:gd name="csX8" fmla="*/ 1879600 w 2540000"/>
              <a:gd name="csY8" fmla="*/ 1524000 h 1524000"/>
              <a:gd name="csX9" fmla="*/ 1320800 w 2540000"/>
              <a:gd name="csY9" fmla="*/ 1524000 h 1524000"/>
              <a:gd name="csX10" fmla="*/ 635000 w 2540000"/>
              <a:gd name="csY10" fmla="*/ 1524000 h 1524000"/>
              <a:gd name="csX11" fmla="*/ 0 w 2540000"/>
              <a:gd name="csY11" fmla="*/ 1524000 h 1524000"/>
              <a:gd name="csX12" fmla="*/ 0 w 2540000"/>
              <a:gd name="csY12" fmla="*/ 985520 h 1524000"/>
              <a:gd name="csX13" fmla="*/ 0 w 2540000"/>
              <a:gd name="csY13" fmla="*/ 462280 h 1524000"/>
              <a:gd name="csX14" fmla="*/ 0 w 2540000"/>
              <a:gd name="csY14" fmla="*/ 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40000" h="1524000" fill="none" extrusionOk="0">
                <a:moveTo>
                  <a:pt x="0" y="0"/>
                </a:moveTo>
                <a:cubicBezTo>
                  <a:pt x="257855" y="-22434"/>
                  <a:pt x="357139" y="-1442"/>
                  <a:pt x="584200" y="0"/>
                </a:cubicBezTo>
                <a:cubicBezTo>
                  <a:pt x="811261" y="1442"/>
                  <a:pt x="907849" y="12113"/>
                  <a:pt x="1143000" y="0"/>
                </a:cubicBezTo>
                <a:cubicBezTo>
                  <a:pt x="1378151" y="-12113"/>
                  <a:pt x="1571464" y="-4061"/>
                  <a:pt x="1727200" y="0"/>
                </a:cubicBezTo>
                <a:cubicBezTo>
                  <a:pt x="1882936" y="4061"/>
                  <a:pt x="2193157" y="-22449"/>
                  <a:pt x="2540000" y="0"/>
                </a:cubicBezTo>
                <a:cubicBezTo>
                  <a:pt x="2515794" y="127133"/>
                  <a:pt x="2520188" y="288943"/>
                  <a:pt x="2540000" y="523240"/>
                </a:cubicBezTo>
                <a:cubicBezTo>
                  <a:pt x="2559812" y="757537"/>
                  <a:pt x="2554750" y="754613"/>
                  <a:pt x="2540000" y="985520"/>
                </a:cubicBezTo>
                <a:cubicBezTo>
                  <a:pt x="2525250" y="1216427"/>
                  <a:pt x="2513447" y="1288233"/>
                  <a:pt x="2540000" y="1524000"/>
                </a:cubicBezTo>
                <a:cubicBezTo>
                  <a:pt x="2390412" y="1494989"/>
                  <a:pt x="2061078" y="1538682"/>
                  <a:pt x="1879600" y="1524000"/>
                </a:cubicBezTo>
                <a:cubicBezTo>
                  <a:pt x="1698122" y="1509318"/>
                  <a:pt x="1465723" y="1523408"/>
                  <a:pt x="1320800" y="1524000"/>
                </a:cubicBezTo>
                <a:cubicBezTo>
                  <a:pt x="1175877" y="1524592"/>
                  <a:pt x="898517" y="1508311"/>
                  <a:pt x="635000" y="1524000"/>
                </a:cubicBezTo>
                <a:cubicBezTo>
                  <a:pt x="371483" y="1539689"/>
                  <a:pt x="259787" y="1512173"/>
                  <a:pt x="0" y="1524000"/>
                </a:cubicBezTo>
                <a:cubicBezTo>
                  <a:pt x="-23056" y="1269851"/>
                  <a:pt x="-21500" y="1199934"/>
                  <a:pt x="0" y="985520"/>
                </a:cubicBezTo>
                <a:cubicBezTo>
                  <a:pt x="21500" y="771106"/>
                  <a:pt x="-24984" y="625192"/>
                  <a:pt x="0" y="462280"/>
                </a:cubicBezTo>
                <a:cubicBezTo>
                  <a:pt x="24984" y="299368"/>
                  <a:pt x="-16975" y="100846"/>
                  <a:pt x="0" y="0"/>
                </a:cubicBezTo>
                <a:close/>
              </a:path>
              <a:path w="2540000" h="1524000" stroke="0" extrusionOk="0">
                <a:moveTo>
                  <a:pt x="0" y="0"/>
                </a:moveTo>
                <a:cubicBezTo>
                  <a:pt x="274371" y="4860"/>
                  <a:pt x="384061" y="5939"/>
                  <a:pt x="584200" y="0"/>
                </a:cubicBezTo>
                <a:cubicBezTo>
                  <a:pt x="784339" y="-5939"/>
                  <a:pt x="1028153" y="-20065"/>
                  <a:pt x="1193800" y="0"/>
                </a:cubicBezTo>
                <a:cubicBezTo>
                  <a:pt x="1359447" y="20065"/>
                  <a:pt x="1505036" y="10046"/>
                  <a:pt x="1803400" y="0"/>
                </a:cubicBezTo>
                <a:cubicBezTo>
                  <a:pt x="2101764" y="-10046"/>
                  <a:pt x="2200568" y="13411"/>
                  <a:pt x="2540000" y="0"/>
                </a:cubicBezTo>
                <a:cubicBezTo>
                  <a:pt x="2536233" y="196737"/>
                  <a:pt x="2520141" y="367181"/>
                  <a:pt x="2540000" y="462280"/>
                </a:cubicBezTo>
                <a:cubicBezTo>
                  <a:pt x="2559859" y="557379"/>
                  <a:pt x="2533915" y="805090"/>
                  <a:pt x="2540000" y="955040"/>
                </a:cubicBezTo>
                <a:cubicBezTo>
                  <a:pt x="2546085" y="1104990"/>
                  <a:pt x="2554849" y="1313117"/>
                  <a:pt x="2540000" y="1524000"/>
                </a:cubicBezTo>
                <a:cubicBezTo>
                  <a:pt x="2320761" y="1506716"/>
                  <a:pt x="2206994" y="1500692"/>
                  <a:pt x="1905000" y="1524000"/>
                </a:cubicBezTo>
                <a:cubicBezTo>
                  <a:pt x="1603006" y="1547308"/>
                  <a:pt x="1508983" y="1517357"/>
                  <a:pt x="1320800" y="1524000"/>
                </a:cubicBezTo>
                <a:cubicBezTo>
                  <a:pt x="1132617" y="1530643"/>
                  <a:pt x="820560" y="1510301"/>
                  <a:pt x="635000" y="1524000"/>
                </a:cubicBezTo>
                <a:cubicBezTo>
                  <a:pt x="449440" y="1537699"/>
                  <a:pt x="229890" y="1529103"/>
                  <a:pt x="0" y="1524000"/>
                </a:cubicBezTo>
                <a:cubicBezTo>
                  <a:pt x="14841" y="1402021"/>
                  <a:pt x="13673" y="1127653"/>
                  <a:pt x="0" y="1016000"/>
                </a:cubicBezTo>
                <a:cubicBezTo>
                  <a:pt x="-13673" y="904347"/>
                  <a:pt x="18063" y="656468"/>
                  <a:pt x="0" y="553720"/>
                </a:cubicBezTo>
                <a:cubicBezTo>
                  <a:pt x="-18063" y="450972"/>
                  <a:pt x="-24508" y="216433"/>
                  <a:pt x="0" y="0"/>
                </a:cubicBezTo>
                <a:close/>
              </a:path>
            </a:pathLst>
          </a:custGeom>
          <a:ln w="38100">
            <a:extLst>
              <a:ext uri="{C807C97D-BFC1-408E-A445-0C87EB9F89A2}">
                <ask:lineSketchStyleProps xmlns:ask="http://schemas.microsoft.com/office/drawing/2018/sketchyshapes" sd="31091027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Rotated</a:t>
            </a:r>
          </a:p>
        </p:txBody>
      </p:sp>
      <p:sp>
        <p:nvSpPr>
          <p:cNvPr id="7" name="sk-scribble-flipped">
            <a:extLst>
              <a:ext uri="{FF2B5EF4-FFF2-40B4-BE49-F238E27FC236}">
                <a16:creationId xmlns:a16="http://schemas.microsoft.com/office/drawing/2014/main" id="{F2D27270-89FD-D5BE-222D-51FD51743561}"/>
              </a:ext>
            </a:extLst>
          </p:cNvPr>
          <p:cNvSpPr/>
          <p:nvPr/>
        </p:nvSpPr>
        <p:spPr>
          <a:xfrm flipH="1" flipV="1">
            <a:off x="3810000" y="3429000"/>
            <a:ext cx="2540000" cy="1778000"/>
          </a:xfrm>
          <a:custGeom>
            <a:avLst/>
            <a:gdLst>
              <a:gd name="csX0" fmla="*/ 0 w 2540000"/>
              <a:gd name="csY0" fmla="*/ 444500 h 1778000"/>
              <a:gd name="csX1" fmla="*/ 500803 w 2540000"/>
              <a:gd name="csY1" fmla="*/ 444500 h 1778000"/>
              <a:gd name="csX2" fmla="*/ 1051137 w 2540000"/>
              <a:gd name="csY2" fmla="*/ 444500 h 1778000"/>
              <a:gd name="csX3" fmla="*/ 1651000 w 2540000"/>
              <a:gd name="csY3" fmla="*/ 444500 h 1778000"/>
              <a:gd name="csX4" fmla="*/ 1651000 w 2540000"/>
              <a:gd name="csY4" fmla="*/ 0 h 1778000"/>
              <a:gd name="csX5" fmla="*/ 1929553 w 2540000"/>
              <a:gd name="csY5" fmla="*/ 278553 h 1778000"/>
              <a:gd name="csX6" fmla="*/ 2216997 w 2540000"/>
              <a:gd name="csY6" fmla="*/ 565997 h 1778000"/>
              <a:gd name="csX7" fmla="*/ 2540000 w 2540000"/>
              <a:gd name="csY7" fmla="*/ 889000 h 1778000"/>
              <a:gd name="csX8" fmla="*/ 2234777 w 2540000"/>
              <a:gd name="csY8" fmla="*/ 1194223 h 1778000"/>
              <a:gd name="csX9" fmla="*/ 1947333 w 2540000"/>
              <a:gd name="csY9" fmla="*/ 1481667 h 1778000"/>
              <a:gd name="csX10" fmla="*/ 1651000 w 2540000"/>
              <a:gd name="csY10" fmla="*/ 1778000 h 1778000"/>
              <a:gd name="csX11" fmla="*/ 1651000 w 2540000"/>
              <a:gd name="csY11" fmla="*/ 1333500 h 1778000"/>
              <a:gd name="csX12" fmla="*/ 1117177 w 2540000"/>
              <a:gd name="csY12" fmla="*/ 1333500 h 1778000"/>
              <a:gd name="csX13" fmla="*/ 583353 w 2540000"/>
              <a:gd name="csY13" fmla="*/ 1333500 h 1778000"/>
              <a:gd name="csX14" fmla="*/ 0 w 2540000"/>
              <a:gd name="csY14" fmla="*/ 1333500 h 1778000"/>
              <a:gd name="csX15" fmla="*/ 0 w 2540000"/>
              <a:gd name="csY15" fmla="*/ 897890 h 1778000"/>
              <a:gd name="csX16" fmla="*/ 0 w 2540000"/>
              <a:gd name="csY16" fmla="*/ 444500 h 177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0000" h="1778000" fill="none" extrusionOk="0">
                <a:moveTo>
                  <a:pt x="0" y="444500"/>
                </a:moveTo>
                <a:cubicBezTo>
                  <a:pt x="139293" y="411692"/>
                  <a:pt x="262079" y="446181"/>
                  <a:pt x="500803" y="444500"/>
                </a:cubicBezTo>
                <a:cubicBezTo>
                  <a:pt x="739527" y="442819"/>
                  <a:pt x="831565" y="478865"/>
                  <a:pt x="1051137" y="444500"/>
                </a:cubicBezTo>
                <a:cubicBezTo>
                  <a:pt x="1270709" y="410135"/>
                  <a:pt x="1482924" y="477471"/>
                  <a:pt x="1651000" y="444500"/>
                </a:cubicBezTo>
                <a:cubicBezTo>
                  <a:pt x="1648436" y="277869"/>
                  <a:pt x="1676411" y="155790"/>
                  <a:pt x="1651000" y="0"/>
                </a:cubicBezTo>
                <a:cubicBezTo>
                  <a:pt x="1722116" y="59874"/>
                  <a:pt x="1863093" y="216095"/>
                  <a:pt x="1929553" y="278553"/>
                </a:cubicBezTo>
                <a:cubicBezTo>
                  <a:pt x="1996013" y="341011"/>
                  <a:pt x="2131132" y="481774"/>
                  <a:pt x="2216997" y="565997"/>
                </a:cubicBezTo>
                <a:cubicBezTo>
                  <a:pt x="2302862" y="650220"/>
                  <a:pt x="2416011" y="806650"/>
                  <a:pt x="2540000" y="889000"/>
                </a:cubicBezTo>
                <a:cubicBezTo>
                  <a:pt x="2430031" y="1068311"/>
                  <a:pt x="2283689" y="1076994"/>
                  <a:pt x="2234777" y="1194223"/>
                </a:cubicBezTo>
                <a:cubicBezTo>
                  <a:pt x="2185865" y="1311452"/>
                  <a:pt x="2040862" y="1382614"/>
                  <a:pt x="1947333" y="1481667"/>
                </a:cubicBezTo>
                <a:cubicBezTo>
                  <a:pt x="1853804" y="1580720"/>
                  <a:pt x="1759246" y="1655568"/>
                  <a:pt x="1651000" y="1778000"/>
                </a:cubicBezTo>
                <a:cubicBezTo>
                  <a:pt x="1634340" y="1596179"/>
                  <a:pt x="1669066" y="1468921"/>
                  <a:pt x="1651000" y="1333500"/>
                </a:cubicBezTo>
                <a:cubicBezTo>
                  <a:pt x="1479377" y="1369316"/>
                  <a:pt x="1382206" y="1327644"/>
                  <a:pt x="1117177" y="1333500"/>
                </a:cubicBezTo>
                <a:cubicBezTo>
                  <a:pt x="852148" y="1339356"/>
                  <a:pt x="723612" y="1303476"/>
                  <a:pt x="583353" y="1333500"/>
                </a:cubicBezTo>
                <a:cubicBezTo>
                  <a:pt x="443094" y="1363524"/>
                  <a:pt x="202319" y="1268083"/>
                  <a:pt x="0" y="1333500"/>
                </a:cubicBezTo>
                <a:cubicBezTo>
                  <a:pt x="-29412" y="1124301"/>
                  <a:pt x="41979" y="1053477"/>
                  <a:pt x="0" y="897890"/>
                </a:cubicBezTo>
                <a:cubicBezTo>
                  <a:pt x="-41979" y="742303"/>
                  <a:pt x="39936" y="614530"/>
                  <a:pt x="0" y="444500"/>
                </a:cubicBezTo>
                <a:close/>
              </a:path>
              <a:path w="2540000" h="1778000" stroke="0" extrusionOk="0">
                <a:moveTo>
                  <a:pt x="0" y="444500"/>
                </a:moveTo>
                <a:cubicBezTo>
                  <a:pt x="214704" y="422652"/>
                  <a:pt x="371063" y="454252"/>
                  <a:pt x="550333" y="444500"/>
                </a:cubicBezTo>
                <a:cubicBezTo>
                  <a:pt x="729603" y="434748"/>
                  <a:pt x="1005602" y="452662"/>
                  <a:pt x="1133687" y="444500"/>
                </a:cubicBezTo>
                <a:cubicBezTo>
                  <a:pt x="1261772" y="436338"/>
                  <a:pt x="1416273" y="506345"/>
                  <a:pt x="1651000" y="444500"/>
                </a:cubicBezTo>
                <a:cubicBezTo>
                  <a:pt x="1609419" y="337621"/>
                  <a:pt x="1656829" y="89745"/>
                  <a:pt x="1651000" y="0"/>
                </a:cubicBezTo>
                <a:cubicBezTo>
                  <a:pt x="1781451" y="64468"/>
                  <a:pt x="1855034" y="207327"/>
                  <a:pt x="1929553" y="278553"/>
                </a:cubicBezTo>
                <a:cubicBezTo>
                  <a:pt x="2004072" y="349779"/>
                  <a:pt x="2073061" y="463322"/>
                  <a:pt x="2225887" y="574887"/>
                </a:cubicBezTo>
                <a:cubicBezTo>
                  <a:pt x="2378713" y="686452"/>
                  <a:pt x="2430728" y="785279"/>
                  <a:pt x="2540000" y="889000"/>
                </a:cubicBezTo>
                <a:cubicBezTo>
                  <a:pt x="2482292" y="960912"/>
                  <a:pt x="2337663" y="1065231"/>
                  <a:pt x="2252557" y="1176443"/>
                </a:cubicBezTo>
                <a:cubicBezTo>
                  <a:pt x="2167451" y="1287655"/>
                  <a:pt x="2009696" y="1349494"/>
                  <a:pt x="1947333" y="1481667"/>
                </a:cubicBezTo>
                <a:cubicBezTo>
                  <a:pt x="1884970" y="1613840"/>
                  <a:pt x="1689224" y="1681224"/>
                  <a:pt x="1651000" y="1778000"/>
                </a:cubicBezTo>
                <a:cubicBezTo>
                  <a:pt x="1608469" y="1576586"/>
                  <a:pt x="1681109" y="1514690"/>
                  <a:pt x="1651000" y="1333500"/>
                </a:cubicBezTo>
                <a:cubicBezTo>
                  <a:pt x="1451010" y="1358770"/>
                  <a:pt x="1261587" y="1298464"/>
                  <a:pt x="1084157" y="1333500"/>
                </a:cubicBezTo>
                <a:cubicBezTo>
                  <a:pt x="906727" y="1368536"/>
                  <a:pt x="687215" y="1312873"/>
                  <a:pt x="500803" y="1333500"/>
                </a:cubicBezTo>
                <a:cubicBezTo>
                  <a:pt x="314391" y="1354127"/>
                  <a:pt x="177610" y="1274904"/>
                  <a:pt x="0" y="1333500"/>
                </a:cubicBezTo>
                <a:cubicBezTo>
                  <a:pt x="-28332" y="1133616"/>
                  <a:pt x="11657" y="1120056"/>
                  <a:pt x="0" y="915670"/>
                </a:cubicBezTo>
                <a:cubicBezTo>
                  <a:pt x="-11657" y="711284"/>
                  <a:pt x="36222" y="656458"/>
                  <a:pt x="0" y="444500"/>
                </a:cubicBezTo>
                <a:close/>
              </a:path>
            </a:pathLst>
          </a:custGeom>
          <a:ln w="25400">
            <a:extLst>
              <a:ext uri="{C807C97D-BFC1-408E-A445-0C87EB9F89A2}">
                <ask:lineSketchStyleProps xmlns:ask="http://schemas.microsoft.com/office/drawing/2018/sketchyshapes" sd="2411825283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sk-freehand-heart">
            <a:extLst>
              <a:ext uri="{FF2B5EF4-FFF2-40B4-BE49-F238E27FC236}">
                <a16:creationId xmlns:a16="http://schemas.microsoft.com/office/drawing/2014/main" id="{4D0405DC-F92A-83A7-3AC8-B5C722D88067}"/>
              </a:ext>
            </a:extLst>
          </p:cNvPr>
          <p:cNvSpPr/>
          <p:nvPr/>
        </p:nvSpPr>
        <p:spPr>
          <a:xfrm>
            <a:off x="6858000" y="3302000"/>
            <a:ext cx="2032000" cy="1905000"/>
          </a:xfrm>
          <a:custGeom>
            <a:avLst/>
            <a:gdLst>
              <a:gd name="csX0" fmla="*/ 1016000 w 2032000"/>
              <a:gd name="csY0" fmla="*/ 476250 h 1905000"/>
              <a:gd name="csX1" fmla="*/ 1016000 w 2032000"/>
              <a:gd name="csY1" fmla="*/ 1905000 h 1905000"/>
              <a:gd name="csX2" fmla="*/ 1016000 w 2032000"/>
              <a:gd name="csY2" fmla="*/ 476250 h 190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2000" h="1905000" fill="none" extrusionOk="0">
                <a:moveTo>
                  <a:pt x="1016000" y="476250"/>
                </a:moveTo>
                <a:cubicBezTo>
                  <a:pt x="1192279" y="-387601"/>
                  <a:pt x="3501254" y="327290"/>
                  <a:pt x="1016000" y="1905000"/>
                </a:cubicBezTo>
                <a:cubicBezTo>
                  <a:pt x="-1102428" y="684797"/>
                  <a:pt x="614674" y="-728865"/>
                  <a:pt x="1016000" y="476250"/>
                </a:cubicBezTo>
                <a:close/>
              </a:path>
              <a:path w="2032000" h="1905000" stroke="0" extrusionOk="0">
                <a:moveTo>
                  <a:pt x="1016000" y="476250"/>
                </a:moveTo>
                <a:cubicBezTo>
                  <a:pt x="1639668" y="-548172"/>
                  <a:pt x="3191724" y="466447"/>
                  <a:pt x="1016000" y="1905000"/>
                </a:cubicBezTo>
                <a:cubicBezTo>
                  <a:pt x="-1070273" y="452186"/>
                  <a:pt x="491016" y="-662957"/>
                  <a:pt x="1016000" y="476250"/>
                </a:cubicBezTo>
                <a:close/>
              </a:path>
            </a:pathLst>
          </a:custGeom>
          <a:solidFill>
            <a:srgbClr val="FF6699"/>
          </a:solidFill>
          <a:ln w="31750">
            <a:extLst>
              <a:ext uri="{C807C97D-BFC1-408E-A445-0C87EB9F89A2}">
                <ask:lineSketchStyleProps xmlns:ask="http://schemas.microsoft.com/office/drawing/2018/sketchyshapes" sd="4201780230">
                  <a:prstGeom prst="hear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sk-curved-shadow">
            <a:extLst>
              <a:ext uri="{FF2B5EF4-FFF2-40B4-BE49-F238E27FC236}">
                <a16:creationId xmlns:a16="http://schemas.microsoft.com/office/drawing/2014/main" id="{40FF133D-E5E5-9DB6-67D4-50F15D792317}"/>
              </a:ext>
            </a:extLst>
          </p:cNvPr>
          <p:cNvSpPr/>
          <p:nvPr/>
        </p:nvSpPr>
        <p:spPr>
          <a:xfrm>
            <a:off x="9398000" y="3302000"/>
            <a:ext cx="2286000" cy="1905000"/>
          </a:xfrm>
          <a:custGeom>
            <a:avLst/>
            <a:gdLst>
              <a:gd name="csX0" fmla="*/ 0 w 2286000"/>
              <a:gd name="csY0" fmla="*/ 952500 h 1905000"/>
              <a:gd name="csX1" fmla="*/ 1143000 w 2286000"/>
              <a:gd name="csY1" fmla="*/ 0 h 1905000"/>
              <a:gd name="csX2" fmla="*/ 2286000 w 2286000"/>
              <a:gd name="csY2" fmla="*/ 952500 h 1905000"/>
              <a:gd name="csX3" fmla="*/ 1143000 w 2286000"/>
              <a:gd name="csY3" fmla="*/ 1905000 h 1905000"/>
              <a:gd name="csX4" fmla="*/ 0 w 2286000"/>
              <a:gd name="csY4" fmla="*/ 952500 h 190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1905000" fill="none" extrusionOk="0">
                <a:moveTo>
                  <a:pt x="0" y="952500"/>
                </a:moveTo>
                <a:cubicBezTo>
                  <a:pt x="-2350" y="493848"/>
                  <a:pt x="515410" y="111842"/>
                  <a:pt x="1143000" y="0"/>
                </a:cubicBezTo>
                <a:cubicBezTo>
                  <a:pt x="1807564" y="8142"/>
                  <a:pt x="2260439" y="415699"/>
                  <a:pt x="2286000" y="952500"/>
                </a:cubicBezTo>
                <a:cubicBezTo>
                  <a:pt x="2201474" y="1458055"/>
                  <a:pt x="1691464" y="1985025"/>
                  <a:pt x="1143000" y="1905000"/>
                </a:cubicBezTo>
                <a:cubicBezTo>
                  <a:pt x="546168" y="1893136"/>
                  <a:pt x="22462" y="1496743"/>
                  <a:pt x="0" y="952500"/>
                </a:cubicBezTo>
                <a:close/>
              </a:path>
              <a:path w="2286000" h="1905000" stroke="0" extrusionOk="0">
                <a:moveTo>
                  <a:pt x="0" y="952500"/>
                </a:moveTo>
                <a:cubicBezTo>
                  <a:pt x="-39372" y="422428"/>
                  <a:pt x="420759" y="76997"/>
                  <a:pt x="1143000" y="0"/>
                </a:cubicBezTo>
                <a:cubicBezTo>
                  <a:pt x="1714123" y="-84047"/>
                  <a:pt x="2269096" y="505996"/>
                  <a:pt x="2286000" y="952500"/>
                </a:cubicBezTo>
                <a:cubicBezTo>
                  <a:pt x="2180938" y="1448041"/>
                  <a:pt x="1765700" y="1846579"/>
                  <a:pt x="1143000" y="1905000"/>
                </a:cubicBezTo>
                <a:cubicBezTo>
                  <a:pt x="543065" y="1962392"/>
                  <a:pt x="17583" y="1437728"/>
                  <a:pt x="0" y="952500"/>
                </a:cubicBezTo>
                <a:close/>
              </a:path>
            </a:pathLst>
          </a:custGeom>
          <a:ln w="25400">
            <a:extLst>
              <a:ext uri="{C807C97D-BFC1-408E-A445-0C87EB9F89A2}">
                <ask:lineSketchStyleProps xmlns:ask="http://schemas.microsoft.com/office/drawing/2018/sketchyshapes" sd="155676561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dist="107763" dir="2699994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 longer text inside the ellipse</a:t>
            </a: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319607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17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2026-10-08T20:12:49Z</dcterms:created>
  <dcterms:modified xsi:type="dcterms:W3CDTF">2026-10-08T20:12:49Z</dcterms:modified>
</cp:coreProperties>
</file>