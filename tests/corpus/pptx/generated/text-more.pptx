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FC1FB2-4CFF-3CD1-9526-C9293B673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D823B84-CBE9-ECB8-BC8B-C50D4E77CF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676C1AB-EF4D-6615-6101-D0BE7460C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FEAB8-244A-4AB0-A984-D44E92764FF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A5497C-A9F9-9720-FD2D-AF9351CF5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1886439-2FC0-1C23-89D0-477DE0E89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1D644-1C8C-4C9D-91C8-47B36D20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566003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B76E53-F2DF-1AEB-AF50-0B9DB69E2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73B8D16-CCC7-AD16-887E-4822538981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FC3AE11-1F80-D0AB-A28C-AB7A804A2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FEAB8-244A-4AB0-A984-D44E92764FF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E4EF5CB-7ECC-CC5A-2F37-1A935D676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E4C2EFA-5E75-EDD9-D7A5-EA6AEFEEB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1D644-1C8C-4C9D-91C8-47B36D20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47947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8C00F5-702A-D312-9AF0-AAAB5BBA4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48896E3-5766-3F2F-06BC-763F7691E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C0C2BEF-2D30-7CF9-9F10-49362B896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FEAB8-244A-4AB0-A984-D44E92764FF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A4C6FEC-1A7D-DBD1-AD43-3750851EB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F8D1034-6936-2CEB-9725-DB0FDBAE2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1D644-1C8C-4C9D-91C8-47B36D20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2550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8FDA30-1A81-CCF4-AADA-FC0BFFAF1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63CF407-8077-E566-312C-6CB1712E67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622027B-3F1A-FFB2-C9E1-29024C7820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7D7AE7B-1D17-C06F-76B3-13D902AF0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FEAB8-244A-4AB0-A984-D44E92764FF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19EC7C9-E15E-7AA5-965D-A3E7C61D9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F7AED07-F495-B396-FF9F-E731FF49F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1D644-1C8C-4C9D-91C8-47B36D20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2900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3907B7-2331-01D8-BCD5-5968A99D1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95A306F-FB3A-F7C7-16DD-44AF22AE03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C1A3858-330A-DCBB-1A5E-168A8861B4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759451E-05A3-7FF2-9EE8-5072CCE516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49B7C90-E191-A1D2-7EEB-13C2913D94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6D4E6D6-C248-074B-4765-AF3529A90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FEAB8-244A-4AB0-A984-D44E92764FF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0C0E1E7-94C0-397F-3635-6BD84F467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F1CB13D-39EB-CC6A-4FDC-DAF19600B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1D644-1C8C-4C9D-91C8-47B36D20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94206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325BCE-7383-2775-9466-E60FAA98A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E6D97F8-669D-72F0-8CAB-33CFE5FF5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FEAB8-244A-4AB0-A984-D44E92764FF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09973B4-1D49-7D3C-1A49-20FA8207A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EE3B1B8-3F57-BC46-F56D-001ED2FB8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1D644-1C8C-4C9D-91C8-47B36D20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3247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2EFC5ED-3A63-FAB7-1870-C891D00C6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FEAB8-244A-4AB0-A984-D44E92764FF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5F6B936-2098-CD89-0ABD-467BA8AC6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2B620AC-22F2-603F-35E2-2D74368BA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1D644-1C8C-4C9D-91C8-47B36D20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0754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A001EC-AE0D-2762-5824-E0A84A15D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7FFC04B-79B0-1383-1292-441A9D3F99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1A6F9FE-DD01-3EEE-65DB-28599FFE2E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39B2E3E-1030-F257-BDFE-5B02B81D7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FEAB8-244A-4AB0-A984-D44E92764FF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6E112C2-F473-8F9F-183F-9F46DD114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BE15141-B827-C06F-327B-B7A884909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1D644-1C8C-4C9D-91C8-47B36D20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3098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E9E09D-B6C5-3728-89D1-6D35BDD16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F8B7FC6-B612-8C6F-6BBF-1A1C598D312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D7481DA-A330-5FE4-692A-FC0853BCDD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8DE9637-341E-8C81-9A9F-D3A952574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FEAB8-244A-4AB0-A984-D44E92764FF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B73D8F1-BCEB-6D50-B88C-03B205F9C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E4CDF55-FB4B-535A-3B60-1E8FE2509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1D644-1C8C-4C9D-91C8-47B36D20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74241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725C4B-8065-6EF7-D2B3-7E47A0DF8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A5A43AE-A284-15B4-064D-7804EDB260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9188331-3716-0EF9-F276-210102292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FEAB8-244A-4AB0-A984-D44E92764FF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2F96CE5-10D6-E026-5141-51DFD69E8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6AA4104-7FAE-00EB-18FD-01CC9B712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1D644-1C8C-4C9D-91C8-47B36D20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06343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D005FBE-138E-ED58-746E-B2914B018D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4BD09E7-103B-9CB5-4218-D0D1E190DE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86356D5-03F1-425A-0F47-E4BD2C52A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FEAB8-244A-4AB0-A984-D44E92764FF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AA2A757-C0BF-BFFF-9312-F5EC1AE29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C17D0D-B99E-73FD-44A6-D8F4D4671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1D644-1C8C-4C9D-91C8-47B36D20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9363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C87D78E-605E-A490-B7C8-053392CCF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D00D57E-C0D4-29F3-7172-C4BD02D1FB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14F3F7A-00F8-109E-AC11-3CBBA6A672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EFEAB8-244A-4AB0-A984-D44E92764FF7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33A0B4-A7E0-258F-6B34-3A8BAED40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0B3F53E-6E16-AD97-BE83-74AB766A0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B1D644-1C8C-4C9D-91C8-47B36D207C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2956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E60F46A-4F85-EC5C-45F2-7E0CEA341833}"/>
              </a:ext>
            </a:extLst>
          </p:cNvPr>
          <p:cNvSpPr txBox="1"/>
          <p:nvPr/>
        </p:nvSpPr>
        <p:spPr>
          <a:xfrm>
            <a:off x="381000" y="254000"/>
            <a:ext cx="11430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de-DE" sz="3200">
                <a:latin typeface="Calibri" panose="020F0502020204030204" pitchFamily="34" charset="0"/>
              </a:rPr>
              <a:t>Wingdings:  </a:t>
            </a:r>
            <a:r>
              <a:rPr lang="de-DE" sz="3200">
                <a:latin typeface="Calibri" panose="020F0502020204030204" pitchFamily="34" charset="0"/>
                <a:sym typeface="Wingdings" panose="05000000000000000000" pitchFamily="2" charset="2"/>
              </a:rPr>
              <a:t>     end</a:t>
            </a:r>
            <a:endParaRPr lang="de-DE" sz="3200">
              <a:latin typeface="Calibri" panose="020F0502020204030204" pitchFamily="34" charset="0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EEEC898-4CDC-71EE-EC12-6A3B63859BAF}"/>
              </a:ext>
            </a:extLst>
          </p:cNvPr>
          <p:cNvSpPr txBox="1"/>
          <p:nvPr/>
        </p:nvSpPr>
        <p:spPr>
          <a:xfrm>
            <a:off x="381000" y="1524000"/>
            <a:ext cx="11430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de-DE" sz="3200">
                <a:latin typeface="Calibri" panose="020F0502020204030204" pitchFamily="34" charset="0"/>
              </a:rPr>
              <a:t>Wingdings 2:  </a:t>
            </a:r>
            <a:r>
              <a:rPr lang="de-DE" sz="3200">
                <a:latin typeface="Calibri" panose="020F0502020204030204" pitchFamily="34" charset="0"/>
                <a:sym typeface="Wingdings 2" panose="05020102010507070707" pitchFamily="18" charset="2"/>
              </a:rPr>
              <a:t>   end</a:t>
            </a:r>
            <a:endParaRPr lang="de-DE" sz="3200">
              <a:latin typeface="Calibri" panose="020F0502020204030204" pitchFamily="34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898BC63-2505-DE31-CDAB-F5F33317F1B0}"/>
              </a:ext>
            </a:extLst>
          </p:cNvPr>
          <p:cNvSpPr txBox="1"/>
          <p:nvPr/>
        </p:nvSpPr>
        <p:spPr>
          <a:xfrm>
            <a:off x="381000" y="2794000"/>
            <a:ext cx="11430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de-DE" sz="3200">
                <a:latin typeface="Calibri" panose="020F0502020204030204" pitchFamily="34" charset="0"/>
              </a:rPr>
              <a:t>Wingdings 3:  </a:t>
            </a:r>
            <a:r>
              <a:rPr lang="de-DE" sz="3200">
                <a:latin typeface="Calibri" panose="020F0502020204030204" pitchFamily="34" charset="0"/>
                <a:sym typeface="Wingdings 3" panose="05040102010807070707" pitchFamily="18" charset="2"/>
              </a:rPr>
              <a:t>  end</a:t>
            </a:r>
            <a:endParaRPr lang="de-DE" sz="3200">
              <a:latin typeface="Calibri" panose="020F0502020204030204" pitchFamily="34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3DD2351-CBDA-6842-CECC-C151D09063E0}"/>
              </a:ext>
            </a:extLst>
          </p:cNvPr>
          <p:cNvSpPr txBox="1"/>
          <p:nvPr/>
        </p:nvSpPr>
        <p:spPr>
          <a:xfrm>
            <a:off x="381000" y="4064000"/>
            <a:ext cx="11430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de-DE" sz="3200">
                <a:latin typeface="Calibri" panose="020F0502020204030204" pitchFamily="34" charset="0"/>
              </a:rPr>
              <a:t>Symbol:  </a:t>
            </a:r>
            <a:r>
              <a:rPr lang="de-DE" sz="3200">
                <a:latin typeface="Calibri" panose="020F0502020204030204" pitchFamily="34" charset="0"/>
                <a:sym typeface="Symbol" panose="05050102010706020507" pitchFamily="18" charset="2"/>
              </a:rPr>
              <a:t>    end</a:t>
            </a:r>
            <a:endParaRPr lang="de-DE" sz="3200">
              <a:latin typeface="Calibri" panose="020F050202020403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7C65612-4BE9-38FC-465F-915261352C69}"/>
              </a:ext>
            </a:extLst>
          </p:cNvPr>
          <p:cNvSpPr txBox="1"/>
          <p:nvPr/>
        </p:nvSpPr>
        <p:spPr>
          <a:xfrm>
            <a:off x="381000" y="5334000"/>
            <a:ext cx="11430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de-DE" sz="3200">
                <a:latin typeface="Calibri" panose="020F0502020204030204" pitchFamily="34" charset="0"/>
              </a:rPr>
              <a:t>Webdings:  </a:t>
            </a:r>
            <a:r>
              <a:rPr lang="de-DE" sz="3200">
                <a:latin typeface="Calibri" panose="020F0502020204030204" pitchFamily="34" charset="0"/>
                <a:sym typeface="Webdings" panose="05030102010509060703" pitchFamily="18" charset="2"/>
              </a:rPr>
              <a:t>  end</a:t>
            </a:r>
            <a:endParaRPr lang="de-DE" sz="320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1233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A8AD4B8-9A64-A3D0-8868-E0C384D8D372}"/>
              </a:ext>
            </a:extLst>
          </p:cNvPr>
          <p:cNvSpPr txBox="1"/>
          <p:nvPr/>
        </p:nvSpPr>
        <p:spPr>
          <a:xfrm>
            <a:off x="381000" y="381000"/>
            <a:ext cx="5588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sz="2800">
                <a:latin typeface="Calibri" panose="020F0502020204030204" pitchFamily="34" charset="0"/>
              </a:rPr>
              <a:t>First line of the text</a:t>
            </a:r>
          </a:p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sz="2800">
                <a:latin typeface="Calibri" panose="020F0502020204030204" pitchFamily="34" charset="0"/>
              </a:rPr>
              <a:t>Second line</a:t>
            </a:r>
          </a:p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sz="2800">
                <a:latin typeface="Calibri" panose="020F0502020204030204" pitchFamily="34" charset="0"/>
              </a:rPr>
              <a:t>Third line with more words to wrap across the box</a:t>
            </a:r>
            <a:endParaRPr lang="de-DE" sz="2800">
              <a:latin typeface="Calibri" panose="020F0502020204030204" pitchFamily="34" charset="0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EE40EFE5-6E4E-B73E-00D5-77CBA221CDA1}"/>
              </a:ext>
            </a:extLst>
          </p:cNvPr>
          <p:cNvSpPr txBox="1"/>
          <p:nvPr/>
        </p:nvSpPr>
        <p:spPr>
          <a:xfrm>
            <a:off x="6223000" y="381000"/>
            <a:ext cx="5588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 compatLnSpc="1">
            <a:no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sz="2800">
                <a:latin typeface="Calibri" panose="020F0502020204030204" pitchFamily="34" charset="0"/>
              </a:rPr>
              <a:t>First line of the text</a:t>
            </a:r>
          </a:p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sz="2800">
                <a:latin typeface="Calibri" panose="020F0502020204030204" pitchFamily="34" charset="0"/>
              </a:rPr>
              <a:t>Second line</a:t>
            </a:r>
          </a:p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sz="2800">
                <a:latin typeface="Calibri" panose="020F0502020204030204" pitchFamily="34" charset="0"/>
              </a:rPr>
              <a:t>Third line with more words to wrap across the box</a:t>
            </a:r>
            <a:endParaRPr lang="de-DE" sz="280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9984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3CB3FCB5-BD39-5671-D3A9-5B5FF1F6DB36}"/>
              </a:ext>
            </a:extLst>
          </p:cNvPr>
          <p:cNvSpPr txBox="1"/>
          <p:nvPr/>
        </p:nvSpPr>
        <p:spPr>
          <a:xfrm>
            <a:off x="381000" y="381000"/>
            <a:ext cx="5588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de-DE" sz="3200">
                <a:latin typeface="Calibri" panose="020F0502020204030204" pitchFamily="34" charset="0"/>
              </a:rPr>
              <a:t>Normal height Ag 123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B1EFDD5-60CC-B75B-C8C7-1D61DE4C6712}"/>
              </a:ext>
            </a:extLst>
          </p:cNvPr>
          <p:cNvSpPr txBox="1"/>
          <p:nvPr/>
        </p:nvSpPr>
        <p:spPr>
          <a:xfrm>
            <a:off x="6223000" y="381000"/>
            <a:ext cx="5588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horz" wrap="square" rtlCol="0">
            <a:noAutofit/>
          </a:bodyPr>
          <a:lstStyle/>
          <a:p>
            <a:r>
              <a:rPr lang="de-DE" sz="3200" normalizeH="1">
                <a:latin typeface="Calibri" panose="020F0502020204030204" pitchFamily="34" charset="0"/>
              </a:rPr>
              <a:t>Normalized Ag 123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B267EFC-287B-9FF4-8703-C9D4BD4A2F2A}"/>
              </a:ext>
            </a:extLst>
          </p:cNvPr>
          <p:cNvSpPr txBox="1"/>
          <p:nvPr/>
        </p:nvSpPr>
        <p:spPr>
          <a:xfrm>
            <a:off x="381000" y="2286000"/>
            <a:ext cx="2540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mongolianVert" wrap="square" rtlCol="0">
            <a:noAutofit/>
          </a:bodyPr>
          <a:lstStyle/>
          <a:p>
            <a:r>
              <a:rPr lang="ja-JP" altLang="de-DE" sz="3200">
                <a:latin typeface="Calibri" panose="020F0502020204030204" pitchFamily="34" charset="0"/>
              </a:rPr>
              <a:t>縦書き </a:t>
            </a:r>
            <a:r>
              <a:rPr lang="de-DE" altLang="ja-JP" sz="3200">
                <a:latin typeface="Calibri" panose="020F0502020204030204" pitchFamily="34" charset="0"/>
              </a:rPr>
              <a:t>2024</a:t>
            </a:r>
            <a:r>
              <a:rPr lang="ja-JP" altLang="de-DE" sz="3200">
                <a:latin typeface="Calibri" panose="020F0502020204030204" pitchFamily="34" charset="0"/>
              </a:rPr>
              <a:t>年 </a:t>
            </a:r>
            <a:r>
              <a:rPr lang="de-DE" sz="3200">
                <a:latin typeface="Calibri" panose="020F0502020204030204" pitchFamily="34" charset="0"/>
              </a:rPr>
              <a:t>AB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4AFC75A-342C-4C85-1BD9-8B6365C4856C}"/>
              </a:ext>
            </a:extLst>
          </p:cNvPr>
          <p:cNvSpPr txBox="1"/>
          <p:nvPr/>
        </p:nvSpPr>
        <p:spPr>
          <a:xfrm>
            <a:off x="6223000" y="2286000"/>
            <a:ext cx="2540000" cy="369332"/>
          </a:xfrm>
          <a:prstGeom prst="rect">
            <a:avLst/>
          </a:prstGeom>
          <a:noFill/>
          <a:ln>
            <a:solidFill>
              <a:srgbClr val="BFBFBF"/>
            </a:solidFill>
          </a:ln>
        </p:spPr>
        <p:txBody>
          <a:bodyPr vert="mongolianVert" wrap="square" rtlCol="0">
            <a:noAutofit/>
          </a:bodyPr>
          <a:lstStyle/>
          <a:p>
            <a:r>
              <a:rPr lang="ja-JP" altLang="de-DE" sz="3200" kumimoji="1">
                <a:latin typeface="Calibri" panose="020F0502020204030204" pitchFamily="34" charset="0"/>
              </a:rPr>
              <a:t>縦書き </a:t>
            </a:r>
            <a:r>
              <a:rPr lang="de-DE" altLang="ja-JP" sz="3200" kumimoji="1">
                <a:latin typeface="Calibri" panose="020F0502020204030204" pitchFamily="34" charset="0"/>
              </a:rPr>
              <a:t>2024</a:t>
            </a:r>
            <a:r>
              <a:rPr lang="ja-JP" altLang="de-DE" sz="3200" kumimoji="1">
                <a:latin typeface="Calibri" panose="020F0502020204030204" pitchFamily="34" charset="0"/>
              </a:rPr>
              <a:t>年 </a:t>
            </a:r>
            <a:r>
              <a:rPr lang="de-DE" sz="3200" kumimoji="1">
                <a:latin typeface="Calibri" panose="020F0502020204030204" pitchFamily="34" charset="0"/>
              </a:rPr>
              <a:t>AB</a:t>
            </a:r>
          </a:p>
        </p:txBody>
      </p:sp>
    </p:spTree>
    <p:extLst>
      <p:ext uri="{BB962C8B-B14F-4D97-AF65-F5344CB8AC3E}">
        <p14:creationId xmlns:p14="http://schemas.microsoft.com/office/powerpoint/2010/main" val="15808818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</Words>
  <Application>Microsoft Office PowerPoint</Application>
  <PresentationFormat>Benutzerdefiniert</PresentationFormat>
  <Paragraphs>15</Paragraphs>
  <Slides>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Office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2026-10-09T01:17:38Z</dcterms:created>
  <dcterms:modified xsi:type="dcterms:W3CDTF">2026-10-09T01:17:38Z</dcterms:modified>
</cp:coreProperties>
</file>