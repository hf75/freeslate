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B3BD4BC-9D93-36E5-07EB-9C1FA78115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F2F367A-FF8A-74F9-D1E3-30CF6E0378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E96B119-9E03-1B66-22B1-24D0D5E23A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DCCD1D-F1EA-4304-9187-62589EACD3D0}" type="datetimeFigureOut">
              <a:rPr lang="de-DE" smtClean="0"/>
              <a:t>10.10.2026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CDD682E-2D61-664F-9706-DC32E71EEC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3583EA9-653E-7CC1-F197-D34F7EC85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63640-3A8E-482B-98FA-57CF740BEB7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336505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7CDE480-06C4-CFDE-1B0A-6824C7E2C5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A57CC3C-D6CA-3110-A25E-AFEBBDE3FC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0EF6327-2779-3A8B-8386-1F0E567AB7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DCCD1D-F1EA-4304-9187-62589EACD3D0}" type="datetimeFigureOut">
              <a:rPr lang="de-DE" smtClean="0"/>
              <a:t>10.10.2026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73BC452-3C3D-57F2-3E12-BD075E0867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677BAE0-5372-BD32-AE1E-667C12107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63640-3A8E-482B-98FA-57CF740BEB7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747097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5A57B2E-00F7-93B4-4E6E-5B4EFFDDA6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CB7287D-50CF-3D31-ADDB-28F34250B3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47C5637-97E8-E901-6A02-E0D19E3BAC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DCCD1D-F1EA-4304-9187-62589EACD3D0}" type="datetimeFigureOut">
              <a:rPr lang="de-DE" smtClean="0"/>
              <a:t>10.10.2026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2971A10-D426-8EEE-DFFC-2462AE7F7C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B7DF1D1-50B6-D2AB-4F40-CEDEDC4381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63640-3A8E-482B-98FA-57CF740BEB7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360734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C1C4D9D-D7C9-F158-1AF1-3CB9006892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DD78AE4-9101-DECF-2DBE-ED75A91AEC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D9E1502E-5F97-0986-7F5B-9F2C772AFB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E81799F0-C331-8694-829A-D1EFFF276B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DCCD1D-F1EA-4304-9187-62589EACD3D0}" type="datetimeFigureOut">
              <a:rPr lang="de-DE" smtClean="0"/>
              <a:t>10.10.2026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CD92EC9-7780-5A45-1D7C-3B08F7BBFE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3C2F9DE-57DE-54E1-172F-E2B362846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63640-3A8E-482B-98FA-57CF740BEB7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441227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941C0D5-8F6F-BDAF-F693-1DEEBE9F88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60326B9-F46A-2B12-8566-AA8DEFC299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40E745BE-A4A0-144A-837C-45B83771F6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CCF28EC7-8B29-19AF-F8C3-6BE5E5B483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64463F4E-DF34-A134-91F9-80D31D49E6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36F02071-0F64-BFD2-03CB-31A84947ED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DCCD1D-F1EA-4304-9187-62589EACD3D0}" type="datetimeFigureOut">
              <a:rPr lang="de-DE" smtClean="0"/>
              <a:t>10.10.2026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E94819A4-5334-9076-6CAD-F2539725B8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A01CE5CF-9FAD-91AC-571D-D2213EA33D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63640-3A8E-482B-98FA-57CF740BEB7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808260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4EB200B-7AA6-C473-16B9-E71E6DEDD6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E6B2F3DC-0874-3986-1933-7B4FCFFDFD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DCCD1D-F1EA-4304-9187-62589EACD3D0}" type="datetimeFigureOut">
              <a:rPr lang="de-DE" smtClean="0"/>
              <a:t>10.10.2026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7B982B5-836C-904F-40FD-8E560E25D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BE82DCCA-5D5C-41BA-DBA6-733606E985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63640-3A8E-482B-98FA-57CF740BEB7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60806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3F28F22B-C864-5099-4290-D9B43AF6BB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DCCD1D-F1EA-4304-9187-62589EACD3D0}" type="datetimeFigureOut">
              <a:rPr lang="de-DE" smtClean="0"/>
              <a:t>10.10.2026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F5675EC5-D100-A132-25D2-5B053BF51B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7FDEC91-9C86-AD0E-C393-F091BDD276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63640-3A8E-482B-98FA-57CF740BEB7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686229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0500B98-2FD6-6CE3-B937-7CA2542008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1AE5D46-53E3-32EA-23A0-7DC8B6ECE0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B021A4B-9B79-76E8-4588-9093FBCDF4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83F4327-12CA-2788-8193-02E8A750A3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DCCD1D-F1EA-4304-9187-62589EACD3D0}" type="datetimeFigureOut">
              <a:rPr lang="de-DE" smtClean="0"/>
              <a:t>10.10.2026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074C1CC-C86B-B61E-5129-51F7DFF3B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A6DB4D8-5AF5-C910-B1F7-E311CB85F2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63640-3A8E-482B-98FA-57CF740BEB7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022404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6A23B7B-FA93-1966-B54E-E3F82163E2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8871064A-1C95-464A-A723-6E4CB3194485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0CFD8EEC-4B11-9327-2B8E-F39C1902EB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A33724B-55E5-48A5-E00C-877AF30ED1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DCCD1D-F1EA-4304-9187-62589EACD3D0}" type="datetimeFigureOut">
              <a:rPr lang="de-DE" smtClean="0"/>
              <a:t>10.10.2026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0AB9BA5-1D62-1E70-8DC0-818A69B54D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A36A0FA-33A3-9B86-8B8C-715E34A272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63640-3A8E-482B-98FA-57CF740BEB7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667401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0E0FE0D-798E-DDBF-D6B8-0FD9D60DE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37077DF5-A62D-3903-69D3-C4C3910AD1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4DA3DF5-22C4-3739-ED05-7AB4CD771F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DCCD1D-F1EA-4304-9187-62589EACD3D0}" type="datetimeFigureOut">
              <a:rPr lang="de-DE" smtClean="0"/>
              <a:t>10.10.2026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93CF245-59C2-6F8B-AF5F-A03B125C86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A4639A4-E055-446F-76DD-6E2A0E1775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63640-3A8E-482B-98FA-57CF740BEB7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946952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30F5B7BA-B293-70D9-6281-E570A73D0FE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540CCF6B-6377-019A-9441-49243A2BFD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5B40D7A-29B3-79BA-7438-A20F2C34B7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DCCD1D-F1EA-4304-9187-62589EACD3D0}" type="datetimeFigureOut">
              <a:rPr lang="de-DE" smtClean="0"/>
              <a:t>10.10.2026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568C52F-89AC-B697-B946-3193F61562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5944170-1CBE-25B5-E75D-156F4502B2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63640-3A8E-482B-98FA-57CF740BEB7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036891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4FB32CFC-D876-D04F-0681-C349535912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89DC5CF-0134-F10E-B808-39C29C1099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450A409-026C-C09D-0D0E-EE7C4175E7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DCCD1D-F1EA-4304-9187-62589EACD3D0}" type="datetimeFigureOut">
              <a:rPr lang="de-DE" smtClean="0"/>
              <a:t>10.10.2026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23F57D9-4E70-5378-8D61-0FF6B6B78B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183BA7D-3B86-DAF6-AAA9-163EBB640E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063640-3A8E-482B-98FA-57CF740BEB7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020838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733FA9DC-070B-9ECC-8FDD-960EE454B9B7}"/>
              </a:ext>
            </a:extLst>
          </p:cNvPr>
          <p:cNvSpPr txBox="1"/>
          <p:nvPr/>
        </p:nvSpPr>
        <p:spPr>
          <a:xfrm>
            <a:off x="381000" y="254000"/>
            <a:ext cx="11430000" cy="369332"/>
          </a:xfrm>
          <a:prstGeom prst="rect">
            <a:avLst/>
          </a:prstGeom>
          <a:noFill/>
          <a:ln>
            <a:solidFill>
              <a:srgbClr val="BFBFBF"/>
            </a:solidFill>
          </a:ln>
        </p:spPr>
        <p:txBody>
          <a:bodyPr vert="horz" wrap="square" rtlCol="0">
            <a:noAutofit/>
          </a:bodyPr>
          <a:lstStyle/>
          <a:p>
            <a:r>
              <a:rPr lang="de-DE" sz="3200">
                <a:latin typeface="Calibri" panose="020F0502020204030204" pitchFamily="34" charset="0"/>
              </a:rPr>
              <a:t>Wingdings:  </a:t>
            </a:r>
            <a:r>
              <a:rPr lang="de-DE" sz="3200">
                <a:latin typeface="Calibri" panose="020F0502020204030204" pitchFamily="34" charset="0"/>
                <a:sym typeface="Wingdings" panose="05000000000000000000" pitchFamily="2" charset="2"/>
              </a:rPr>
              <a:t>     end</a:t>
            </a:r>
            <a:endParaRPr lang="de-DE" sz="3200">
              <a:latin typeface="Calibri" panose="020F0502020204030204" pitchFamily="34" charset="0"/>
            </a:endParaRP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E575FA3A-9E61-6649-5DF0-CD0AF14C7E7C}"/>
              </a:ext>
            </a:extLst>
          </p:cNvPr>
          <p:cNvSpPr txBox="1"/>
          <p:nvPr/>
        </p:nvSpPr>
        <p:spPr>
          <a:xfrm>
            <a:off x="381000" y="1524000"/>
            <a:ext cx="11430000" cy="369332"/>
          </a:xfrm>
          <a:prstGeom prst="rect">
            <a:avLst/>
          </a:prstGeom>
          <a:noFill/>
          <a:ln>
            <a:solidFill>
              <a:srgbClr val="BFBFBF"/>
            </a:solidFill>
          </a:ln>
        </p:spPr>
        <p:txBody>
          <a:bodyPr vert="horz" wrap="square" rtlCol="0">
            <a:noAutofit/>
          </a:bodyPr>
          <a:lstStyle/>
          <a:p>
            <a:r>
              <a:rPr lang="de-DE" sz="3200">
                <a:latin typeface="Calibri" panose="020F0502020204030204" pitchFamily="34" charset="0"/>
              </a:rPr>
              <a:t>Wingdings 2:  </a:t>
            </a:r>
            <a:r>
              <a:rPr lang="de-DE" sz="3200">
                <a:latin typeface="Calibri" panose="020F0502020204030204" pitchFamily="34" charset="0"/>
                <a:sym typeface="Wingdings 2" panose="05020102010507070707" pitchFamily="18" charset="2"/>
              </a:rPr>
              <a:t>   end</a:t>
            </a:r>
            <a:endParaRPr lang="de-DE" sz="3200">
              <a:latin typeface="Calibri" panose="020F0502020204030204" pitchFamily="34" charset="0"/>
            </a:endParaRP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709CFD80-A241-E9F0-B41C-48CBC6F402B3}"/>
              </a:ext>
            </a:extLst>
          </p:cNvPr>
          <p:cNvSpPr txBox="1"/>
          <p:nvPr/>
        </p:nvSpPr>
        <p:spPr>
          <a:xfrm>
            <a:off x="381000" y="2794000"/>
            <a:ext cx="11430000" cy="369332"/>
          </a:xfrm>
          <a:prstGeom prst="rect">
            <a:avLst/>
          </a:prstGeom>
          <a:noFill/>
          <a:ln>
            <a:solidFill>
              <a:srgbClr val="BFBFBF"/>
            </a:solidFill>
          </a:ln>
        </p:spPr>
        <p:txBody>
          <a:bodyPr vert="horz" wrap="square" rtlCol="0">
            <a:noAutofit/>
          </a:bodyPr>
          <a:lstStyle/>
          <a:p>
            <a:r>
              <a:rPr lang="de-DE" sz="3200">
                <a:latin typeface="Calibri" panose="020F0502020204030204" pitchFamily="34" charset="0"/>
              </a:rPr>
              <a:t>Wingdings 3:  </a:t>
            </a:r>
            <a:r>
              <a:rPr lang="de-DE" sz="3200">
                <a:latin typeface="Calibri" panose="020F0502020204030204" pitchFamily="34" charset="0"/>
                <a:sym typeface="Wingdings 3" panose="05040102010807070707" pitchFamily="18" charset="2"/>
              </a:rPr>
              <a:t>  end</a:t>
            </a:r>
            <a:endParaRPr lang="de-DE" sz="3200">
              <a:latin typeface="Calibri" panose="020F0502020204030204" pitchFamily="34" charset="0"/>
            </a:endParaRP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89F0295A-EBC6-436B-E575-042842BBA0A4}"/>
              </a:ext>
            </a:extLst>
          </p:cNvPr>
          <p:cNvSpPr txBox="1"/>
          <p:nvPr/>
        </p:nvSpPr>
        <p:spPr>
          <a:xfrm>
            <a:off x="381000" y="4064000"/>
            <a:ext cx="11430000" cy="369332"/>
          </a:xfrm>
          <a:prstGeom prst="rect">
            <a:avLst/>
          </a:prstGeom>
          <a:noFill/>
          <a:ln>
            <a:solidFill>
              <a:srgbClr val="BFBFBF"/>
            </a:solidFill>
          </a:ln>
        </p:spPr>
        <p:txBody>
          <a:bodyPr vert="horz" wrap="square" rtlCol="0">
            <a:noAutofit/>
          </a:bodyPr>
          <a:lstStyle/>
          <a:p>
            <a:r>
              <a:rPr lang="de-DE" sz="3200">
                <a:latin typeface="Calibri" panose="020F0502020204030204" pitchFamily="34" charset="0"/>
              </a:rPr>
              <a:t>Symbol:  </a:t>
            </a:r>
            <a:r>
              <a:rPr lang="de-DE" sz="3200">
                <a:latin typeface="Calibri" panose="020F0502020204030204" pitchFamily="34" charset="0"/>
                <a:sym typeface="Symbol" panose="05050102010706020507" pitchFamily="18" charset="2"/>
              </a:rPr>
              <a:t>    end</a:t>
            </a:r>
            <a:endParaRPr lang="de-DE" sz="3200">
              <a:latin typeface="Calibri" panose="020F0502020204030204" pitchFamily="34" charset="0"/>
            </a:endParaRP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01CD44C1-2E19-002D-A397-49026B1D90C8}"/>
              </a:ext>
            </a:extLst>
          </p:cNvPr>
          <p:cNvSpPr txBox="1"/>
          <p:nvPr/>
        </p:nvSpPr>
        <p:spPr>
          <a:xfrm>
            <a:off x="381000" y="5334000"/>
            <a:ext cx="11430000" cy="369332"/>
          </a:xfrm>
          <a:prstGeom prst="rect">
            <a:avLst/>
          </a:prstGeom>
          <a:noFill/>
          <a:ln>
            <a:solidFill>
              <a:srgbClr val="BFBFBF"/>
            </a:solidFill>
          </a:ln>
        </p:spPr>
        <p:txBody>
          <a:bodyPr vert="horz" wrap="square" rtlCol="0">
            <a:noAutofit/>
          </a:bodyPr>
          <a:lstStyle/>
          <a:p>
            <a:r>
              <a:rPr lang="de-DE" sz="3200">
                <a:latin typeface="Calibri" panose="020F0502020204030204" pitchFamily="34" charset="0"/>
              </a:rPr>
              <a:t>Webdings:  </a:t>
            </a:r>
            <a:r>
              <a:rPr lang="de-DE" sz="3200">
                <a:latin typeface="Calibri" panose="020F0502020204030204" pitchFamily="34" charset="0"/>
                <a:sym typeface="Webdings" panose="05030102010509060703" pitchFamily="18" charset="2"/>
              </a:rPr>
              <a:t>  end</a:t>
            </a:r>
            <a:endParaRPr lang="de-DE" sz="320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87566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2B1C9BC4-C617-FEAA-3B00-DD6E9A32A45F}"/>
              </a:ext>
            </a:extLst>
          </p:cNvPr>
          <p:cNvSpPr txBox="1"/>
          <p:nvPr/>
        </p:nvSpPr>
        <p:spPr>
          <a:xfrm>
            <a:off x="381000" y="381000"/>
            <a:ext cx="5588000" cy="369332"/>
          </a:xfrm>
          <a:prstGeom prst="rect">
            <a:avLst/>
          </a:prstGeom>
          <a:noFill/>
          <a:ln>
            <a:solidFill>
              <a:srgbClr val="BFBFBF"/>
            </a:solidFill>
          </a:ln>
        </p:spPr>
        <p:txBody>
          <a:bodyPr vert="horz" wrap="square" rtlCol="0">
            <a:noAutofit/>
          </a:bodyPr>
          <a:lstStyle/>
          <a:p>
            <a:pPr>
              <a:lnSpc>
                <a:spcPct val="150000"/>
              </a:lnSpc>
              <a:spcAft>
                <a:spcPts val="1200"/>
              </a:spcAft>
            </a:pPr>
            <a:r>
              <a:rPr lang="en-US" sz="2800">
                <a:latin typeface="Calibri" panose="020F0502020204030204" pitchFamily="34" charset="0"/>
              </a:rPr>
              <a:t>First line of the text</a:t>
            </a:r>
          </a:p>
          <a:p>
            <a:pPr>
              <a:lnSpc>
                <a:spcPct val="150000"/>
              </a:lnSpc>
              <a:spcAft>
                <a:spcPts val="1200"/>
              </a:spcAft>
            </a:pPr>
            <a:r>
              <a:rPr lang="en-US" sz="2800">
                <a:latin typeface="Calibri" panose="020F0502020204030204" pitchFamily="34" charset="0"/>
              </a:rPr>
              <a:t>Second line</a:t>
            </a:r>
          </a:p>
          <a:p>
            <a:pPr>
              <a:lnSpc>
                <a:spcPct val="150000"/>
              </a:lnSpc>
              <a:spcAft>
                <a:spcPts val="1200"/>
              </a:spcAft>
            </a:pPr>
            <a:r>
              <a:rPr lang="en-US" sz="2800">
                <a:latin typeface="Calibri" panose="020F0502020204030204" pitchFamily="34" charset="0"/>
              </a:rPr>
              <a:t>Third line with more words to wrap across the box</a:t>
            </a:r>
            <a:endParaRPr lang="de-DE" sz="2800">
              <a:latin typeface="Calibri" panose="020F0502020204030204" pitchFamily="34" charset="0"/>
            </a:endParaRP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8033781B-8C06-1994-E178-014292D33695}"/>
              </a:ext>
            </a:extLst>
          </p:cNvPr>
          <p:cNvSpPr txBox="1"/>
          <p:nvPr/>
        </p:nvSpPr>
        <p:spPr>
          <a:xfrm>
            <a:off x="6223000" y="381000"/>
            <a:ext cx="5588000" cy="369332"/>
          </a:xfrm>
          <a:prstGeom prst="rect">
            <a:avLst/>
          </a:prstGeom>
          <a:noFill/>
          <a:ln>
            <a:solidFill>
              <a:srgbClr val="BFBFBF"/>
            </a:solidFill>
          </a:ln>
        </p:spPr>
        <p:txBody>
          <a:bodyPr vert="horz" wrap="square" rtlCol="0" compatLnSpc="1">
            <a:noAutofit/>
          </a:bodyPr>
          <a:lstStyle/>
          <a:p>
            <a:pPr>
              <a:lnSpc>
                <a:spcPct val="150000"/>
              </a:lnSpc>
              <a:spcAft>
                <a:spcPts val="1200"/>
              </a:spcAft>
            </a:pPr>
            <a:r>
              <a:rPr lang="en-US" sz="2800">
                <a:latin typeface="Calibri" panose="020F0502020204030204" pitchFamily="34" charset="0"/>
              </a:rPr>
              <a:t>First line of the text</a:t>
            </a:r>
          </a:p>
          <a:p>
            <a:pPr>
              <a:lnSpc>
                <a:spcPct val="150000"/>
              </a:lnSpc>
              <a:spcAft>
                <a:spcPts val="1200"/>
              </a:spcAft>
            </a:pPr>
            <a:r>
              <a:rPr lang="en-US" sz="2800">
                <a:latin typeface="Calibri" panose="020F0502020204030204" pitchFamily="34" charset="0"/>
              </a:rPr>
              <a:t>Second line</a:t>
            </a:r>
          </a:p>
          <a:p>
            <a:pPr>
              <a:lnSpc>
                <a:spcPct val="150000"/>
              </a:lnSpc>
              <a:spcAft>
                <a:spcPts val="1200"/>
              </a:spcAft>
            </a:pPr>
            <a:r>
              <a:rPr lang="en-US" sz="2800">
                <a:latin typeface="Calibri" panose="020F0502020204030204" pitchFamily="34" charset="0"/>
              </a:rPr>
              <a:t>Third line with more words to wrap across the box</a:t>
            </a:r>
            <a:endParaRPr lang="de-DE" sz="280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88281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48F19E98-9D3F-E12F-56FC-AEBAEC206055}"/>
              </a:ext>
            </a:extLst>
          </p:cNvPr>
          <p:cNvSpPr txBox="1"/>
          <p:nvPr/>
        </p:nvSpPr>
        <p:spPr>
          <a:xfrm>
            <a:off x="381000" y="381000"/>
            <a:ext cx="5588000" cy="369332"/>
          </a:xfrm>
          <a:prstGeom prst="rect">
            <a:avLst/>
          </a:prstGeom>
          <a:noFill/>
          <a:ln>
            <a:solidFill>
              <a:srgbClr val="BFBFBF"/>
            </a:solidFill>
          </a:ln>
        </p:spPr>
        <p:txBody>
          <a:bodyPr vert="horz" wrap="square" rtlCol="0">
            <a:noAutofit/>
          </a:bodyPr>
          <a:lstStyle/>
          <a:p>
            <a:r>
              <a:rPr lang="de-DE" sz="3200">
                <a:latin typeface="Calibri" panose="020F0502020204030204" pitchFamily="34" charset="0"/>
              </a:rPr>
              <a:t>Normal height Ag 123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31893BE4-7A34-A1F7-ECB7-7C0D40D91BA6}"/>
              </a:ext>
            </a:extLst>
          </p:cNvPr>
          <p:cNvSpPr txBox="1"/>
          <p:nvPr/>
        </p:nvSpPr>
        <p:spPr>
          <a:xfrm>
            <a:off x="6223000" y="381000"/>
            <a:ext cx="5588000" cy="369332"/>
          </a:xfrm>
          <a:prstGeom prst="rect">
            <a:avLst/>
          </a:prstGeom>
          <a:noFill/>
          <a:ln>
            <a:solidFill>
              <a:srgbClr val="BFBFBF"/>
            </a:solidFill>
          </a:ln>
        </p:spPr>
        <p:txBody>
          <a:bodyPr vert="horz" wrap="square" rtlCol="0">
            <a:noAutofit/>
          </a:bodyPr>
          <a:lstStyle/>
          <a:p>
            <a:r>
              <a:rPr lang="de-DE" sz="3200" normalizeH="1">
                <a:latin typeface="Calibri" panose="020F0502020204030204" pitchFamily="34" charset="0"/>
              </a:rPr>
              <a:t>Normalized Ag 123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F2BBD0F8-34AE-B1FB-A2D5-EB7B9655F884}"/>
              </a:ext>
            </a:extLst>
          </p:cNvPr>
          <p:cNvSpPr txBox="1"/>
          <p:nvPr/>
        </p:nvSpPr>
        <p:spPr>
          <a:xfrm>
            <a:off x="381000" y="2286000"/>
            <a:ext cx="2540000" cy="369332"/>
          </a:xfrm>
          <a:prstGeom prst="rect">
            <a:avLst/>
          </a:prstGeom>
          <a:noFill/>
          <a:ln>
            <a:solidFill>
              <a:srgbClr val="BFBFBF"/>
            </a:solidFill>
          </a:ln>
        </p:spPr>
        <p:txBody>
          <a:bodyPr vert="mongolianVert" wrap="square" rtlCol="0">
            <a:noAutofit/>
          </a:bodyPr>
          <a:lstStyle/>
          <a:p>
            <a:r>
              <a:rPr lang="ja-JP" altLang="de-DE" sz="3200">
                <a:latin typeface="Calibri" panose="020F0502020204030204" pitchFamily="34" charset="0"/>
              </a:rPr>
              <a:t>縦書き </a:t>
            </a:r>
            <a:r>
              <a:rPr lang="de-DE" altLang="ja-JP" sz="3200">
                <a:latin typeface="Calibri" panose="020F0502020204030204" pitchFamily="34" charset="0"/>
              </a:rPr>
              <a:t>2024</a:t>
            </a:r>
            <a:r>
              <a:rPr lang="ja-JP" altLang="de-DE" sz="3200">
                <a:latin typeface="Calibri" panose="020F0502020204030204" pitchFamily="34" charset="0"/>
              </a:rPr>
              <a:t>年 </a:t>
            </a:r>
            <a:r>
              <a:rPr lang="de-DE" sz="3200">
                <a:latin typeface="Calibri" panose="020F0502020204030204" pitchFamily="34" charset="0"/>
              </a:rPr>
              <a:t>AB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912D69AC-376C-0912-6E4B-4BE794EEC1E6}"/>
              </a:ext>
            </a:extLst>
          </p:cNvPr>
          <p:cNvSpPr txBox="1"/>
          <p:nvPr/>
        </p:nvSpPr>
        <p:spPr>
          <a:xfrm>
            <a:off x="6223000" y="2286000"/>
            <a:ext cx="2540000" cy="369332"/>
          </a:xfrm>
          <a:prstGeom prst="rect">
            <a:avLst/>
          </a:prstGeom>
          <a:noFill/>
          <a:ln>
            <a:solidFill>
              <a:srgbClr val="BFBFBF"/>
            </a:solidFill>
          </a:ln>
        </p:spPr>
        <p:txBody>
          <a:bodyPr vert="mongolianVert" wrap="square" rtlCol="0">
            <a:noAutofit/>
          </a:bodyPr>
          <a:lstStyle/>
          <a:p>
            <a:r>
              <a:rPr lang="ja-JP" altLang="de-DE" sz="3200" kumimoji="1">
                <a:latin typeface="Calibri" panose="020F0502020204030204" pitchFamily="34" charset="0"/>
              </a:rPr>
              <a:t>縦書き </a:t>
            </a:r>
            <a:r>
              <a:rPr lang="de-DE" altLang="ja-JP" sz="3200" kumimoji="1">
                <a:latin typeface="Calibri" panose="020F0502020204030204" pitchFamily="34" charset="0"/>
              </a:rPr>
              <a:t>2024</a:t>
            </a:r>
            <a:r>
              <a:rPr lang="ja-JP" altLang="de-DE" sz="3200" kumimoji="1">
                <a:latin typeface="Calibri" panose="020F0502020204030204" pitchFamily="34" charset="0"/>
              </a:rPr>
              <a:t>年 </a:t>
            </a:r>
            <a:r>
              <a:rPr lang="de-DE" sz="3200" kumimoji="1">
                <a:latin typeface="Calibri" panose="020F0502020204030204" pitchFamily="34" charset="0"/>
              </a:rPr>
              <a:t>AB</a:t>
            </a:r>
          </a:p>
        </p:txBody>
      </p:sp>
    </p:spTree>
    <p:extLst>
      <p:ext uri="{BB962C8B-B14F-4D97-AF65-F5344CB8AC3E}">
        <p14:creationId xmlns:p14="http://schemas.microsoft.com/office/powerpoint/2010/main" val="29406209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3FE8754E-EBDC-AF48-E9B4-A907E68F6C18}"/>
              </a:ext>
            </a:extLst>
          </p:cNvPr>
          <p:cNvSpPr txBox="1"/>
          <p:nvPr/>
        </p:nvSpPr>
        <p:spPr>
          <a:xfrm>
            <a:off x="381000" y="2286000"/>
            <a:ext cx="5461000" cy="2095500"/>
          </a:xfrm>
          <a:prstGeom prst="rect">
            <a:avLst/>
          </a:prstGeom>
          <a:noFill/>
          <a:ln>
            <a:solidFill>
              <a:srgbClr val="BFBFBF"/>
            </a:solidFill>
          </a:ln>
        </p:spPr>
        <p:txBody>
          <a:bodyPr vert="horz" wrap="square" rtlCol="0" anchor="ctr">
            <a:noAutofit/>
          </a:bodyPr>
          <a:lstStyle/>
          <a:p>
            <a:pPr>
              <a:lnSpc>
                <a:spcPct val="90000"/>
              </a:lnSpc>
            </a:pPr>
            <a:r>
              <a:rPr lang="en-US" sz="2900">
                <a:latin typeface="Calibri" panose="020F0502020204030204" pitchFamily="34" charset="0"/>
              </a:rPr>
              <a:t>Opening Lecture</a:t>
            </a:r>
            <a:br>
              <a:rPr lang="en-US" sz="5300">
                <a:latin typeface="Calibri" panose="020F0502020204030204" pitchFamily="34" charset="0"/>
              </a:rPr>
            </a:br>
            <a:r>
              <a:rPr lang="en-US" sz="6000">
                <a:latin typeface="Calibri" panose="020F0502020204030204" pitchFamily="34" charset="0"/>
              </a:rPr>
              <a:t>THE TITLE</a:t>
            </a:r>
            <a:br>
              <a:rPr lang="en-US" sz="2600">
                <a:latin typeface="Calibri" panose="020F0502020204030204" pitchFamily="34" charset="0"/>
              </a:rPr>
            </a:br>
            <a:br>
              <a:rPr lang="en-US" sz="2600">
                <a:latin typeface="Calibri" panose="020F0502020204030204" pitchFamily="34" charset="0"/>
              </a:rPr>
            </a:br>
            <a:r>
              <a:rPr lang="en-US" sz="2600">
                <a:latin typeface="Calibri" panose="020F0502020204030204" pitchFamily="34" charset="0"/>
              </a:rPr>
              <a:t>Subject: </a:t>
            </a:r>
            <a:r>
              <a:rPr lang="en-US" sz="2400">
                <a:latin typeface="Calibri" panose="020F0502020204030204" pitchFamily="34" charset="0"/>
              </a:rPr>
              <a:t>Shared Workshops</a:t>
            </a:r>
            <a:br>
              <a:rPr lang="en-US" sz="2400">
                <a:latin typeface="Calibri" panose="020F0502020204030204" pitchFamily="34" charset="0"/>
              </a:rPr>
            </a:br>
            <a:br>
              <a:rPr lang="en-US" sz="2400">
                <a:latin typeface="Calibri" panose="020F0502020204030204" pitchFamily="34" charset="0"/>
              </a:rPr>
            </a:br>
            <a:r>
              <a:rPr lang="en-US">
                <a:latin typeface="Calibri" panose="020F0502020204030204" pitchFamily="34" charset="0"/>
              </a:rPr>
              <a:t>March 2024</a:t>
            </a:r>
            <a:endParaRPr lang="de-DE">
              <a:latin typeface="Calibri" panose="020F0502020204030204" pitchFamily="34" charset="0"/>
            </a:endParaRP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6098F1D5-D1FD-24C5-52D1-27A453A24F58}"/>
              </a:ext>
            </a:extLst>
          </p:cNvPr>
          <p:cNvSpPr txBox="1"/>
          <p:nvPr/>
        </p:nvSpPr>
        <p:spPr>
          <a:xfrm>
            <a:off x="6350000" y="254000"/>
            <a:ext cx="2540000" cy="6350000"/>
          </a:xfrm>
          <a:prstGeom prst="rect">
            <a:avLst/>
          </a:prstGeom>
          <a:noFill/>
          <a:ln>
            <a:solidFill>
              <a:srgbClr val="BFBFBF"/>
            </a:solidFill>
          </a:ln>
        </p:spPr>
        <p:txBody>
          <a:bodyPr vert="horz" wrap="square" rtlCol="0">
            <a:noAutofit/>
          </a:bodyPr>
          <a:lstStyle/>
          <a:p>
            <a:r>
              <a:rPr lang="de-DE" sz="2000">
                <a:latin typeface="Calibri" panose="020F0502020204030204" pitchFamily="34" charset="0"/>
              </a:rPr>
              <a:t>abc</a:t>
            </a:r>
            <a:br>
              <a:rPr lang="de-DE" sz="6000">
                <a:latin typeface="Calibri" panose="020F0502020204030204" pitchFamily="34" charset="0"/>
              </a:rPr>
            </a:br>
            <a:r>
              <a:rPr lang="de-DE" sz="2000">
                <a:latin typeface="Calibri" panose="020F0502020204030204" pitchFamily="34" charset="0"/>
              </a:rPr>
              <a:t>def</a:t>
            </a:r>
            <a:br>
              <a:rPr lang="de-DE" sz="1000">
                <a:latin typeface="Calibri" panose="020F0502020204030204" pitchFamily="34" charset="0"/>
              </a:rPr>
            </a:br>
            <a:r>
              <a:rPr lang="de-DE" sz="4000">
                <a:latin typeface="Calibri" panose="020F0502020204030204" pitchFamily="34" charset="0"/>
              </a:rPr>
              <a:t>ghi</a:t>
            </a:r>
            <a:br>
              <a:rPr lang="de-DE" sz="1000">
                <a:latin typeface="Calibri" panose="020F0502020204030204" pitchFamily="34" charset="0"/>
              </a:rPr>
            </a:br>
            <a:r>
              <a:rPr lang="de-DE" sz="2000">
                <a:latin typeface="Calibri" panose="020F0502020204030204" pitchFamily="34" charset="0"/>
              </a:rPr>
              <a:t>jkl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626B175B-BE17-F30A-13E6-45BD90B9B2F0}"/>
              </a:ext>
            </a:extLst>
          </p:cNvPr>
          <p:cNvSpPr txBox="1"/>
          <p:nvPr/>
        </p:nvSpPr>
        <p:spPr>
          <a:xfrm>
            <a:off x="9271000" y="254000"/>
            <a:ext cx="2540000" cy="6350000"/>
          </a:xfrm>
          <a:prstGeom prst="rect">
            <a:avLst/>
          </a:prstGeom>
          <a:noFill/>
          <a:ln>
            <a:solidFill>
              <a:srgbClr val="BFBFBF"/>
            </a:solidFill>
          </a:ln>
        </p:spPr>
        <p:txBody>
          <a:bodyPr vert="horz" wrap="square" rtlCol="0">
            <a:noAutofit/>
          </a:bodyPr>
          <a:lstStyle/>
          <a:p>
            <a:r>
              <a:rPr lang="de-DE" sz="2000">
                <a:latin typeface="Calibri" panose="020F0502020204030204" pitchFamily="34" charset="0"/>
              </a:rPr>
              <a:t>abc</a:t>
            </a:r>
            <a:br>
              <a:rPr lang="de-DE" sz="2000">
                <a:latin typeface="Calibri" panose="020F0502020204030204" pitchFamily="34" charset="0"/>
              </a:rPr>
            </a:br>
            <a:br>
              <a:rPr lang="de-DE" sz="6000">
                <a:latin typeface="Calibri" panose="020F0502020204030204" pitchFamily="34" charset="0"/>
              </a:rPr>
            </a:br>
            <a:br>
              <a:rPr lang="de-DE" sz="1000">
                <a:latin typeface="Calibri" panose="020F0502020204030204" pitchFamily="34" charset="0"/>
              </a:rPr>
            </a:br>
            <a:r>
              <a:rPr lang="de-DE" sz="2000">
                <a:latin typeface="Calibri" panose="020F0502020204030204" pitchFamily="34" charset="0"/>
              </a:rPr>
              <a:t>def</a:t>
            </a:r>
            <a:br>
              <a:rPr lang="de-DE" sz="4000">
                <a:latin typeface="Calibri" panose="020F0502020204030204" pitchFamily="34" charset="0"/>
              </a:rPr>
            </a:br>
            <a:br>
              <a:rPr lang="de-DE" sz="2000">
                <a:latin typeface="Calibri" panose="020F0502020204030204" pitchFamily="34" charset="0"/>
              </a:rPr>
            </a:br>
            <a:r>
              <a:rPr lang="de-DE" sz="2000">
                <a:latin typeface="Calibri" panose="020F0502020204030204" pitchFamily="34" charset="0"/>
              </a:rPr>
              <a:t>ghi</a:t>
            </a:r>
          </a:p>
        </p:txBody>
      </p:sp>
    </p:spTree>
    <p:extLst>
      <p:ext uri="{BB962C8B-B14F-4D97-AF65-F5344CB8AC3E}">
        <p14:creationId xmlns:p14="http://schemas.microsoft.com/office/powerpoint/2010/main" val="30047589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2D2B97F8-3EE3-F51A-E077-230DE2CACCE5}"/>
              </a:ext>
            </a:extLst>
          </p:cNvPr>
          <p:cNvSpPr txBox="1"/>
          <p:nvPr/>
        </p:nvSpPr>
        <p:spPr>
          <a:xfrm>
            <a:off x="254000" y="254000"/>
            <a:ext cx="2857500" cy="6350000"/>
          </a:xfrm>
          <a:prstGeom prst="rect">
            <a:avLst/>
          </a:prstGeom>
          <a:noFill/>
          <a:ln>
            <a:solidFill>
              <a:srgbClr val="BFBFBF"/>
            </a:solidFill>
          </a:ln>
        </p:spPr>
        <p:txBody>
          <a:bodyPr vert="horz" wrap="square" rtlCol="0">
            <a:noAutofit/>
          </a:bodyPr>
          <a:lstStyle/>
          <a:p>
            <a:r>
              <a:rPr lang="de-DE" sz="2900">
                <a:latin typeface="Calibri" panose="020F0502020204030204" pitchFamily="34" charset="0"/>
              </a:rPr>
              <a:t>Shrunk 29 pt</a:t>
            </a:r>
          </a:p>
          <a:p>
            <a:r>
              <a:rPr lang="de-DE" sz="2600">
                <a:latin typeface="Calibri" panose="020F0502020204030204" pitchFamily="34" charset="0"/>
              </a:rPr>
              <a:t>Shrunk 26 pt</a:t>
            </a:r>
          </a:p>
          <a:p>
            <a:r>
              <a:rPr lang="de-DE" sz="2500">
                <a:latin typeface="Calibri" panose="020F0502020204030204" pitchFamily="34" charset="0"/>
              </a:rPr>
              <a:t>Shrunk 25 pt</a:t>
            </a:r>
          </a:p>
          <a:p>
            <a:r>
              <a:rPr lang="de-DE" sz="2400">
                <a:latin typeface="Calibri" panose="020F0502020204030204" pitchFamily="34" charset="0"/>
              </a:rPr>
              <a:t>Shrunk 24 pt</a:t>
            </a:r>
          </a:p>
          <a:p>
            <a:r>
              <a:rPr lang="de-DE">
                <a:latin typeface="Calibri" panose="020F0502020204030204" pitchFamily="34" charset="0"/>
              </a:rPr>
              <a:t>Shrunk 18 pt</a:t>
            </a:r>
          </a:p>
          <a:p>
            <a:r>
              <a:rPr lang="de-DE" sz="1500">
                <a:latin typeface="Calibri" panose="020F0502020204030204" pitchFamily="34" charset="0"/>
              </a:rPr>
              <a:t>Shrunk 15 pt</a:t>
            </a:r>
          </a:p>
          <a:p>
            <a:r>
              <a:rPr lang="de-DE" sz="1100">
                <a:latin typeface="Calibri" panose="020F0502020204030204" pitchFamily="34" charset="0"/>
              </a:rPr>
              <a:t>Shrunk 11 pt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63F57131-15A7-37DF-6576-D7A1BBE02264}"/>
              </a:ext>
            </a:extLst>
          </p:cNvPr>
          <p:cNvSpPr txBox="1"/>
          <p:nvPr/>
        </p:nvSpPr>
        <p:spPr>
          <a:xfrm>
            <a:off x="3238500" y="254000"/>
            <a:ext cx="2857500" cy="6350000"/>
          </a:xfrm>
          <a:prstGeom prst="rect">
            <a:avLst/>
          </a:prstGeom>
          <a:noFill/>
          <a:ln>
            <a:solidFill>
              <a:srgbClr val="BFBFBF"/>
            </a:solidFill>
          </a:ln>
        </p:spPr>
        <p:txBody>
          <a:bodyPr vert="horz" wrap="square" rtlCol="0">
            <a:normAutofit fontScale="90000"/>
          </a:bodyPr>
          <a:lstStyle/>
          <a:p>
            <a:r>
              <a:rPr lang="de-DE" sz="2900">
                <a:latin typeface="Calibri" panose="020F0502020204030204" pitchFamily="34" charset="0"/>
              </a:rPr>
              <a:t>Shrunk 29 pt</a:t>
            </a:r>
          </a:p>
          <a:p>
            <a:r>
              <a:rPr lang="de-DE" sz="2600">
                <a:latin typeface="Calibri" panose="020F0502020204030204" pitchFamily="34" charset="0"/>
              </a:rPr>
              <a:t>Shrunk 26 pt</a:t>
            </a:r>
          </a:p>
          <a:p>
            <a:r>
              <a:rPr lang="de-DE" sz="2500">
                <a:latin typeface="Calibri" panose="020F0502020204030204" pitchFamily="34" charset="0"/>
              </a:rPr>
              <a:t>Shrunk 25 pt</a:t>
            </a:r>
          </a:p>
          <a:p>
            <a:r>
              <a:rPr lang="de-DE" sz="2400">
                <a:latin typeface="Calibri" panose="020F0502020204030204" pitchFamily="34" charset="0"/>
              </a:rPr>
              <a:t>Shrunk 24 pt</a:t>
            </a:r>
          </a:p>
          <a:p>
            <a:r>
              <a:rPr lang="de-DE">
                <a:latin typeface="Calibri" panose="020F0502020204030204" pitchFamily="34" charset="0"/>
              </a:rPr>
              <a:t>Shrunk 18 pt</a:t>
            </a:r>
          </a:p>
          <a:p>
            <a:r>
              <a:rPr lang="de-DE" sz="1500">
                <a:latin typeface="Calibri" panose="020F0502020204030204" pitchFamily="34" charset="0"/>
              </a:rPr>
              <a:t>Shrunk 15 pt</a:t>
            </a:r>
          </a:p>
          <a:p>
            <a:r>
              <a:rPr lang="de-DE" sz="1100">
                <a:latin typeface="Calibri" panose="020F0502020204030204" pitchFamily="34" charset="0"/>
              </a:rPr>
              <a:t>Shrunk 11 pt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F0912CED-D439-6676-F80A-0EDA21723A0E}"/>
              </a:ext>
            </a:extLst>
          </p:cNvPr>
          <p:cNvSpPr txBox="1"/>
          <p:nvPr/>
        </p:nvSpPr>
        <p:spPr>
          <a:xfrm>
            <a:off x="6223000" y="254000"/>
            <a:ext cx="2857500" cy="6350000"/>
          </a:xfrm>
          <a:prstGeom prst="rect">
            <a:avLst/>
          </a:prstGeom>
          <a:noFill/>
          <a:ln>
            <a:solidFill>
              <a:srgbClr val="BFBFBF"/>
            </a:solidFill>
          </a:ln>
        </p:spPr>
        <p:txBody>
          <a:bodyPr vert="horz" wrap="square" rtlCol="0">
            <a:normAutofit fontScale="77500"/>
          </a:bodyPr>
          <a:lstStyle/>
          <a:p>
            <a:r>
              <a:rPr lang="de-DE" sz="2900">
                <a:latin typeface="Calibri" panose="020F0502020204030204" pitchFamily="34" charset="0"/>
              </a:rPr>
              <a:t>Shrunk 29 pt</a:t>
            </a:r>
          </a:p>
          <a:p>
            <a:r>
              <a:rPr lang="de-DE" sz="2600">
                <a:latin typeface="Calibri" panose="020F0502020204030204" pitchFamily="34" charset="0"/>
              </a:rPr>
              <a:t>Shrunk 26 pt</a:t>
            </a:r>
          </a:p>
          <a:p>
            <a:r>
              <a:rPr lang="de-DE" sz="2500">
                <a:latin typeface="Calibri" panose="020F0502020204030204" pitchFamily="34" charset="0"/>
              </a:rPr>
              <a:t>Shrunk 25 pt</a:t>
            </a:r>
          </a:p>
          <a:p>
            <a:r>
              <a:rPr lang="de-DE" sz="2400">
                <a:latin typeface="Calibri" panose="020F0502020204030204" pitchFamily="34" charset="0"/>
              </a:rPr>
              <a:t>Shrunk 24 pt</a:t>
            </a:r>
          </a:p>
          <a:p>
            <a:r>
              <a:rPr lang="de-DE">
                <a:latin typeface="Calibri" panose="020F0502020204030204" pitchFamily="34" charset="0"/>
              </a:rPr>
              <a:t>Shrunk 18 pt</a:t>
            </a:r>
          </a:p>
          <a:p>
            <a:r>
              <a:rPr lang="de-DE" sz="1500">
                <a:latin typeface="Calibri" panose="020F0502020204030204" pitchFamily="34" charset="0"/>
              </a:rPr>
              <a:t>Shrunk 15 pt</a:t>
            </a:r>
          </a:p>
          <a:p>
            <a:r>
              <a:rPr lang="de-DE" sz="1100">
                <a:latin typeface="Calibri" panose="020F0502020204030204" pitchFamily="34" charset="0"/>
              </a:rPr>
              <a:t>Shrunk 11 pt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5806A2BB-8862-99AA-DC37-26BC1A67D742}"/>
              </a:ext>
            </a:extLst>
          </p:cNvPr>
          <p:cNvSpPr txBox="1"/>
          <p:nvPr/>
        </p:nvSpPr>
        <p:spPr>
          <a:xfrm>
            <a:off x="9207500" y="254000"/>
            <a:ext cx="2857500" cy="6350000"/>
          </a:xfrm>
          <a:prstGeom prst="rect">
            <a:avLst/>
          </a:prstGeom>
          <a:noFill/>
          <a:ln>
            <a:solidFill>
              <a:srgbClr val="BFBFBF"/>
            </a:solidFill>
          </a:ln>
        </p:spPr>
        <p:txBody>
          <a:bodyPr vert="horz" wrap="square" rtlCol="0">
            <a:normAutofit fontScale="62500"/>
          </a:bodyPr>
          <a:lstStyle/>
          <a:p>
            <a:r>
              <a:rPr lang="de-DE" sz="2900">
                <a:latin typeface="Calibri" panose="020F0502020204030204" pitchFamily="34" charset="0"/>
              </a:rPr>
              <a:t>Shrunk 29 pt</a:t>
            </a:r>
          </a:p>
          <a:p>
            <a:r>
              <a:rPr lang="de-DE" sz="2600">
                <a:latin typeface="Calibri" panose="020F0502020204030204" pitchFamily="34" charset="0"/>
              </a:rPr>
              <a:t>Shrunk 26 pt</a:t>
            </a:r>
          </a:p>
          <a:p>
            <a:r>
              <a:rPr lang="de-DE" sz="2500">
                <a:latin typeface="Calibri" panose="020F0502020204030204" pitchFamily="34" charset="0"/>
              </a:rPr>
              <a:t>Shrunk 25 pt</a:t>
            </a:r>
          </a:p>
          <a:p>
            <a:r>
              <a:rPr lang="de-DE" sz="2400">
                <a:latin typeface="Calibri" panose="020F0502020204030204" pitchFamily="34" charset="0"/>
              </a:rPr>
              <a:t>Shrunk 24 pt</a:t>
            </a:r>
          </a:p>
          <a:p>
            <a:r>
              <a:rPr lang="de-DE">
                <a:latin typeface="Calibri" panose="020F0502020204030204" pitchFamily="34" charset="0"/>
              </a:rPr>
              <a:t>Shrunk 18 pt</a:t>
            </a:r>
          </a:p>
          <a:p>
            <a:r>
              <a:rPr lang="de-DE" sz="1500">
                <a:latin typeface="Calibri" panose="020F0502020204030204" pitchFamily="34" charset="0"/>
              </a:rPr>
              <a:t>Shrunk 15 pt</a:t>
            </a:r>
          </a:p>
          <a:p>
            <a:r>
              <a:rPr lang="de-DE" sz="1100">
                <a:latin typeface="Calibri" panose="020F0502020204030204" pitchFamily="34" charset="0"/>
              </a:rPr>
              <a:t>Shrunk 11 pt</a:t>
            </a:r>
          </a:p>
        </p:txBody>
      </p:sp>
    </p:spTree>
    <p:extLst>
      <p:ext uri="{BB962C8B-B14F-4D97-AF65-F5344CB8AC3E}">
        <p14:creationId xmlns:p14="http://schemas.microsoft.com/office/powerpoint/2010/main" val="25447654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C0F3C4DD-F547-F624-F45A-91373E7BF04E}"/>
              </a:ext>
            </a:extLst>
          </p:cNvPr>
          <p:cNvSpPr txBox="1"/>
          <p:nvPr/>
        </p:nvSpPr>
        <p:spPr>
          <a:xfrm>
            <a:off x="381000" y="381000"/>
            <a:ext cx="11430000" cy="369332"/>
          </a:xfrm>
          <a:prstGeom prst="rect">
            <a:avLst/>
          </a:prstGeom>
          <a:noFill/>
          <a:ln>
            <a:solidFill>
              <a:srgbClr val="BFBFBF"/>
            </a:solidFill>
          </a:ln>
        </p:spPr>
        <p:txBody>
          <a:bodyPr vert="horz" wrap="square" rtlCol="0">
            <a:noAutofit/>
          </a:bodyPr>
          <a:lstStyle/>
          <a:p>
            <a:r>
              <a:rPr lang="es-ES" sz="4400">
                <a:latin typeface="Bahnschrift" panose="020B0502040204020203" pitchFamily="34" charset="0"/>
              </a:rPr>
              <a:t>AVAWAYATAV To Wa Yo LT Te Vo P. F, r. y.</a:t>
            </a:r>
            <a:endParaRPr lang="de-DE" sz="4400">
              <a:latin typeface="Bahnschrift" panose="020B0502040204020203" pitchFamily="34" charset="0"/>
            </a:endParaRP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B2AC258E-7459-CA05-EF68-375AF5CC78CA}"/>
              </a:ext>
            </a:extLst>
          </p:cNvPr>
          <p:cNvSpPr txBox="1"/>
          <p:nvPr/>
        </p:nvSpPr>
        <p:spPr>
          <a:xfrm>
            <a:off x="381000" y="1905000"/>
            <a:ext cx="11430000" cy="369332"/>
          </a:xfrm>
          <a:prstGeom prst="rect">
            <a:avLst/>
          </a:prstGeom>
          <a:noFill/>
          <a:ln>
            <a:solidFill>
              <a:srgbClr val="BFBFBF"/>
            </a:solidFill>
          </a:ln>
        </p:spPr>
        <p:txBody>
          <a:bodyPr vert="horz" wrap="square" rtlCol="0">
            <a:noAutofit/>
          </a:bodyPr>
          <a:lstStyle/>
          <a:p>
            <a:r>
              <a:rPr lang="es-ES" sz="4400" b="1">
                <a:latin typeface="Bahnschrift" panose="020B0502040204020203" pitchFamily="34" charset="0"/>
              </a:rPr>
              <a:t>AVAWAYATAV To Wa Yo LT Te Vo P. F, r. y.</a:t>
            </a:r>
            <a:endParaRPr lang="de-DE" sz="4400" b="1">
              <a:latin typeface="Bahnschrift" panose="020B0502040204020203" pitchFamily="34" charset="0"/>
            </a:endParaRP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AA62E404-E21D-712E-534E-A4032AB8C080}"/>
              </a:ext>
            </a:extLst>
          </p:cNvPr>
          <p:cNvSpPr txBox="1"/>
          <p:nvPr/>
        </p:nvSpPr>
        <p:spPr>
          <a:xfrm>
            <a:off x="381000" y="3429000"/>
            <a:ext cx="11430000" cy="369332"/>
          </a:xfrm>
          <a:prstGeom prst="rect">
            <a:avLst/>
          </a:prstGeom>
          <a:noFill/>
          <a:ln>
            <a:solidFill>
              <a:srgbClr val="BFBFBF"/>
            </a:solidFill>
          </a:ln>
        </p:spPr>
        <p:txBody>
          <a:bodyPr vert="horz" wrap="square" rtlCol="0">
            <a:noAutofit/>
          </a:bodyPr>
          <a:lstStyle/>
          <a:p>
            <a:r>
              <a:rPr lang="es-ES" sz="4400">
                <a:latin typeface="Gabriola" panose="04040605051002020D02" pitchFamily="82" charset="0"/>
              </a:rPr>
              <a:t>AVAWAYATAV To Wa Yo LT Te Vo P. F, r. y.</a:t>
            </a:r>
            <a:endParaRPr lang="de-DE" sz="4400">
              <a:latin typeface="Gabriola" panose="04040605051002020D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80903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26171B7D-6E6F-5A73-CB93-5627C3C52C48}"/>
              </a:ext>
            </a:extLst>
          </p:cNvPr>
          <p:cNvSpPr txBox="1"/>
          <p:nvPr/>
        </p:nvSpPr>
        <p:spPr>
          <a:xfrm>
            <a:off x="381000" y="381000"/>
            <a:ext cx="5588000" cy="369332"/>
          </a:xfrm>
          <a:prstGeom prst="rect">
            <a:avLst/>
          </a:prstGeom>
          <a:noFill/>
          <a:ln>
            <a:solidFill>
              <a:srgbClr val="BFBFBF"/>
            </a:solidFill>
          </a:ln>
        </p:spPr>
        <p:txBody>
          <a:bodyPr vert="horz" wrap="square" rtlCol="0">
            <a:noAutofit/>
          </a:bodyPr>
          <a:lstStyle/>
          <a:p>
            <a:r>
              <a:rPr lang="de-DE" sz="2800">
                <a:latin typeface="SegoeUI"/>
              </a:rPr>
              <a:t>SegoeUI Diskussion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42E9D942-E654-9215-96A7-A4D55218026C}"/>
              </a:ext>
            </a:extLst>
          </p:cNvPr>
          <p:cNvSpPr txBox="1"/>
          <p:nvPr/>
        </p:nvSpPr>
        <p:spPr>
          <a:xfrm>
            <a:off x="381000" y="1905000"/>
            <a:ext cx="5588000" cy="369332"/>
          </a:xfrm>
          <a:prstGeom prst="rect">
            <a:avLst/>
          </a:prstGeom>
          <a:noFill/>
          <a:ln>
            <a:solidFill>
              <a:srgbClr val="BFBFBF"/>
            </a:solidFill>
          </a:ln>
        </p:spPr>
        <p:txBody>
          <a:bodyPr vert="horz" wrap="square" rtlCol="0">
            <a:noAutofit/>
          </a:bodyPr>
          <a:lstStyle/>
          <a:p>
            <a:r>
              <a:rPr lang="de-DE" sz="2800">
                <a:latin typeface="ArialMT"/>
              </a:rPr>
              <a:t>ArialMT Diskussion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AD184657-8BFE-E8D6-F69C-2BC19A5E391F}"/>
              </a:ext>
            </a:extLst>
          </p:cNvPr>
          <p:cNvSpPr txBox="1"/>
          <p:nvPr/>
        </p:nvSpPr>
        <p:spPr>
          <a:xfrm>
            <a:off x="381000" y="3429000"/>
            <a:ext cx="5588000" cy="369332"/>
          </a:xfrm>
          <a:prstGeom prst="rect">
            <a:avLst/>
          </a:prstGeom>
          <a:noFill/>
          <a:ln>
            <a:solidFill>
              <a:srgbClr val="BFBFBF"/>
            </a:solidFill>
          </a:ln>
        </p:spPr>
        <p:txBody>
          <a:bodyPr vert="horz" wrap="square" rtlCol="0">
            <a:noAutofit/>
          </a:bodyPr>
          <a:lstStyle/>
          <a:p>
            <a:r>
              <a:rPr lang="de-DE" sz="2800">
                <a:latin typeface="TimesNewRomanPSMT"/>
              </a:rPr>
              <a:t>TimesNewRomanPSMT Diskussion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B06A0C48-E76D-198A-D1C1-84528C9F78EA}"/>
              </a:ext>
            </a:extLst>
          </p:cNvPr>
          <p:cNvSpPr txBox="1"/>
          <p:nvPr/>
        </p:nvSpPr>
        <p:spPr>
          <a:xfrm>
            <a:off x="381000" y="4953000"/>
            <a:ext cx="5588000" cy="369332"/>
          </a:xfrm>
          <a:prstGeom prst="rect">
            <a:avLst/>
          </a:prstGeom>
          <a:noFill/>
          <a:ln>
            <a:solidFill>
              <a:srgbClr val="BFBFBF"/>
            </a:solidFill>
          </a:ln>
        </p:spPr>
        <p:txBody>
          <a:bodyPr vert="horz" wrap="square" rtlCol="0">
            <a:noAutofit/>
          </a:bodyPr>
          <a:lstStyle/>
          <a:p>
            <a:r>
              <a:rPr lang="de-DE" sz="2800">
                <a:latin typeface="Georgia-Bold"/>
              </a:rPr>
              <a:t>Georgia-Bold Diskussion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E77AA394-BE94-6566-006A-B6D755B15EE6}"/>
              </a:ext>
            </a:extLst>
          </p:cNvPr>
          <p:cNvSpPr txBox="1"/>
          <p:nvPr/>
        </p:nvSpPr>
        <p:spPr>
          <a:xfrm>
            <a:off x="6223000" y="381000"/>
            <a:ext cx="5588000" cy="369332"/>
          </a:xfrm>
          <a:prstGeom prst="rect">
            <a:avLst/>
          </a:prstGeom>
          <a:noFill/>
          <a:ln>
            <a:solidFill>
              <a:srgbClr val="BFBFBF"/>
            </a:solidFill>
          </a:ln>
        </p:spPr>
        <p:txBody>
          <a:bodyPr vert="horz" wrap="square" rtlCol="0">
            <a:noAutofit/>
          </a:bodyPr>
          <a:lstStyle/>
          <a:p>
            <a:r>
              <a:rPr lang="de-DE" sz="2800">
                <a:latin typeface="TahomaBold"/>
              </a:rPr>
              <a:t>TahomaBold Diskussion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981E08E7-10E3-1917-C23D-5F7A5ACCCA9D}"/>
              </a:ext>
            </a:extLst>
          </p:cNvPr>
          <p:cNvSpPr txBox="1"/>
          <p:nvPr/>
        </p:nvSpPr>
        <p:spPr>
          <a:xfrm>
            <a:off x="6223000" y="1905000"/>
            <a:ext cx="5588000" cy="369332"/>
          </a:xfrm>
          <a:prstGeom prst="rect">
            <a:avLst/>
          </a:prstGeom>
          <a:noFill/>
          <a:ln>
            <a:solidFill>
              <a:srgbClr val="BFBFBF"/>
            </a:solidFill>
          </a:ln>
        </p:spPr>
        <p:txBody>
          <a:bodyPr vert="horz" wrap="square" rtlCol="0">
            <a:noAutofit/>
          </a:bodyPr>
          <a:lstStyle/>
          <a:p>
            <a:r>
              <a:rPr lang="de-DE" sz="2800">
                <a:latin typeface="Cambria Bold" panose="02040803050406030204" pitchFamily="18" charset="0"/>
              </a:rPr>
              <a:t>Cambria Bold Diskussion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EBA16320-9C71-7AD9-F6A8-C1966EC84E54}"/>
              </a:ext>
            </a:extLst>
          </p:cNvPr>
          <p:cNvSpPr txBox="1"/>
          <p:nvPr/>
        </p:nvSpPr>
        <p:spPr>
          <a:xfrm>
            <a:off x="6223000" y="3429000"/>
            <a:ext cx="5588000" cy="369332"/>
          </a:xfrm>
          <a:prstGeom prst="rect">
            <a:avLst/>
          </a:prstGeom>
          <a:noFill/>
          <a:ln>
            <a:solidFill>
              <a:srgbClr val="BFBFBF"/>
            </a:solidFill>
          </a:ln>
        </p:spPr>
        <p:txBody>
          <a:bodyPr vert="horz" wrap="square" rtlCol="0">
            <a:noAutofit/>
          </a:bodyPr>
          <a:lstStyle/>
          <a:p>
            <a:r>
              <a:rPr lang="de-DE" sz="2800">
                <a:latin typeface="CambriaMath"/>
              </a:rPr>
              <a:t>CambriaMath Diskussion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AF218777-81A1-ACDA-E0F8-BCBC048BCA51}"/>
              </a:ext>
            </a:extLst>
          </p:cNvPr>
          <p:cNvSpPr txBox="1"/>
          <p:nvPr/>
        </p:nvSpPr>
        <p:spPr>
          <a:xfrm>
            <a:off x="6223000" y="4953000"/>
            <a:ext cx="5588000" cy="369332"/>
          </a:xfrm>
          <a:prstGeom prst="rect">
            <a:avLst/>
          </a:prstGeom>
          <a:noFill/>
          <a:ln>
            <a:solidFill>
              <a:srgbClr val="BFBFBF"/>
            </a:solidFill>
          </a:ln>
        </p:spPr>
        <p:txBody>
          <a:bodyPr vert="horz" wrap="square" rtlCol="0">
            <a:noAutofit/>
          </a:bodyPr>
          <a:lstStyle/>
          <a:p>
            <a:r>
              <a:rPr lang="de-DE" sz="2800">
                <a:latin typeface="TahomaX"/>
              </a:rPr>
              <a:t>TahomaX Diskussion</a:t>
            </a:r>
          </a:p>
        </p:txBody>
      </p:sp>
    </p:spTree>
    <p:extLst>
      <p:ext uri="{BB962C8B-B14F-4D97-AF65-F5344CB8AC3E}">
        <p14:creationId xmlns:p14="http://schemas.microsoft.com/office/powerpoint/2010/main" val="4856114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262</Words>
  <Application>Microsoft Office PowerPoint</Application>
  <PresentationFormat>Benutzerdefiniert</PresentationFormat>
  <Paragraphs>57</Paragraphs>
  <Slides>7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14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7</vt:i4>
      </vt:variant>
    </vt:vector>
  </HeadingPairs>
  <TitlesOfParts>
    <vt:vector size="22" baseType="lpstr">
      <vt:lpstr>Aptos</vt:lpstr>
      <vt:lpstr>Aptos Display</vt:lpstr>
      <vt:lpstr>Arial</vt:lpstr>
      <vt:lpstr>ArialMT</vt:lpstr>
      <vt:lpstr>Bahnschrift</vt:lpstr>
      <vt:lpstr>Calibri</vt:lpstr>
      <vt:lpstr>Cambria Bold</vt:lpstr>
      <vt:lpstr>CambriaMath</vt:lpstr>
      <vt:lpstr>Gabriola</vt:lpstr>
      <vt:lpstr>Georgia-Bold</vt:lpstr>
      <vt:lpstr>SegoeUI</vt:lpstr>
      <vt:lpstr>TahomaBold</vt:lpstr>
      <vt:lpstr>TahomaX</vt:lpstr>
      <vt:lpstr>TimesNewRomanPSMT</vt:lpstr>
      <vt:lpstr>Office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Fidelity generator</dc:creator>
  <cp:lastModifiedBy>Fidelity generator</cp:lastModifiedBy>
  <cp:revision>1</cp:revision>
  <dcterms:created xsi:type="dcterms:W3CDTF">2026-10-10T15:52:41Z</dcterms:created>
  <dcterms:modified xsi:type="dcterms:W3CDTF">2026-10-10T15:52:41Z</dcterms:modified>
</cp:coreProperties>
</file>