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9CDADB-39D2-0572-C8B1-06C35557BE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EA8EE21-C21A-EF20-A20C-4DF7220718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0F32950-54D6-FB91-57AE-FFD90F4AD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0518F-369F-4021-8069-C6BEE5FAEF1C}" type="datetimeFigureOut">
              <a:rPr lang="de-DE" smtClean="0"/>
              <a:t>10.10.2026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F9837B5-08BE-F01F-5339-B51636268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2029F17-EC62-D0CB-A99C-FA0F557D9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6AC5-30F7-48EE-84F7-2E4C64DFBE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03674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B3FFAA-D54B-F455-4CA8-8ADFF9435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338D2A-AF07-4407-ED02-291A470681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381BF6-BBB2-513D-40A1-5923743C7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0518F-369F-4021-8069-C6BEE5FAEF1C}" type="datetimeFigureOut">
              <a:rPr lang="de-DE" smtClean="0"/>
              <a:t>10.10.2026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6D7AEA2-3BC4-D045-9C26-8DF969948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F76873-ACF9-2F03-3639-574FBA639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6AC5-30F7-48EE-84F7-2E4C64DFBE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895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C2DD18-32DD-1173-00CB-14655CD7F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6865EC0-02FF-1721-ADB2-C7414D99F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90D543-DAC6-A31F-861F-6B9B8C0D4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0518F-369F-4021-8069-C6BEE5FAEF1C}" type="datetimeFigureOut">
              <a:rPr lang="de-DE" smtClean="0"/>
              <a:t>10.10.2026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7510148-E5B6-63E6-EBB7-2080D6631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46CE182-C51C-BA5E-FD82-D9B015B82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6AC5-30F7-48EE-84F7-2E4C64DFBE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97071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E1AA9B-3ED2-430D-AE77-549B37233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67EC953-C236-8952-6AF4-7914939F6C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173F28D-F195-67E7-47E4-B5035E15BE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296BBEA-82DA-5F3B-58CF-40FA7BAE6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0518F-369F-4021-8069-C6BEE5FAEF1C}" type="datetimeFigureOut">
              <a:rPr lang="de-DE" smtClean="0"/>
              <a:t>10.10.2026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A6FEB9-8D1C-5B6D-B961-6E3656635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DC87FA4-5BB9-19B1-6B92-DFE143717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6AC5-30F7-48EE-84F7-2E4C64DFBE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4251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19AE43-544A-3B5C-D831-408C54EEC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C2196B4-5373-34C3-325E-14DAF6BA3A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56842BC-1B5C-CFBA-FFF8-FEB276F09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99C5C95-8127-EF50-C26B-6150CB58E5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564F640-6E63-755C-6A67-0E68FD03CE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82AC7CF-8930-3F2F-2953-D3272D591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0518F-369F-4021-8069-C6BEE5FAEF1C}" type="datetimeFigureOut">
              <a:rPr lang="de-DE" smtClean="0"/>
              <a:t>10.10.2026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8F3B4AC-B07E-2001-C073-044FE6281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5BE265D-C815-D183-0FE1-E1E530A55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6AC5-30F7-48EE-84F7-2E4C64DFBE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1901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6E2524-F8D3-B587-F523-CF5E23C67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330290B-2370-F9AF-C996-F091FCF1A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0518F-369F-4021-8069-C6BEE5FAEF1C}" type="datetimeFigureOut">
              <a:rPr lang="de-DE" smtClean="0"/>
              <a:t>10.10.2026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662C05-6768-1C41-95D8-354944B02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F4E9B0-6A12-88B3-FF89-B0090CBAB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6AC5-30F7-48EE-84F7-2E4C64DFBE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5105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DFB14B2-E3E0-5379-7B72-44DD8EC7F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0518F-369F-4021-8069-C6BEE5FAEF1C}" type="datetimeFigureOut">
              <a:rPr lang="de-DE" smtClean="0"/>
              <a:t>10.10.2026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F5D53A8-7ADB-0517-BC36-91F6474D2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6A3A75-1CC5-B0C5-7055-AA22CB513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6AC5-30F7-48EE-84F7-2E4C64DFBE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8375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1ACDA3-24A3-1159-899B-7DA78C4F8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84CA03-7CC5-2531-F4C0-7F740089E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F8018C2-DC25-830D-173B-71F2139AE8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3277DA3-6877-0B6B-168D-59F9F75B4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0518F-369F-4021-8069-C6BEE5FAEF1C}" type="datetimeFigureOut">
              <a:rPr lang="de-DE" smtClean="0"/>
              <a:t>10.10.2026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4C2F0AF-4E1C-71C4-5F5A-15907DA28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3A4529F-05C0-DB1C-4C88-9E2BC3B19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6AC5-30F7-48EE-84F7-2E4C64DFBE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6627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956F2A-AEAF-4087-78C3-8F2A3FED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4C1F702-B853-8C5C-952C-28B46483BEC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800CCA3-AC02-7E03-2702-7062AE752A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C4B8F6F-2470-867C-A6B4-13717A4C9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0518F-369F-4021-8069-C6BEE5FAEF1C}" type="datetimeFigureOut">
              <a:rPr lang="de-DE" smtClean="0"/>
              <a:t>10.10.2026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35584C-2D92-6C10-1688-C64F57A65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62B7997-D539-43D2-228A-1DF79BF2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6AC5-30F7-48EE-84F7-2E4C64DFBE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2229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25917D-CE81-8D16-4634-9F02D7594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92583A4-85E9-C6E9-606D-5BFC6F8C7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F707E2-8EA2-8D38-0297-3267C2E8C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0518F-369F-4021-8069-C6BEE5FAEF1C}" type="datetimeFigureOut">
              <a:rPr lang="de-DE" smtClean="0"/>
              <a:t>10.10.2026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470D40A-D225-C4D3-A2B0-51A837494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5A17B2-4889-E175-0B72-2F18E29F7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6AC5-30F7-48EE-84F7-2E4C64DFBE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0330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6FA7829-DCA1-7219-11B7-585528EC1A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506E1AD-8765-08B9-9FB1-BFDA953EA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922C89E-C680-E2E1-0ECD-6CF6769E1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0518F-369F-4021-8069-C6BEE5FAEF1C}" type="datetimeFigureOut">
              <a:rPr lang="de-DE" smtClean="0"/>
              <a:t>10.10.2026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4931086-7AE4-08E9-2987-7AAF9D516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2C0EEC9-A562-5F0B-8B9C-07E532017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6AC5-30F7-48EE-84F7-2E4C64DFBE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86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8A4EA87-3D84-79F9-6E51-D4D3582B6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33A15DC-06C4-AD72-B5CC-012DC152F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D5777A3-2305-3B70-9A1F-BE6468530E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B0518F-369F-4021-8069-C6BEE5FAEF1C}" type="datetimeFigureOut">
              <a:rPr lang="de-DE" smtClean="0"/>
              <a:t>10.10.2026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DDCE1A-A88D-3B2D-8E46-FE8E84890A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0C0D12-B24B-F960-B163-3E5BAEFE58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E26AC5-30F7-48EE-84F7-2E4C64DFBE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5436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3D05268B-E4AA-BD8D-AC70-293E2902B07F}"/>
              </a:ext>
            </a:extLst>
          </p:cNvPr>
          <p:cNvSpPr txBox="1"/>
          <p:nvPr/>
        </p:nvSpPr>
        <p:spPr>
          <a:xfrm>
            <a:off x="381000" y="254000"/>
            <a:ext cx="11430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3200">
                <a:latin typeface="Calibri" panose="020F0502020204030204" pitchFamily="34" charset="0"/>
              </a:rPr>
              <a:t>Wingdings:  </a:t>
            </a:r>
            <a:r>
              <a:rPr lang="de-DE" sz="3200">
                <a:latin typeface="Calibri" panose="020F0502020204030204" pitchFamily="34" charset="0"/>
                <a:sym typeface="Wingdings" panose="05000000000000000000" pitchFamily="2" charset="2"/>
              </a:rPr>
              <a:t>     end</a:t>
            </a:r>
            <a:endParaRPr lang="de-DE" sz="3200">
              <a:latin typeface="Calibri" panose="020F0502020204030204" pitchFamily="34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61839FE-C03F-2324-41AA-765A7DBF9B3C}"/>
              </a:ext>
            </a:extLst>
          </p:cNvPr>
          <p:cNvSpPr txBox="1"/>
          <p:nvPr/>
        </p:nvSpPr>
        <p:spPr>
          <a:xfrm>
            <a:off x="381000" y="1524000"/>
            <a:ext cx="11430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3200">
                <a:latin typeface="Calibri" panose="020F0502020204030204" pitchFamily="34" charset="0"/>
              </a:rPr>
              <a:t>Wingdings 2:  </a:t>
            </a:r>
            <a:r>
              <a:rPr lang="de-DE" sz="3200">
                <a:latin typeface="Calibri" panose="020F0502020204030204" pitchFamily="34" charset="0"/>
                <a:sym typeface="Wingdings 2" panose="05020102010507070707" pitchFamily="18" charset="2"/>
              </a:rPr>
              <a:t>   end</a:t>
            </a:r>
            <a:endParaRPr lang="de-DE" sz="3200">
              <a:latin typeface="Calibri" panose="020F0502020204030204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056AC0A-7BF6-B579-0953-1B6CDD58D4D1}"/>
              </a:ext>
            </a:extLst>
          </p:cNvPr>
          <p:cNvSpPr txBox="1"/>
          <p:nvPr/>
        </p:nvSpPr>
        <p:spPr>
          <a:xfrm>
            <a:off x="381000" y="2794000"/>
            <a:ext cx="11430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3200">
                <a:latin typeface="Calibri" panose="020F0502020204030204" pitchFamily="34" charset="0"/>
              </a:rPr>
              <a:t>Wingdings 3:  </a:t>
            </a:r>
            <a:r>
              <a:rPr lang="de-DE" sz="3200">
                <a:latin typeface="Calibri" panose="020F0502020204030204" pitchFamily="34" charset="0"/>
                <a:sym typeface="Wingdings 3" panose="05040102010807070707" pitchFamily="18" charset="2"/>
              </a:rPr>
              <a:t>  end</a:t>
            </a:r>
            <a:endParaRPr lang="de-DE" sz="3200">
              <a:latin typeface="Calibri" panose="020F0502020204030204" pitchFamily="34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964C0C2-BAC0-B446-A612-45DEAB0484B5}"/>
              </a:ext>
            </a:extLst>
          </p:cNvPr>
          <p:cNvSpPr txBox="1"/>
          <p:nvPr/>
        </p:nvSpPr>
        <p:spPr>
          <a:xfrm>
            <a:off x="381000" y="4064000"/>
            <a:ext cx="11430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3200">
                <a:latin typeface="Calibri" panose="020F0502020204030204" pitchFamily="34" charset="0"/>
              </a:rPr>
              <a:t>Symbol:  </a:t>
            </a:r>
            <a:r>
              <a:rPr lang="de-DE" sz="3200">
                <a:latin typeface="Calibri" panose="020F0502020204030204" pitchFamily="34" charset="0"/>
                <a:sym typeface="Symbol" panose="05050102010706020507" pitchFamily="18" charset="2"/>
              </a:rPr>
              <a:t>    end</a:t>
            </a:r>
            <a:endParaRPr lang="de-DE" sz="3200">
              <a:latin typeface="Calibri" panose="020F050202020403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97A78F4-F037-B195-A3C7-1E79F76CB9BE}"/>
              </a:ext>
            </a:extLst>
          </p:cNvPr>
          <p:cNvSpPr txBox="1"/>
          <p:nvPr/>
        </p:nvSpPr>
        <p:spPr>
          <a:xfrm>
            <a:off x="381000" y="5334000"/>
            <a:ext cx="11430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3200">
                <a:latin typeface="Calibri" panose="020F0502020204030204" pitchFamily="34" charset="0"/>
              </a:rPr>
              <a:t>Webdings:  </a:t>
            </a:r>
            <a:r>
              <a:rPr lang="de-DE" sz="3200">
                <a:latin typeface="Calibri" panose="020F0502020204030204" pitchFamily="34" charset="0"/>
                <a:sym typeface="Webdings" panose="05030102010509060703" pitchFamily="18" charset="2"/>
              </a:rPr>
              <a:t>  end</a:t>
            </a:r>
            <a:endParaRPr lang="de-DE" sz="320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75277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D411B9DA-E66E-D5CB-BEA8-23D723D86649}"/>
              </a:ext>
            </a:extLst>
          </p:cNvPr>
          <p:cNvSpPr txBox="1"/>
          <p:nvPr/>
        </p:nvSpPr>
        <p:spPr>
          <a:xfrm>
            <a:off x="381000" y="381000"/>
            <a:ext cx="5588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>
                <a:latin typeface="Calibri" panose="020F0502020204030204" pitchFamily="34" charset="0"/>
              </a:rPr>
              <a:t>First line of the text</a:t>
            </a:r>
          </a:p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>
                <a:latin typeface="Calibri" panose="020F0502020204030204" pitchFamily="34" charset="0"/>
              </a:rPr>
              <a:t>Second line</a:t>
            </a:r>
          </a:p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>
                <a:latin typeface="Calibri" panose="020F0502020204030204" pitchFamily="34" charset="0"/>
              </a:rPr>
              <a:t>Third line with more words to wrap across the box</a:t>
            </a:r>
            <a:endParaRPr lang="de-DE" sz="2800">
              <a:latin typeface="Calibri" panose="020F0502020204030204" pitchFamily="34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F4777803-6A95-9E7A-F09C-7CB6EBAC456C}"/>
              </a:ext>
            </a:extLst>
          </p:cNvPr>
          <p:cNvSpPr txBox="1"/>
          <p:nvPr/>
        </p:nvSpPr>
        <p:spPr>
          <a:xfrm>
            <a:off x="6223000" y="381000"/>
            <a:ext cx="5588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 compatLnSpc="1">
            <a:no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>
                <a:latin typeface="Calibri" panose="020F0502020204030204" pitchFamily="34" charset="0"/>
              </a:rPr>
              <a:t>First line of the text</a:t>
            </a:r>
          </a:p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>
                <a:latin typeface="Calibri" panose="020F0502020204030204" pitchFamily="34" charset="0"/>
              </a:rPr>
              <a:t>Second line</a:t>
            </a:r>
          </a:p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>
                <a:latin typeface="Calibri" panose="020F0502020204030204" pitchFamily="34" charset="0"/>
              </a:rPr>
              <a:t>Third line with more words to wrap across the box</a:t>
            </a:r>
            <a:endParaRPr lang="de-DE" sz="280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27621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C845B73-3CFD-BD3D-5CBF-10ECE8F00523}"/>
              </a:ext>
            </a:extLst>
          </p:cNvPr>
          <p:cNvSpPr txBox="1"/>
          <p:nvPr/>
        </p:nvSpPr>
        <p:spPr>
          <a:xfrm>
            <a:off x="381000" y="381000"/>
            <a:ext cx="5588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3200">
                <a:latin typeface="Calibri" panose="020F0502020204030204" pitchFamily="34" charset="0"/>
              </a:rPr>
              <a:t>Normal height Ag 123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2BF9329-49A2-15BE-1A13-7470333E5052}"/>
              </a:ext>
            </a:extLst>
          </p:cNvPr>
          <p:cNvSpPr txBox="1"/>
          <p:nvPr/>
        </p:nvSpPr>
        <p:spPr>
          <a:xfrm>
            <a:off x="6223000" y="381000"/>
            <a:ext cx="5588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3200" normalizeH="1">
                <a:latin typeface="Calibri" panose="020F0502020204030204" pitchFamily="34" charset="0"/>
              </a:rPr>
              <a:t>Normalized Ag 123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63405C8-1FB7-E382-637D-168E2591B2F0}"/>
              </a:ext>
            </a:extLst>
          </p:cNvPr>
          <p:cNvSpPr txBox="1"/>
          <p:nvPr/>
        </p:nvSpPr>
        <p:spPr>
          <a:xfrm>
            <a:off x="381000" y="2286000"/>
            <a:ext cx="2540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mongolianVert" wrap="square" rtlCol="0">
            <a:noAutofit/>
          </a:bodyPr>
          <a:lstStyle/>
          <a:p>
            <a:r>
              <a:rPr lang="ja-JP" altLang="de-DE" sz="3200">
                <a:latin typeface="Calibri" panose="020F0502020204030204" pitchFamily="34" charset="0"/>
              </a:rPr>
              <a:t>縦書き </a:t>
            </a:r>
            <a:r>
              <a:rPr lang="de-DE" altLang="ja-JP" sz="3200">
                <a:latin typeface="Calibri" panose="020F0502020204030204" pitchFamily="34" charset="0"/>
              </a:rPr>
              <a:t>2024</a:t>
            </a:r>
            <a:r>
              <a:rPr lang="ja-JP" altLang="de-DE" sz="3200">
                <a:latin typeface="Calibri" panose="020F0502020204030204" pitchFamily="34" charset="0"/>
              </a:rPr>
              <a:t>年 </a:t>
            </a:r>
            <a:r>
              <a:rPr lang="de-DE" sz="3200">
                <a:latin typeface="Calibri" panose="020F0502020204030204" pitchFamily="34" charset="0"/>
              </a:rPr>
              <a:t>AB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A98202E-7A88-D3DA-A3F6-1FEDC09E7871}"/>
              </a:ext>
            </a:extLst>
          </p:cNvPr>
          <p:cNvSpPr txBox="1"/>
          <p:nvPr/>
        </p:nvSpPr>
        <p:spPr>
          <a:xfrm>
            <a:off x="6223000" y="2286000"/>
            <a:ext cx="2540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mongolianVert" wrap="square" rtlCol="0">
            <a:noAutofit/>
          </a:bodyPr>
          <a:lstStyle/>
          <a:p>
            <a:r>
              <a:rPr lang="ja-JP" altLang="de-DE" sz="3200" kumimoji="1">
                <a:latin typeface="Calibri" panose="020F0502020204030204" pitchFamily="34" charset="0"/>
              </a:rPr>
              <a:t>縦書き </a:t>
            </a:r>
            <a:r>
              <a:rPr lang="de-DE" altLang="ja-JP" sz="3200" kumimoji="1">
                <a:latin typeface="Calibri" panose="020F0502020204030204" pitchFamily="34" charset="0"/>
              </a:rPr>
              <a:t>2024</a:t>
            </a:r>
            <a:r>
              <a:rPr lang="ja-JP" altLang="de-DE" sz="3200" kumimoji="1">
                <a:latin typeface="Calibri" panose="020F0502020204030204" pitchFamily="34" charset="0"/>
              </a:rPr>
              <a:t>年 </a:t>
            </a:r>
            <a:r>
              <a:rPr lang="de-DE" sz="3200" kumimoji="1">
                <a:latin typeface="Calibri" panose="020F0502020204030204" pitchFamily="34" charset="0"/>
              </a:rPr>
              <a:t>AB</a:t>
            </a:r>
          </a:p>
        </p:txBody>
      </p:sp>
    </p:spTree>
    <p:extLst>
      <p:ext uri="{BB962C8B-B14F-4D97-AF65-F5344CB8AC3E}">
        <p14:creationId xmlns:p14="http://schemas.microsoft.com/office/powerpoint/2010/main" val="1561131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1532678E-6CCD-F497-C45C-E0C210F2E2A7}"/>
              </a:ext>
            </a:extLst>
          </p:cNvPr>
          <p:cNvSpPr txBox="1"/>
          <p:nvPr/>
        </p:nvSpPr>
        <p:spPr>
          <a:xfrm>
            <a:off x="381000" y="2286000"/>
            <a:ext cx="5461000" cy="2095500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2900">
                <a:latin typeface="Calibri" panose="020F0502020204030204" pitchFamily="34" charset="0"/>
              </a:rPr>
              <a:t>Opening Lecture</a:t>
            </a:r>
            <a:br>
              <a:rPr lang="en-US" sz="5300">
                <a:latin typeface="Calibri" panose="020F0502020204030204" pitchFamily="34" charset="0"/>
              </a:rPr>
            </a:br>
            <a:r>
              <a:rPr lang="en-US" sz="6000">
                <a:latin typeface="Calibri" panose="020F0502020204030204" pitchFamily="34" charset="0"/>
              </a:rPr>
              <a:t>THE TITLE</a:t>
            </a:r>
            <a:br>
              <a:rPr lang="en-US" sz="2600">
                <a:latin typeface="Calibri" panose="020F0502020204030204" pitchFamily="34" charset="0"/>
              </a:rPr>
            </a:br>
            <a:br>
              <a:rPr lang="en-US" sz="2600">
                <a:latin typeface="Calibri" panose="020F0502020204030204" pitchFamily="34" charset="0"/>
              </a:rPr>
            </a:br>
            <a:r>
              <a:rPr lang="en-US" sz="2600">
                <a:latin typeface="Calibri" panose="020F0502020204030204" pitchFamily="34" charset="0"/>
              </a:rPr>
              <a:t>Subject: </a:t>
            </a:r>
            <a:r>
              <a:rPr lang="en-US" sz="2400">
                <a:latin typeface="Calibri" panose="020F0502020204030204" pitchFamily="34" charset="0"/>
              </a:rPr>
              <a:t>Shared Workshops</a:t>
            </a:r>
            <a:br>
              <a:rPr lang="en-US" sz="2400">
                <a:latin typeface="Calibri" panose="020F0502020204030204" pitchFamily="34" charset="0"/>
              </a:rPr>
            </a:br>
            <a:br>
              <a:rPr lang="en-US" sz="2400">
                <a:latin typeface="Calibri" panose="020F0502020204030204" pitchFamily="34" charset="0"/>
              </a:rPr>
            </a:br>
            <a:r>
              <a:rPr lang="en-US">
                <a:latin typeface="Calibri" panose="020F0502020204030204" pitchFamily="34" charset="0"/>
              </a:rPr>
              <a:t>March 2024</a:t>
            </a:r>
            <a:endParaRPr lang="de-DE">
              <a:latin typeface="Calibri" panose="020F0502020204030204" pitchFamily="34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676C32B-1454-66C2-E033-C2ABA49C4C5A}"/>
              </a:ext>
            </a:extLst>
          </p:cNvPr>
          <p:cNvSpPr txBox="1"/>
          <p:nvPr/>
        </p:nvSpPr>
        <p:spPr>
          <a:xfrm>
            <a:off x="6350000" y="254000"/>
            <a:ext cx="2540000" cy="6350000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2000">
                <a:latin typeface="Calibri" panose="020F0502020204030204" pitchFamily="34" charset="0"/>
              </a:rPr>
              <a:t>abc</a:t>
            </a:r>
            <a:br>
              <a:rPr lang="de-DE" sz="6000">
                <a:latin typeface="Calibri" panose="020F0502020204030204" pitchFamily="34" charset="0"/>
              </a:rPr>
            </a:br>
            <a:r>
              <a:rPr lang="de-DE" sz="2000">
                <a:latin typeface="Calibri" panose="020F0502020204030204" pitchFamily="34" charset="0"/>
              </a:rPr>
              <a:t>def</a:t>
            </a:r>
            <a:br>
              <a:rPr lang="de-DE" sz="1000">
                <a:latin typeface="Calibri" panose="020F0502020204030204" pitchFamily="34" charset="0"/>
              </a:rPr>
            </a:br>
            <a:r>
              <a:rPr lang="de-DE" sz="4000">
                <a:latin typeface="Calibri" panose="020F0502020204030204" pitchFamily="34" charset="0"/>
              </a:rPr>
              <a:t>ghi</a:t>
            </a:r>
            <a:br>
              <a:rPr lang="de-DE" sz="1000">
                <a:latin typeface="Calibri" panose="020F0502020204030204" pitchFamily="34" charset="0"/>
              </a:rPr>
            </a:br>
            <a:r>
              <a:rPr lang="de-DE" sz="2000">
                <a:latin typeface="Calibri" panose="020F0502020204030204" pitchFamily="34" charset="0"/>
              </a:rPr>
              <a:t>jkl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32F99C8-EFCA-A8F0-AB72-4BB918D79056}"/>
              </a:ext>
            </a:extLst>
          </p:cNvPr>
          <p:cNvSpPr txBox="1"/>
          <p:nvPr/>
        </p:nvSpPr>
        <p:spPr>
          <a:xfrm>
            <a:off x="9271000" y="254000"/>
            <a:ext cx="2540000" cy="6350000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2000">
                <a:latin typeface="Calibri" panose="020F0502020204030204" pitchFamily="34" charset="0"/>
              </a:rPr>
              <a:t>abc</a:t>
            </a:r>
            <a:br>
              <a:rPr lang="de-DE" sz="2000">
                <a:latin typeface="Calibri" panose="020F0502020204030204" pitchFamily="34" charset="0"/>
              </a:rPr>
            </a:br>
            <a:br>
              <a:rPr lang="de-DE" sz="6000">
                <a:latin typeface="Calibri" panose="020F0502020204030204" pitchFamily="34" charset="0"/>
              </a:rPr>
            </a:br>
            <a:br>
              <a:rPr lang="de-DE" sz="1000">
                <a:latin typeface="Calibri" panose="020F0502020204030204" pitchFamily="34" charset="0"/>
              </a:rPr>
            </a:br>
            <a:r>
              <a:rPr lang="de-DE" sz="2000">
                <a:latin typeface="Calibri" panose="020F0502020204030204" pitchFamily="34" charset="0"/>
              </a:rPr>
              <a:t>def</a:t>
            </a:r>
            <a:br>
              <a:rPr lang="de-DE" sz="4000">
                <a:latin typeface="Calibri" panose="020F0502020204030204" pitchFamily="34" charset="0"/>
              </a:rPr>
            </a:br>
            <a:br>
              <a:rPr lang="de-DE" sz="2000">
                <a:latin typeface="Calibri" panose="020F0502020204030204" pitchFamily="34" charset="0"/>
              </a:rPr>
            </a:br>
            <a:r>
              <a:rPr lang="de-DE" sz="2000">
                <a:latin typeface="Calibri" panose="020F0502020204030204" pitchFamily="34" charset="0"/>
              </a:rPr>
              <a:t>ghi</a:t>
            </a:r>
          </a:p>
        </p:txBody>
      </p:sp>
    </p:spTree>
    <p:extLst>
      <p:ext uri="{BB962C8B-B14F-4D97-AF65-F5344CB8AC3E}">
        <p14:creationId xmlns:p14="http://schemas.microsoft.com/office/powerpoint/2010/main" val="2734181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94ABD88-6F37-8399-B01F-89146B3EFC88}"/>
              </a:ext>
            </a:extLst>
          </p:cNvPr>
          <p:cNvSpPr txBox="1"/>
          <p:nvPr/>
        </p:nvSpPr>
        <p:spPr>
          <a:xfrm>
            <a:off x="254000" y="254000"/>
            <a:ext cx="2857500" cy="6350000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2900">
                <a:latin typeface="Calibri" panose="020F0502020204030204" pitchFamily="34" charset="0"/>
              </a:rPr>
              <a:t>Shrunk 29 pt</a:t>
            </a:r>
          </a:p>
          <a:p>
            <a:r>
              <a:rPr lang="de-DE" sz="2600">
                <a:latin typeface="Calibri" panose="020F0502020204030204" pitchFamily="34" charset="0"/>
              </a:rPr>
              <a:t>Shrunk 26 pt</a:t>
            </a:r>
          </a:p>
          <a:p>
            <a:r>
              <a:rPr lang="de-DE" sz="2500">
                <a:latin typeface="Calibri" panose="020F0502020204030204" pitchFamily="34" charset="0"/>
              </a:rPr>
              <a:t>Shrunk 25 pt</a:t>
            </a:r>
          </a:p>
          <a:p>
            <a:r>
              <a:rPr lang="de-DE" sz="2400">
                <a:latin typeface="Calibri" panose="020F0502020204030204" pitchFamily="34" charset="0"/>
              </a:rPr>
              <a:t>Shrunk 24 pt</a:t>
            </a:r>
          </a:p>
          <a:p>
            <a:r>
              <a:rPr lang="de-DE">
                <a:latin typeface="Calibri" panose="020F0502020204030204" pitchFamily="34" charset="0"/>
              </a:rPr>
              <a:t>Shrunk 18 pt</a:t>
            </a:r>
          </a:p>
          <a:p>
            <a:r>
              <a:rPr lang="de-DE" sz="1500">
                <a:latin typeface="Calibri" panose="020F0502020204030204" pitchFamily="34" charset="0"/>
              </a:rPr>
              <a:t>Shrunk 15 pt</a:t>
            </a:r>
          </a:p>
          <a:p>
            <a:r>
              <a:rPr lang="de-DE" sz="1100">
                <a:latin typeface="Calibri" panose="020F0502020204030204" pitchFamily="34" charset="0"/>
              </a:rPr>
              <a:t>Shrunk 11 pt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F5FBDE79-90CA-9416-9ED5-0ACD61350A0F}"/>
              </a:ext>
            </a:extLst>
          </p:cNvPr>
          <p:cNvSpPr txBox="1"/>
          <p:nvPr/>
        </p:nvSpPr>
        <p:spPr>
          <a:xfrm>
            <a:off x="3238500" y="254000"/>
            <a:ext cx="2857500" cy="6350000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rmAutofit fontScale="90000"/>
          </a:bodyPr>
          <a:lstStyle/>
          <a:p>
            <a:r>
              <a:rPr lang="de-DE" sz="2900">
                <a:latin typeface="Calibri" panose="020F0502020204030204" pitchFamily="34" charset="0"/>
              </a:rPr>
              <a:t>Shrunk 29 pt</a:t>
            </a:r>
          </a:p>
          <a:p>
            <a:r>
              <a:rPr lang="de-DE" sz="2600">
                <a:latin typeface="Calibri" panose="020F0502020204030204" pitchFamily="34" charset="0"/>
              </a:rPr>
              <a:t>Shrunk 26 pt</a:t>
            </a:r>
          </a:p>
          <a:p>
            <a:r>
              <a:rPr lang="de-DE" sz="2500">
                <a:latin typeface="Calibri" panose="020F0502020204030204" pitchFamily="34" charset="0"/>
              </a:rPr>
              <a:t>Shrunk 25 pt</a:t>
            </a:r>
          </a:p>
          <a:p>
            <a:r>
              <a:rPr lang="de-DE" sz="2400">
                <a:latin typeface="Calibri" panose="020F0502020204030204" pitchFamily="34" charset="0"/>
              </a:rPr>
              <a:t>Shrunk 24 pt</a:t>
            </a:r>
          </a:p>
          <a:p>
            <a:r>
              <a:rPr lang="de-DE">
                <a:latin typeface="Calibri" panose="020F0502020204030204" pitchFamily="34" charset="0"/>
              </a:rPr>
              <a:t>Shrunk 18 pt</a:t>
            </a:r>
          </a:p>
          <a:p>
            <a:r>
              <a:rPr lang="de-DE" sz="1500">
                <a:latin typeface="Calibri" panose="020F0502020204030204" pitchFamily="34" charset="0"/>
              </a:rPr>
              <a:t>Shrunk 15 pt</a:t>
            </a:r>
          </a:p>
          <a:p>
            <a:r>
              <a:rPr lang="de-DE" sz="1100">
                <a:latin typeface="Calibri" panose="020F0502020204030204" pitchFamily="34" charset="0"/>
              </a:rPr>
              <a:t>Shrunk 11 pt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C94D627-4086-6121-247F-85317CB82A2D}"/>
              </a:ext>
            </a:extLst>
          </p:cNvPr>
          <p:cNvSpPr txBox="1"/>
          <p:nvPr/>
        </p:nvSpPr>
        <p:spPr>
          <a:xfrm>
            <a:off x="6223000" y="254000"/>
            <a:ext cx="2857500" cy="6350000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rmAutofit fontScale="77500"/>
          </a:bodyPr>
          <a:lstStyle/>
          <a:p>
            <a:r>
              <a:rPr lang="de-DE" sz="2900">
                <a:latin typeface="Calibri" panose="020F0502020204030204" pitchFamily="34" charset="0"/>
              </a:rPr>
              <a:t>Shrunk 29 pt</a:t>
            </a:r>
          </a:p>
          <a:p>
            <a:r>
              <a:rPr lang="de-DE" sz="2600">
                <a:latin typeface="Calibri" panose="020F0502020204030204" pitchFamily="34" charset="0"/>
              </a:rPr>
              <a:t>Shrunk 26 pt</a:t>
            </a:r>
          </a:p>
          <a:p>
            <a:r>
              <a:rPr lang="de-DE" sz="2500">
                <a:latin typeface="Calibri" panose="020F0502020204030204" pitchFamily="34" charset="0"/>
              </a:rPr>
              <a:t>Shrunk 25 pt</a:t>
            </a:r>
          </a:p>
          <a:p>
            <a:r>
              <a:rPr lang="de-DE" sz="2400">
                <a:latin typeface="Calibri" panose="020F0502020204030204" pitchFamily="34" charset="0"/>
              </a:rPr>
              <a:t>Shrunk 24 pt</a:t>
            </a:r>
          </a:p>
          <a:p>
            <a:r>
              <a:rPr lang="de-DE">
                <a:latin typeface="Calibri" panose="020F0502020204030204" pitchFamily="34" charset="0"/>
              </a:rPr>
              <a:t>Shrunk 18 pt</a:t>
            </a:r>
          </a:p>
          <a:p>
            <a:r>
              <a:rPr lang="de-DE" sz="1500">
                <a:latin typeface="Calibri" panose="020F0502020204030204" pitchFamily="34" charset="0"/>
              </a:rPr>
              <a:t>Shrunk 15 pt</a:t>
            </a:r>
          </a:p>
          <a:p>
            <a:r>
              <a:rPr lang="de-DE" sz="1100">
                <a:latin typeface="Calibri" panose="020F0502020204030204" pitchFamily="34" charset="0"/>
              </a:rPr>
              <a:t>Shrunk 11 pt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B4A06EA-06ED-6C9C-CAD6-C1C096E53FB9}"/>
              </a:ext>
            </a:extLst>
          </p:cNvPr>
          <p:cNvSpPr txBox="1"/>
          <p:nvPr/>
        </p:nvSpPr>
        <p:spPr>
          <a:xfrm>
            <a:off x="9207500" y="254000"/>
            <a:ext cx="2857500" cy="6350000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rmAutofit fontScale="62500"/>
          </a:bodyPr>
          <a:lstStyle/>
          <a:p>
            <a:r>
              <a:rPr lang="de-DE" sz="2900">
                <a:latin typeface="Calibri" panose="020F0502020204030204" pitchFamily="34" charset="0"/>
              </a:rPr>
              <a:t>Shrunk 29 pt</a:t>
            </a:r>
          </a:p>
          <a:p>
            <a:r>
              <a:rPr lang="de-DE" sz="2600">
                <a:latin typeface="Calibri" panose="020F0502020204030204" pitchFamily="34" charset="0"/>
              </a:rPr>
              <a:t>Shrunk 26 pt</a:t>
            </a:r>
          </a:p>
          <a:p>
            <a:r>
              <a:rPr lang="de-DE" sz="2500">
                <a:latin typeface="Calibri" panose="020F0502020204030204" pitchFamily="34" charset="0"/>
              </a:rPr>
              <a:t>Shrunk 25 pt</a:t>
            </a:r>
          </a:p>
          <a:p>
            <a:r>
              <a:rPr lang="de-DE" sz="2400">
                <a:latin typeface="Calibri" panose="020F0502020204030204" pitchFamily="34" charset="0"/>
              </a:rPr>
              <a:t>Shrunk 24 pt</a:t>
            </a:r>
          </a:p>
          <a:p>
            <a:r>
              <a:rPr lang="de-DE">
                <a:latin typeface="Calibri" panose="020F0502020204030204" pitchFamily="34" charset="0"/>
              </a:rPr>
              <a:t>Shrunk 18 pt</a:t>
            </a:r>
          </a:p>
          <a:p>
            <a:r>
              <a:rPr lang="de-DE" sz="1500">
                <a:latin typeface="Calibri" panose="020F0502020204030204" pitchFamily="34" charset="0"/>
              </a:rPr>
              <a:t>Shrunk 15 pt</a:t>
            </a:r>
          </a:p>
          <a:p>
            <a:r>
              <a:rPr lang="de-DE" sz="1100">
                <a:latin typeface="Calibri" panose="020F0502020204030204" pitchFamily="34" charset="0"/>
              </a:rPr>
              <a:t>Shrunk 11 pt</a:t>
            </a:r>
          </a:p>
        </p:txBody>
      </p:sp>
    </p:spTree>
    <p:extLst>
      <p:ext uri="{BB962C8B-B14F-4D97-AF65-F5344CB8AC3E}">
        <p14:creationId xmlns:p14="http://schemas.microsoft.com/office/powerpoint/2010/main" val="1318257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3B44C6AD-93BD-D821-8FA8-F3097CF7774D}"/>
              </a:ext>
            </a:extLst>
          </p:cNvPr>
          <p:cNvSpPr txBox="1"/>
          <p:nvPr/>
        </p:nvSpPr>
        <p:spPr>
          <a:xfrm>
            <a:off x="381000" y="381000"/>
            <a:ext cx="11430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ES" sz="4400">
                <a:latin typeface="Bahnschrift" panose="020B0502040204020203" pitchFamily="34" charset="0"/>
              </a:rPr>
              <a:t>AVAWAYATAV To Wa Yo LT Te Vo P. F, r. y.</a:t>
            </a:r>
            <a:endParaRPr lang="de-DE" sz="4400">
              <a:latin typeface="Bahnschrift" panose="020B0502040204020203" pitchFamily="34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2536595-DF46-CF47-0262-34198D8A80B3}"/>
              </a:ext>
            </a:extLst>
          </p:cNvPr>
          <p:cNvSpPr txBox="1"/>
          <p:nvPr/>
        </p:nvSpPr>
        <p:spPr>
          <a:xfrm>
            <a:off x="381000" y="1905000"/>
            <a:ext cx="11430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ES" sz="4400" b="1">
                <a:latin typeface="Bahnschrift" panose="020B0502040204020203" pitchFamily="34" charset="0"/>
              </a:rPr>
              <a:t>AVAWAYATAV To Wa Yo LT Te Vo P. F, r. y.</a:t>
            </a:r>
            <a:endParaRPr lang="de-DE" sz="4400" b="1">
              <a:latin typeface="Bahnschrift" panose="020B0502040204020203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5D610AC-D0CD-999D-997E-6BB3A3405183}"/>
              </a:ext>
            </a:extLst>
          </p:cNvPr>
          <p:cNvSpPr txBox="1"/>
          <p:nvPr/>
        </p:nvSpPr>
        <p:spPr>
          <a:xfrm>
            <a:off x="381000" y="3429000"/>
            <a:ext cx="11430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ES" sz="4400">
                <a:latin typeface="Gabriola" panose="04040605051002020D02" pitchFamily="82" charset="0"/>
              </a:rPr>
              <a:t>AVAWAYATAV To Wa Yo LT Te Vo P. F, r. y.</a:t>
            </a:r>
            <a:endParaRPr lang="de-DE" sz="4400">
              <a:latin typeface="Gabriola" panose="04040605051002020D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4709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32A20371-DD71-4015-D1AE-8D02AF1612F1}"/>
              </a:ext>
            </a:extLst>
          </p:cNvPr>
          <p:cNvSpPr txBox="1"/>
          <p:nvPr/>
        </p:nvSpPr>
        <p:spPr>
          <a:xfrm>
            <a:off x="381000" y="381000"/>
            <a:ext cx="5588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2800">
                <a:latin typeface="SegoeUI"/>
              </a:rPr>
              <a:t>SegoeUI Diskussion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1FBDC46-18C3-8BC5-CB09-2703480C2577}"/>
              </a:ext>
            </a:extLst>
          </p:cNvPr>
          <p:cNvSpPr txBox="1"/>
          <p:nvPr/>
        </p:nvSpPr>
        <p:spPr>
          <a:xfrm>
            <a:off x="381000" y="1905000"/>
            <a:ext cx="5588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2800">
                <a:latin typeface="ArialMT"/>
              </a:rPr>
              <a:t>ArialMT Diskussion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167AF5C9-4E56-BB8C-FE88-8BDEBA933D65}"/>
              </a:ext>
            </a:extLst>
          </p:cNvPr>
          <p:cNvSpPr txBox="1"/>
          <p:nvPr/>
        </p:nvSpPr>
        <p:spPr>
          <a:xfrm>
            <a:off x="381000" y="3429000"/>
            <a:ext cx="5588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2800">
                <a:latin typeface="TimesNewRomanPSMT"/>
              </a:rPr>
              <a:t>TimesNewRomanPSMT Diskussion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A78E110-E32D-EA6E-2AA5-2B804F2AEAB2}"/>
              </a:ext>
            </a:extLst>
          </p:cNvPr>
          <p:cNvSpPr txBox="1"/>
          <p:nvPr/>
        </p:nvSpPr>
        <p:spPr>
          <a:xfrm>
            <a:off x="381000" y="4953000"/>
            <a:ext cx="5588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2800">
                <a:latin typeface="Georgia-Bold"/>
              </a:rPr>
              <a:t>Georgia-Bold Diskussion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472B56D-3958-0368-774D-4663373A40B0}"/>
              </a:ext>
            </a:extLst>
          </p:cNvPr>
          <p:cNvSpPr txBox="1"/>
          <p:nvPr/>
        </p:nvSpPr>
        <p:spPr>
          <a:xfrm>
            <a:off x="6223000" y="381000"/>
            <a:ext cx="5588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2800">
                <a:latin typeface="TahomaBold"/>
              </a:rPr>
              <a:t>TahomaBold Diskussion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0DAFEDC-CDA2-B0A6-74A7-40E7F690807A}"/>
              </a:ext>
            </a:extLst>
          </p:cNvPr>
          <p:cNvSpPr txBox="1"/>
          <p:nvPr/>
        </p:nvSpPr>
        <p:spPr>
          <a:xfrm>
            <a:off x="6223000" y="1905000"/>
            <a:ext cx="5588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2800">
                <a:latin typeface="Cambria Bold" panose="02040803050406030204" pitchFamily="18" charset="0"/>
              </a:rPr>
              <a:t>Cambria Bold Diskussion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E9D6876-1E67-D9A8-0ED5-F08A89552223}"/>
              </a:ext>
            </a:extLst>
          </p:cNvPr>
          <p:cNvSpPr txBox="1"/>
          <p:nvPr/>
        </p:nvSpPr>
        <p:spPr>
          <a:xfrm>
            <a:off x="6223000" y="3429000"/>
            <a:ext cx="5588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2800">
                <a:latin typeface="CambriaMath"/>
              </a:rPr>
              <a:t>CambriaMath Diskussion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569FEC8-71A1-DF5D-CFEA-038D4777DF8F}"/>
              </a:ext>
            </a:extLst>
          </p:cNvPr>
          <p:cNvSpPr txBox="1"/>
          <p:nvPr/>
        </p:nvSpPr>
        <p:spPr>
          <a:xfrm>
            <a:off x="6223000" y="4953000"/>
            <a:ext cx="5588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2800">
                <a:latin typeface="TahomaX"/>
              </a:rPr>
              <a:t>TahomaX Diskussion</a:t>
            </a:r>
          </a:p>
        </p:txBody>
      </p:sp>
    </p:spTree>
    <p:extLst>
      <p:ext uri="{BB962C8B-B14F-4D97-AF65-F5344CB8AC3E}">
        <p14:creationId xmlns:p14="http://schemas.microsoft.com/office/powerpoint/2010/main" val="1498683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00111C16-CF79-299D-569B-85EA30CA183B}"/>
              </a:ext>
            </a:extLst>
          </p:cNvPr>
          <p:cNvSpPr txBox="1"/>
          <p:nvPr/>
        </p:nvSpPr>
        <p:spPr>
          <a:xfrm>
            <a:off x="508000" y="1905000"/>
            <a:ext cx="2540000" cy="2540000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prstTxWarp prst="textCircle">
              <a:avLst/>
            </a:prstTxWarp>
            <a:noAutofit/>
          </a:bodyPr>
          <a:lstStyle/>
          <a:p>
            <a:r>
              <a:rPr lang="en-US">
                <a:latin typeface="Calibri" panose="020F0502020204030204" pitchFamily="34" charset="0"/>
              </a:rPr>
              <a:t>Line one text</a:t>
            </a:r>
          </a:p>
          <a:p>
            <a:r>
              <a:rPr lang="en-US">
                <a:latin typeface="Calibri" panose="020F0502020204030204" pitchFamily="34" charset="0"/>
              </a:rPr>
              <a:t>Line two</a:t>
            </a:r>
          </a:p>
          <a:p>
            <a:r>
              <a:rPr lang="en-US">
                <a:latin typeface="Calibri" panose="020F0502020204030204" pitchFamily="34" charset="0"/>
              </a:rPr>
              <a:t>Third line here</a:t>
            </a:r>
            <a:endParaRPr lang="de-DE">
              <a:latin typeface="Calibri" panose="020F0502020204030204" pitchFamily="34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8F7DE9D-5032-6C4E-F8DD-33AA7A49068C}"/>
              </a:ext>
            </a:extLst>
          </p:cNvPr>
          <p:cNvSpPr txBox="1"/>
          <p:nvPr/>
        </p:nvSpPr>
        <p:spPr>
          <a:xfrm>
            <a:off x="3365500" y="1905000"/>
            <a:ext cx="2540000" cy="2540000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prstTxWarp prst="textArchUp">
              <a:avLst/>
            </a:prstTxWarp>
            <a:noAutofit/>
          </a:bodyPr>
          <a:lstStyle/>
          <a:p>
            <a:r>
              <a:rPr lang="en-US">
                <a:latin typeface="Calibri" panose="020F0502020204030204" pitchFamily="34" charset="0"/>
              </a:rPr>
              <a:t>Line one text</a:t>
            </a:r>
          </a:p>
          <a:p>
            <a:r>
              <a:rPr lang="en-US">
                <a:latin typeface="Calibri" panose="020F0502020204030204" pitchFamily="34" charset="0"/>
              </a:rPr>
              <a:t>Line two</a:t>
            </a:r>
          </a:p>
          <a:p>
            <a:r>
              <a:rPr lang="en-US">
                <a:latin typeface="Calibri" panose="020F0502020204030204" pitchFamily="34" charset="0"/>
              </a:rPr>
              <a:t>Third line here</a:t>
            </a:r>
            <a:endParaRPr lang="de-DE">
              <a:latin typeface="Calibri" panose="020F0502020204030204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995B120-4791-3FED-502F-95EDA911BAA0}"/>
              </a:ext>
            </a:extLst>
          </p:cNvPr>
          <p:cNvSpPr txBox="1"/>
          <p:nvPr/>
        </p:nvSpPr>
        <p:spPr>
          <a:xfrm>
            <a:off x="6223000" y="1905000"/>
            <a:ext cx="2540000" cy="2540000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prstTxWarp prst="textArchDown">
              <a:avLst/>
            </a:prstTxWarp>
            <a:noAutofit/>
          </a:bodyPr>
          <a:lstStyle/>
          <a:p>
            <a:r>
              <a:rPr lang="en-US">
                <a:latin typeface="Calibri" panose="020F0502020204030204" pitchFamily="34" charset="0"/>
              </a:rPr>
              <a:t>Line one text</a:t>
            </a:r>
          </a:p>
          <a:p>
            <a:r>
              <a:rPr lang="en-US">
                <a:latin typeface="Calibri" panose="020F0502020204030204" pitchFamily="34" charset="0"/>
              </a:rPr>
              <a:t>Line two</a:t>
            </a:r>
          </a:p>
          <a:p>
            <a:r>
              <a:rPr lang="en-US">
                <a:latin typeface="Calibri" panose="020F0502020204030204" pitchFamily="34" charset="0"/>
              </a:rPr>
              <a:t>Third line here</a:t>
            </a:r>
            <a:endParaRPr lang="de-DE">
              <a:latin typeface="Calibri" panose="020F0502020204030204" pitchFamily="34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5EB83BA-1D72-0B7C-63A6-4429AB8B29CB}"/>
              </a:ext>
            </a:extLst>
          </p:cNvPr>
          <p:cNvSpPr txBox="1"/>
          <p:nvPr/>
        </p:nvSpPr>
        <p:spPr>
          <a:xfrm>
            <a:off x="9080500" y="1905000"/>
            <a:ext cx="2540000" cy="2540000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prstTxWarp prst="textCircle">
              <a:avLst/>
            </a:prstTxWarp>
            <a:noAutofit/>
          </a:bodyPr>
          <a:lstStyle/>
          <a:p>
            <a:r>
              <a:rPr lang="de-DE">
                <a:latin typeface="Calibri" panose="020F0502020204030204" pitchFamily="34" charset="0"/>
              </a:rPr>
              <a:t>TTT TTT TTT TTT TTT TTT TTT TTT TTT TTT TTT TTT TTT TTT TTT TTT TTT TTT</a:t>
            </a:r>
          </a:p>
        </p:txBody>
      </p:sp>
    </p:spTree>
    <p:extLst>
      <p:ext uri="{BB962C8B-B14F-4D97-AF65-F5344CB8AC3E}">
        <p14:creationId xmlns:p14="http://schemas.microsoft.com/office/powerpoint/2010/main" val="32041797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304</Words>
  <Application>Microsoft Office PowerPoint</Application>
  <PresentationFormat>Benutzerdefiniert</PresentationFormat>
  <Paragraphs>67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23" baseType="lpstr">
      <vt:lpstr>Aptos</vt:lpstr>
      <vt:lpstr>Aptos Display</vt:lpstr>
      <vt:lpstr>Arial</vt:lpstr>
      <vt:lpstr>ArialMT</vt:lpstr>
      <vt:lpstr>Bahnschrift</vt:lpstr>
      <vt:lpstr>Calibri</vt:lpstr>
      <vt:lpstr>Cambria Bold</vt:lpstr>
      <vt:lpstr>CambriaMath</vt:lpstr>
      <vt:lpstr>Gabriola</vt:lpstr>
      <vt:lpstr>Georgia-Bold</vt:lpstr>
      <vt:lpstr>SegoeUI</vt:lpstr>
      <vt:lpstr>TahomaBold</vt:lpstr>
      <vt:lpstr>TahomaX</vt:lpstr>
      <vt:lpstr>TimesNewRomanPSMT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2026-10-10T18:18:59Z</dcterms:created>
  <dcterms:modified xsi:type="dcterms:W3CDTF">2026-10-10T18:18:59Z</dcterms:modified>
</cp:coreProperties>
</file>