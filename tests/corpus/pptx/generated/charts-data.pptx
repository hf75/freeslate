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Values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3">
                  <c:v>4</c:v>
                </c:pt>
                <c:pt idx="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8C-48CF-8EBF-7DD393154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66095"/>
        <c:axId val="1210382607"/>
      </c:lineChart>
      <c:catAx>
        <c:axId val="146660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382607"/>
        <c:crosses val="autoZero"/>
        <c:auto val="1"/>
        <c:lblAlgn val="ctr"/>
        <c:lblOffset val="100"/>
        <c:noMultiLvlLbl val="0"/>
      </c:catAx>
      <c:valAx>
        <c:axId val="1210382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666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Values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3">
                  <c:v>4</c:v>
                </c:pt>
                <c:pt idx="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9E-49C5-BC9A-1DEE1381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9656144"/>
        <c:axId val="1210450767"/>
      </c:lineChart>
      <c:catAx>
        <c:axId val="196965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450767"/>
        <c:crosses val="autoZero"/>
        <c:auto val="1"/>
        <c:lblAlgn val="ctr"/>
        <c:lblOffset val="100"/>
        <c:noMultiLvlLbl val="0"/>
      </c:catAx>
      <c:valAx>
        <c:axId val="1210450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6965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Values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Tabelle1!$A$2:$A$7</c:f>
              <c:strCache>
                <c:ptCount val="6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3</c:v>
                </c:pt>
                <c:pt idx="1">
                  <c:v>5</c:v>
                </c:pt>
                <c:pt idx="3">
                  <c:v>4</c:v>
                </c:pt>
                <c:pt idx="5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EB-4E17-B5DE-ED063E9EF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22207"/>
        <c:axId val="1210446927"/>
      </c:lineChart>
      <c:catAx>
        <c:axId val="14622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446927"/>
        <c:crosses val="autoZero"/>
        <c:auto val="1"/>
        <c:lblAlgn val="ctr"/>
        <c:lblOffset val="100"/>
        <c:noMultiLvlLbl val="0"/>
      </c:catAx>
      <c:valAx>
        <c:axId val="12104469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622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5F-402F-B50D-2E1B56D18E0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5F-402F-B50D-2E1B56D18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7652128"/>
        <c:axId val="1210444527"/>
      </c:barChart>
      <c:catAx>
        <c:axId val="205765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444527"/>
        <c:crosses val="autoZero"/>
        <c:auto val="1"/>
        <c:lblAlgn val="ctr"/>
        <c:lblOffset val="100"/>
        <c:noMultiLvlLbl val="0"/>
      </c:catAx>
      <c:valAx>
        <c:axId val="121044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05765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F0-49F6-89E8-FFE36DF5CC20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F0-49F6-89E8-FFE36DF5C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69658000"/>
        <c:axId val="1210516527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Tabelle1!$C$1</c15:sqref>
                        </c15:formulaRef>
                      </c:ext>
                    </c:extLst>
                    <c:strCache>
                      <c:ptCount val="1"/>
                      <c:pt idx="0">
                        <c:v>2024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Tabelle1!$A$2:$A$5</c15:sqref>
                        </c15:formulaRef>
                      </c:ext>
                    </c:extLst>
                    <c:strCache>
                      <c:ptCount val="4"/>
                      <c:pt idx="0">
                        <c:v>North</c:v>
                      </c:pt>
                      <c:pt idx="1">
                        <c:v>South</c:v>
                      </c:pt>
                      <c:pt idx="2">
                        <c:v>East</c:v>
                      </c:pt>
                      <c:pt idx="3">
                        <c:v>West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Tabelle1!$C$2:$C$5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5</c:v>
                      </c:pt>
                      <c:pt idx="1">
                        <c:v>7</c:v>
                      </c:pt>
                      <c:pt idx="2">
                        <c:v>6</c:v>
                      </c:pt>
                      <c:pt idx="3">
                        <c:v>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E6F0-49F6-89E8-FFE36DF5CC20}"/>
                  </c:ext>
                </c:extLst>
              </c15:ser>
            </c15:filteredBarSeries>
          </c:ext>
        </c:extLst>
      </c:barChart>
      <c:catAx>
        <c:axId val="196965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16527"/>
        <c:crosses val="autoZero"/>
        <c:auto val="1"/>
        <c:lblAlgn val="ctr"/>
        <c:lblOffset val="100"/>
        <c:noMultiLvlLbl val="0"/>
      </c:catAx>
      <c:valAx>
        <c:axId val="1210516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6965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Tabelle1!$C$1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Tabelle1!$A$2:$B$9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</c:lvl>
                <c:lvl>
                  <c:pt idx="0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5E-44A8-B574-3C58CA7089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2127599"/>
        <c:axId val="1210506447"/>
      </c:barChart>
      <c:catAx>
        <c:axId val="1212127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06447"/>
        <c:crosses val="autoZero"/>
        <c:auto val="1"/>
        <c:lblAlgn val="ctr"/>
        <c:lblOffset val="100"/>
        <c:noMultiLvlLbl val="0"/>
      </c:catAx>
      <c:valAx>
        <c:axId val="1210506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21275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Tabelle1!$C$1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Tabelle1!$A$2:$B$9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</c:lvl>
                <c:lvl>
                  <c:pt idx="0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6C-43F9-A49A-40DCF6905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12139663"/>
        <c:axId val="1210517967"/>
      </c:barChart>
      <c:catAx>
        <c:axId val="1212139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17967"/>
        <c:crosses val="autoZero"/>
        <c:auto val="1"/>
        <c:lblAlgn val="ctr"/>
        <c:lblOffset val="100"/>
        <c:noMultiLvlLbl val="1"/>
      </c:catAx>
      <c:valAx>
        <c:axId val="1210517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21396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Visits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Tabelle1!$A$2:$A$7</c:f>
              <c:numCache>
                <c:formatCode>General</c:formatCode>
                <c:ptCount val="6"/>
                <c:pt idx="0">
                  <c:v>45292</c:v>
                </c:pt>
                <c:pt idx="1">
                  <c:v>45295</c:v>
                </c:pt>
                <c:pt idx="2">
                  <c:v>45296</c:v>
                </c:pt>
                <c:pt idx="3">
                  <c:v>45303</c:v>
                </c:pt>
                <c:pt idx="4">
                  <c:v>45310</c:v>
                </c:pt>
                <c:pt idx="5">
                  <c:v>45324</c:v>
                </c:pt>
              </c:numCache>
            </c:num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16-45F0-A2F6-AB29516A00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2140127"/>
        <c:axId val="1210513647"/>
      </c:lineChart>
      <c:dateAx>
        <c:axId val="1212140127"/>
        <c:scaling>
          <c:orientation val="minMax"/>
        </c:scaling>
        <c:delete val="0"/>
        <c:axPos val="b"/>
        <c:numFmt formatCode="d\.\ mmm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13647"/>
        <c:crosses val="autoZero"/>
        <c:auto val="0"/>
        <c:lblOffset val="100"/>
        <c:baseTimeUnit val="days"/>
        <c:majorUnit val="7"/>
        <c:majorTimeUnit val="days"/>
      </c:dateAx>
      <c:valAx>
        <c:axId val="1210513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2140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Tabelle1!$A$2:$A$7</c:f>
              <c:numCache>
                <c:formatCode>General</c:formatCode>
                <c:ptCount val="6"/>
                <c:pt idx="0">
                  <c:v>45292</c:v>
                </c:pt>
                <c:pt idx="1">
                  <c:v>45306</c:v>
                </c:pt>
                <c:pt idx="2">
                  <c:v>45337</c:v>
                </c:pt>
                <c:pt idx="3">
                  <c:v>45366</c:v>
                </c:pt>
                <c:pt idx="4">
                  <c:v>45383</c:v>
                </c:pt>
                <c:pt idx="5">
                  <c:v>45444</c:v>
                </c:pt>
              </c:numCache>
            </c:num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5</c:v>
                </c:pt>
                <c:pt idx="1">
                  <c:v>8</c:v>
                </c:pt>
                <c:pt idx="2">
                  <c:v>6</c:v>
                </c:pt>
                <c:pt idx="3">
                  <c:v>9</c:v>
                </c:pt>
                <c:pt idx="4">
                  <c:v>7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E1-4B38-92B7-8FC990BFF3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675375"/>
        <c:axId val="1210515567"/>
      </c:barChart>
      <c:dateAx>
        <c:axId val="14675375"/>
        <c:scaling>
          <c:orientation val="minMax"/>
        </c:scaling>
        <c:delete val="0"/>
        <c:axPos val="b"/>
        <c:numFmt formatCode="mmm\ 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15567"/>
        <c:crosses val="autoZero"/>
        <c:auto val="0"/>
        <c:lblOffset val="100"/>
        <c:baseTimeUnit val="months"/>
      </c:dateAx>
      <c:valAx>
        <c:axId val="1210515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67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Units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Tabelle1!$A$2:$A$4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54-4D1D-B77B-8B578309A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42543"/>
        <c:axId val="1210508847"/>
      </c:barChart>
      <c:catAx>
        <c:axId val="131425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08847"/>
        <c:crosses val="autoZero"/>
        <c:auto val="1"/>
        <c:lblAlgn val="ctr"/>
        <c:lblOffset val="100"/>
        <c:noMultiLvlLbl val="0"/>
      </c:catAx>
      <c:valAx>
        <c:axId val="1210508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142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Units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pictureOptions>
            <c:pictureFormat val="stack"/>
          </c:pictureOptions>
          <c:cat>
            <c:strRef>
              <c:f>Tabelle1!$A$2:$A$4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C9-48B6-B868-794D9BD5A1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35119"/>
        <c:axId val="1210507887"/>
      </c:barChart>
      <c:catAx>
        <c:axId val="131351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07887"/>
        <c:crosses val="autoZero"/>
        <c:auto val="1"/>
        <c:lblAlgn val="ctr"/>
        <c:lblOffset val="100"/>
        <c:noMultiLvlLbl val="0"/>
      </c:catAx>
      <c:valAx>
        <c:axId val="121050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1351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Units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pictureOptions>
            <c:pictureFormat val="stackScale"/>
            <c:pictureStackUnit val="1"/>
          </c:pictureOptions>
          <c:cat>
            <c:strRef>
              <c:f>Tabelle1!$A$2:$A$4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A-4587-8038-E61794AC7F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136047"/>
        <c:axId val="1210521807"/>
      </c:barChart>
      <c:catAx>
        <c:axId val="13136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21807"/>
        <c:crosses val="autoZero"/>
        <c:auto val="1"/>
        <c:lblAlgn val="ctr"/>
        <c:lblOffset val="100"/>
        <c:noMultiLvlLbl val="0"/>
      </c:catAx>
      <c:valAx>
        <c:axId val="1210521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1360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3</c:v>
                </c:pt>
                <c:pt idx="1">
                  <c:v>8</c:v>
                </c:pt>
                <c:pt idx="2">
                  <c:v>5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C6-447E-B0BC-3168C2E677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125087"/>
        <c:axId val="1210534287"/>
      </c:barChart>
      <c:catAx>
        <c:axId val="44125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34287"/>
        <c:crosses val="autoZero"/>
        <c:auto val="1"/>
        <c:lblAlgn val="ctr"/>
        <c:lblOffset val="100"/>
        <c:noMultiLvlLbl val="0"/>
      </c:catAx>
      <c:valAx>
        <c:axId val="1210534287"/>
        <c:scaling>
          <c:orientation val="minMax"/>
          <c:max val="6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125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depthPercent val="100"/>
      <c:rAngAx val="1"/>
    </c:view3D>
    <c:floor>
      <c:thickness val="10"/>
      <c:spPr>
        <a:noFill/>
        <a:ln>
          <a:noFill/>
        </a:ln>
        <a:effectLst/>
        <a:sp3d/>
      </c:spPr>
    </c:floor>
    <c:sideWall>
      <c:thickness val="10"/>
      <c:spPr>
        <a:noFill/>
        <a:ln>
          <a:noFill/>
        </a:ln>
        <a:effectLst/>
        <a:sp3d/>
      </c:spPr>
    </c:sideWall>
    <c:backWall>
      <c:thickness val="1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C8-457D-9FB2-FE753ACBC3A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C8-457D-9FB2-FE753ACBC3A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C8-457D-9FB2-FE753ACBC3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4118591"/>
        <c:axId val="1210526607"/>
        <c:axId val="0"/>
      </c:bar3DChart>
      <c:catAx>
        <c:axId val="44118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26607"/>
        <c:crosses val="autoZero"/>
        <c:auto val="1"/>
        <c:lblAlgn val="ctr"/>
        <c:lblOffset val="100"/>
        <c:noMultiLvlLbl val="0"/>
      </c:catAx>
      <c:valAx>
        <c:axId val="1210526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11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Up and down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Tabelle1!$A$2:$A$8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2</c:v>
                </c:pt>
                <c:pt idx="1">
                  <c:v>8</c:v>
                </c:pt>
                <c:pt idx="2">
                  <c:v>3</c:v>
                </c:pt>
                <c:pt idx="3">
                  <c:v>9</c:v>
                </c:pt>
                <c:pt idx="4">
                  <c:v>1</c:v>
                </c:pt>
                <c:pt idx="5">
                  <c:v>7</c:v>
                </c:pt>
                <c:pt idx="6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9B3-4957-86F8-3D85C3BC124F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Steps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Tabelle1!$A$2:$A$8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Tabelle1!$C$2:$C$8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6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9B3-4957-86F8-3D85C3BC12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139007"/>
        <c:axId val="1210522287"/>
      </c:lineChart>
      <c:catAx>
        <c:axId val="44139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22287"/>
        <c:crosses val="autoZero"/>
        <c:auto val="1"/>
        <c:lblAlgn val="ctr"/>
        <c:lblOffset val="100"/>
        <c:noMultiLvlLbl val="0"/>
      </c:catAx>
      <c:valAx>
        <c:axId val="1210522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139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Tabelle1!$A$2:$A$8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1.5</c:v>
                </c:pt>
                <c:pt idx="3">
                  <c:v>4</c:v>
                </c:pt>
                <c:pt idx="4">
                  <c:v>4.5</c:v>
                </c:pt>
                <c:pt idx="5">
                  <c:v>8</c:v>
                </c:pt>
                <c:pt idx="6">
                  <c:v>9</c:v>
                </c:pt>
              </c:numCache>
            </c:numRef>
          </c:xVal>
          <c:yVal>
            <c:numRef>
              <c:f>Tabelle1!$B$2:$B$8</c:f>
              <c:numCache>
                <c:formatCode>General</c:formatCode>
                <c:ptCount val="7"/>
                <c:pt idx="0">
                  <c:v>3</c:v>
                </c:pt>
                <c:pt idx="1">
                  <c:v>7</c:v>
                </c:pt>
                <c:pt idx="2">
                  <c:v>2</c:v>
                </c:pt>
                <c:pt idx="3">
                  <c:v>8</c:v>
                </c:pt>
                <c:pt idx="4">
                  <c:v>1</c:v>
                </c:pt>
                <c:pt idx="5">
                  <c:v>6</c:v>
                </c:pt>
                <c:pt idx="6">
                  <c:v>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0CF-4CD4-9EF3-F88AB3056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38543"/>
        <c:axId val="1210523247"/>
      </c:scatterChart>
      <c:valAx>
        <c:axId val="441385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23247"/>
        <c:crosses val="autoZero"/>
        <c:crossBetween val="midCat"/>
      </c:valAx>
      <c:valAx>
        <c:axId val="1210523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13854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
region</c:v>
                </c:pt>
                <c:pt idx="1">
                  <c:v>South</c:v>
                </c:pt>
                <c:pt idx="2">
                  <c:v>East
region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DB-462A-BB0F-34CA206FB9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143183"/>
        <c:axId val="1210531407"/>
      </c:barChart>
      <c:catAx>
        <c:axId val="4414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31407"/>
        <c:crosses val="autoZero"/>
        <c:auto val="1"/>
        <c:lblAlgn val="l"/>
        <c:lblOffset val="100"/>
        <c:noMultiLvlLbl val="0"/>
      </c:catAx>
      <c:valAx>
        <c:axId val="121053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143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North
region</c:v>
                </c:pt>
                <c:pt idx="1">
                  <c:v>South</c:v>
                </c:pt>
                <c:pt idx="2">
                  <c:v>East
region</c:v>
                </c:pt>
                <c:pt idx="3">
                  <c:v>West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3F-4D4C-87E0-238ABCD7D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150143"/>
        <c:axId val="1210525167"/>
      </c:barChart>
      <c:catAx>
        <c:axId val="44150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25167"/>
        <c:crosses val="autoZero"/>
        <c:auto val="1"/>
        <c:lblAlgn val="r"/>
        <c:lblOffset val="100"/>
        <c:noMultiLvlLbl val="0"/>
      </c:catAx>
      <c:valAx>
        <c:axId val="1210525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1501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outer"/>
          <c:xMode val="edge"/>
          <c:yMode val="edge"/>
          <c:wMode val="factor"/>
          <c:hMode val="factor"/>
          <c:x val="0.25"/>
          <c:y val="0.2"/>
          <c:w val="0.6"/>
          <c:h val="0.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Datenreihe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92-4901-A2C4-4895D909A33B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Datenreihe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92-4901-A2C4-4895D909A33B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Datenreihe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592-4901-A2C4-4895D909A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4134831"/>
        <c:axId val="1210524687"/>
      </c:barChart>
      <c:catAx>
        <c:axId val="44134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210524687"/>
        <c:crosses val="autoZero"/>
        <c:auto val="1"/>
        <c:lblAlgn val="ctr"/>
        <c:lblOffset val="100"/>
        <c:noMultiLvlLbl val="0"/>
      </c:catAx>
      <c:valAx>
        <c:axId val="1210524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44134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6BD71-9B38-71FF-DB56-B4C982714A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2D36777-F40E-6DFA-36C5-D85ACCA50B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322C1F-B993-3D37-8E65-008B2538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BF248A-88E4-B276-B50C-DA02B83A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6754BC-BF9F-0377-7FB8-8973FF8C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08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9BE933-8C29-7E37-62CB-B020987A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C1DE59-F6A4-13DB-B179-87829FD2E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80CC7E-6D08-D88A-33FC-411C5029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28A5C0-BAAC-D789-758C-31EE9696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62E7C3-B450-7F85-5C20-FD28AA9A4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8975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26B447-7453-D337-51E1-2606508E3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3C9184-715D-8566-B9EC-B501785BD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378B0A-1C0D-899F-9134-CC16614D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9F3EE7-9767-F42F-0CC3-B1F3DE9C5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2D78FB-6AF0-FA15-CE67-DEE69756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2365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3A598D-17EA-EA5B-D190-936CF39D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2C595-F8C2-C386-72D6-558CD21A1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B766DB1-E781-98FA-9CE0-6B73EE457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10EF28-8A35-834D-AB11-53B27BD3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09A42A-219D-70B0-0E7E-786B6396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B26C7C-43B5-D592-8FD6-36F02E54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3735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7E6647-CF8A-EF7F-5CFC-692E6E5DA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00825C-6EF1-7578-4E3B-56E5B7B08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54591C-F201-3015-0B1B-43371457F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CCE877D-9038-EAD6-5406-D09DC77B9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793E38C-2891-774A-0743-D247B34F1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E37B560-0E06-DE97-1EED-CD996E0BD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499C07E-0ABE-F4A2-9C3E-CB8BA59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05965AA-31D2-4E41-EEAB-C57A5DB2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32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887E73-BE1F-5B45-1519-AFA73E13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9371C46-F023-0D79-157C-2CF79E5B3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64BEF8-0F42-AAFD-B450-0822A6E64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459D0A-27B7-58E7-2449-E3F1B156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830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1568FC-6B91-7813-0EDB-2D2DFFC6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301A565-7F29-DFDC-8D46-63F4F9FD8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3BC195-467D-1D7A-189C-20DD9FF1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86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28D89-8ACB-39EF-0761-892B047A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A05F01-3BAF-9604-157A-6A258F3D3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C106EF-5EE0-8AD2-C0DB-497DBF68F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A515C5-E184-C623-7C3A-184140F4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1B6F80-8D5A-8860-C599-E236E42D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3D7D7A-7186-831D-01C9-E65C2FF2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43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A354DF-2ED9-E450-118C-21B1BCFC4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7D9AF6-E286-2D07-260A-A0B1BD022D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6D5847-F151-54FF-29C1-9C40FC349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0D0E5A-6EEF-6FD4-E448-BC088936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B52C4B-506F-7059-A117-7C8286F7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6C4032-8E28-5857-B480-8817D44A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714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02531-24B7-C82E-14B8-FAB253C2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7655BE-A090-BDF1-06A1-DF64A9A52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897398-A53B-9254-EF87-A603D2B68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810DDB-0A62-4642-B656-D58DE23D6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FD388D-D448-922A-C1A0-8248AAF7B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86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B7009A7-0899-09EC-D4C7-5A60AACF5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7702FC-66AE-FDDA-73B4-522ECFDA2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DFCF58-13EB-74B7-1B46-50D8662B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181794-39B3-6012-6D36-6B2C926CE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A11A39-414D-69BF-FFD8-AAB3C3E7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118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6854319-DB0A-399B-36DB-8E6F096E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B3B383D-2334-31BB-143A-D94FECC4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F432C2-B8F8-529A-4144-CF55668B07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E35DF-C35B-4244-9099-45A8D04D01B6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ED305A-CA81-A119-E363-355A7C22B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FE7E7F-E360-1905-AC56-30B868895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42750-23E9-4012-B2D1-959593B9249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147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6A962-7F95-74E8-8D2B-5836708A0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Blank cells: gap, zero, span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8B95F511-0868-4DEC-ABB4-281562497F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8902310"/>
              </p:ext>
            </p:extLst>
          </p:nvPr>
        </p:nvGraphicFramePr>
        <p:xfrm>
          <a:off x="254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97D9627B-E8E5-A9DC-4ECD-38B9176E48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9287729"/>
              </p:ext>
            </p:extLst>
          </p:nvPr>
        </p:nvGraphicFramePr>
        <p:xfrm>
          <a:off x="4191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BDDD0ADE-B758-618B-8665-96090E5A54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6917653"/>
              </p:ext>
            </p:extLst>
          </p:nvPr>
        </p:nvGraphicFramePr>
        <p:xfrm>
          <a:off x="8128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523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3F390B-F5EB-514C-030E-137A5C93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hidden row and a filtered series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C26D2D41-0888-92D7-9AED-2455979FD1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20524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8691FBB3-7F0A-BCB0-039F-013E956423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0006489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0001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2BC0B-CDB4-2D09-AFFE-BBF66042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Multi-level categories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23FD68F-D0F6-1D42-8EB4-5D2394ECB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0935004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0B8434FA-6330-BD3B-9954-DF2C692F2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6035038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681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C0277-A87A-8DDB-D8DC-0BECD166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Date axes in days and months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D2FDA05-5588-F40B-3D48-5DB8391F8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38732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D26F954C-52AA-FCD0-0D6B-9ABBD474FD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3441652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5363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E21DDA-86FA-7F17-4754-55FA04FCB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Pictures stretched, stacked and scaled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9ACC069E-8C3B-6403-CA9B-E4B39CC3A5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0774234"/>
              </p:ext>
            </p:extLst>
          </p:nvPr>
        </p:nvGraphicFramePr>
        <p:xfrm>
          <a:off x="254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3E3DA610-26AC-9CCC-1C7C-BD2F9BB580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2757785"/>
              </p:ext>
            </p:extLst>
          </p:nvPr>
        </p:nvGraphicFramePr>
        <p:xfrm>
          <a:off x="4191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6EE6E7F5-980B-307F-AA8D-1997482553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820761"/>
              </p:ext>
            </p:extLst>
          </p:nvPr>
        </p:nvGraphicFramePr>
        <p:xfrm>
          <a:off x="8128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37441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8E203E-BDB9-B3F1-D266-09A05519B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Labels above the maximum, thick walls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80ACE43-474D-28BF-5361-7F9F51A6D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36552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9F43090B-0028-A2AA-636C-EBC4290897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7635909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51267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264227-0961-4AD1-0370-ED449FB1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Smoothed lines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46BFF089-E5EA-DFE5-209D-93C45F554A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06114"/>
              </p:ext>
            </p:extLst>
          </p:nvPr>
        </p:nvGraphicFramePr>
        <p:xfrm>
          <a:off x="254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4DB6D02C-0695-AAE5-4614-51A60E9F48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1059650"/>
              </p:ext>
            </p:extLst>
          </p:nvPr>
        </p:nvGraphicFramePr>
        <p:xfrm>
          <a:off x="6223000" y="1397000"/>
          <a:ext cx="5842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7870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DF15D3-1057-D30C-F304-AF9D66300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Label alignment and an outer plot layout</a:t>
            </a:r>
            <a:endParaRPr lang="de-DE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97695FB-A438-814A-2F1B-5AE9D3261B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7080050"/>
              </p:ext>
            </p:extLst>
          </p:nvPr>
        </p:nvGraphicFramePr>
        <p:xfrm>
          <a:off x="254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AD220AB8-96CC-827C-AF3F-42A2B76713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7482681"/>
              </p:ext>
            </p:extLst>
          </p:nvPr>
        </p:nvGraphicFramePr>
        <p:xfrm>
          <a:off x="4191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2E276F88-1AB9-22A4-DA43-FE3ECEA7B7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239979"/>
              </p:ext>
            </p:extLst>
          </p:nvPr>
        </p:nvGraphicFramePr>
        <p:xfrm>
          <a:off x="8128000" y="1397000"/>
          <a:ext cx="3810000" cy="520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63757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Benutzerdefiniert</PresentationFormat>
  <Paragraphs>11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Blank cells: gap, zero, span</vt:lpstr>
      <vt:lpstr>A hidden row and a filtered series</vt:lpstr>
      <vt:lpstr>Multi-level categories</vt:lpstr>
      <vt:lpstr>Date axes in days and months</vt:lpstr>
      <vt:lpstr>Pictures stretched, stacked and scaled</vt:lpstr>
      <vt:lpstr>Labels above the maximum, thick walls</vt:lpstr>
      <vt:lpstr>Smoothed lines</vt:lpstr>
      <vt:lpstr>Label alignment and an outer plot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2026-10-09T01:51:27Z</dcterms:created>
  <dcterms:modified xsi:type="dcterms:W3CDTF">2026-10-09T01:51:27Z</dcterms:modified>
</cp:coreProperties>
</file>