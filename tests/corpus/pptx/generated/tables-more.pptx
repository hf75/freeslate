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83388-F5B7-8A70-381E-DE114FBBB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C8A7FE-3551-B11E-5999-4D024C64B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C66650-FEDF-E28C-2E85-77B0F9904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1522CA-8229-2734-A638-BCD9992B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381614-C633-9432-66DE-B5C72CC8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4388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F7583-5201-66D8-D185-776BDC421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9D4621-8749-9A3B-8055-13EB5A58E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62B7EE-39BA-ECAE-FB71-98F05F69F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041430-FDDA-A00F-CFB1-2DA181EC9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D54879-59FD-6B40-64A6-E46F88BFF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498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CF554C-AE25-4770-0CBE-C37A788D0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9D07F53-6D59-4504-D67E-011A7E0D67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31B4E0-6F8E-7EAE-C7B0-FE9648F31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72AE55-B869-E8FE-4CDB-E0BD8101D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7DCBA8-9421-3863-1427-E3E9CF71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812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C141B4-30FD-493E-B26E-6F063D63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DE911B-CC9D-8A3E-E250-B30E9297C3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A5D3148-54C7-1EAF-272F-91ACEEC17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ABE1753-31E6-12A9-C8AB-7A53B4EB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1F16E0C-F7F1-C246-30DE-5682FAD94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9E497C-AA7B-D9E5-DD7C-0C166BB00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2956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F84C41-F8D0-61C0-68F0-6AD9537FE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B0B36D2-FFE9-24C1-2024-29C679BE5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0A19114-C952-7F0E-91E0-A8110BD9E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760F850-5B8F-D1A3-20E7-6AA1EB4BF2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4FEE8FB-C796-A50E-48BB-8535FA460E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14DA8D-336D-AFEF-DFC2-DE3E8F2C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11C53F6-5FCA-13E7-36C4-F53807443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908341-A0B2-700C-1209-F0F9A4A6B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4514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D4487-B665-D103-C8B2-2B7EA10EE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2B99473-E750-DA27-AA37-0E384AD9E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C3F60D1-5C76-79E7-184A-E12F9224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8526F46-7974-F21A-2CDF-C12BD238A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0897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F09F4E7-1321-7DA7-9602-F820121DF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2932A24-DDE9-38BF-1691-45C42047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63BD17-AF6F-4366-E380-F374737DC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7625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A0BFB-9C9A-6295-EBBA-3A89BBF0E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2DF4EE-457A-B6E4-E11F-D867EC8A8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EF98716-3E70-9424-A753-A6F7E25B3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BEE8DE-F54E-AAC4-D1DF-7C5616A60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60200A-3031-BC8E-6278-BCB7427D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5B60289-F3F0-C625-99AC-ADE350B2A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083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AE7A2-23AE-212A-26FF-C2A0A075E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10F917C-FBCA-78FA-06BF-6CDCEF3FA26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A3C7EE0-92AE-21E1-C053-4D43CDE0E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8191EB-8EF5-774F-588D-7B6C5B9CC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336E7DE-2698-1014-7A24-A87AC3CC4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0F6CD2-BFB3-E7FC-9F62-37DA6626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165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49C9D5-2E5B-C6CE-5703-986C02A18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F61C7E-17DF-CD8B-70A5-BECFFF2ED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DB874B-39CB-780E-9533-8537D06EF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7D56C4-FE52-788B-4EE5-FFCE2FB05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C8FA96-74AC-CBCD-4FB8-AABFB4219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3136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D5BB5EF-9374-7341-C5ED-C96DC3EEC7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9B8ECC8-1719-81EA-BB8B-3A6D16CA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690B16-B033-69FE-B2B3-E48C09BB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C1BC9A5-1F73-E1D2-2CA2-A9ED97F98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C176A8-F022-E9B7-74E3-DD1B24BBA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1540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26B0C57-960D-8B6F-7F91-A5B712142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27C50B-1D99-3C93-1FDB-88185356F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8DA0E3-511E-0876-A4CD-F03697F540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C4AB47-C71B-4E79-A3F3-AF6AEE09EA81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062D-5D59-772B-F8E9-A59EF80A44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82D94F-7819-9A3E-ED16-D845774FA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D4D39F-CBD4-4DCF-99B0-4CB27C07A78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7984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96754B73-F7C0-0CED-1188-3A93BA80E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97722"/>
              </p:ext>
            </p:extLst>
          </p:nvPr>
        </p:nvGraphicFramePr>
        <p:xfrm>
          <a:off x="381000" y="381000"/>
          <a:ext cx="54610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3754852967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87428317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542442588"/>
                    </a:ext>
                  </a:extLst>
                </a:gridCol>
              </a:tblGrid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R1C1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R1C2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R1C3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297934735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662530377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>
                    <a:cell3D>
                      <a:bevel w="76200" h="76200" prst="circle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166971990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C833EAD3-82AB-BF7C-EF27-223C7F95A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880851"/>
              </p:ext>
            </p:extLst>
          </p:nvPr>
        </p:nvGraphicFramePr>
        <p:xfrm>
          <a:off x="6350000" y="381000"/>
          <a:ext cx="54610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1593486946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32828062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563595077"/>
                    </a:ext>
                  </a:extLst>
                </a:gridCol>
              </a:tblGrid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R1C1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R1C2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R1C3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942270289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3200149522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>
                    <a:cell3D>
                      <a:bevel w="76200" h="76200" prst="angle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16619926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8177D57-608B-CB90-4067-6A5AB9A1F9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969024"/>
              </p:ext>
            </p:extLst>
          </p:nvPr>
        </p:nvGraphicFramePr>
        <p:xfrm>
          <a:off x="381000" y="3683000"/>
          <a:ext cx="54610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2120644120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315742901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4104258830"/>
                    </a:ext>
                  </a:extLst>
                </a:gridCol>
              </a:tblGrid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R1C1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R1C2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R1C3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469179412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2184146601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>
                    <a:cell3D>
                      <a:bevel w="76200" h="76200" prst="relaxedInset"/>
                      <a:lightRig rig="threePt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525487350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D34EE75B-B2FC-3AC8-D1A0-C579B5999F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707053"/>
              </p:ext>
            </p:extLst>
          </p:nvPr>
        </p:nvGraphicFramePr>
        <p:xfrm>
          <a:off x="6350000" y="3683000"/>
          <a:ext cx="54610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3296732037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154004027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4159456102"/>
                    </a:ext>
                  </a:extLst>
                </a:gridCol>
              </a:tblGrid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R1C1</a:t>
                      </a:r>
                    </a:p>
                  </a:txBody>
                  <a:tcPr>
                    <a:cell3D prstMaterial="matte">
                      <a:bevel w="76200" h="76200" prst="circle"/>
                      <a:lightRig rig="balanced" dir="tl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R1C3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3560576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>
                    <a:cell3D prstMaterial="metal">
                      <a:bevel w="76200" h="76200" prst="softRound"/>
                      <a:lightRig rig="harsh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066051"/>
                  </a:ext>
                </a:extLst>
              </a:tr>
              <a:tr h="931333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595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0809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</Words>
  <Application>Microsoft Office PowerPoint</Application>
  <PresentationFormat>Benutzerdefiniert</PresentationFormat>
  <Paragraphs>36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2026-10-09T01:23:04Z</dcterms:created>
  <dcterms:modified xsi:type="dcterms:W3CDTF">2026-10-09T01:23:04Z</dcterms:modified>
</cp:coreProperties>
</file>