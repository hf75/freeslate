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83872B-8A7F-0163-1D3D-0FA289380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428D0A-286B-8539-7474-21C00EBFE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288DDA-28F0-3FD5-A7F6-8F4965C59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7367-803E-42B4-B6CC-0D4380B0C07C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051AD6-8D93-9DDF-0046-53D7CB02E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1026E8-8001-528B-7FBE-34974FE8C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660EA-E3F0-4E01-81FF-9EE36D78EF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2396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802024-357C-0322-5C42-AA0E47C3F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590866-74BE-E4D0-E5FB-63F62381A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D3BBEA-E91C-F5FB-31C9-930F66C09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7367-803E-42B4-B6CC-0D4380B0C07C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6A9354-9093-D1A8-5A75-85288FA01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B884D6-185A-2C27-EC65-289EB9E3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660EA-E3F0-4E01-81FF-9EE36D78EF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6637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391057-0D62-932A-D848-EAB486BB6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4FDC209-B5DB-D99D-3313-592D03982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C08D9B-382E-5D97-DE93-3DD6C4F6F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7367-803E-42B4-B6CC-0D4380B0C07C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3B65DE-E5DD-F4B4-A43F-F05D974BC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619C07-BF86-8951-5D5B-44025F27F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660EA-E3F0-4E01-81FF-9EE36D78EF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204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1538DD-E3F5-E97A-6619-600610F14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53B19C-D7C4-DB76-C7E6-D555536CB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A8D510D-B5C7-E898-63F3-1C36DC959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F81DE6-1E65-EFCF-32E0-B20BC297A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7367-803E-42B4-B6CC-0D4380B0C07C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7651BC1-9CFB-311A-4A89-15F782911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4E00DC-C6BE-8167-1EB2-8C45424DB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660EA-E3F0-4E01-81FF-9EE36D78EF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9968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3605E3-410B-8D6C-2AAE-63B13B76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0C0FA8-AFFC-60F6-9F3B-37763DA9A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A152A9B-1800-A196-C260-FD592E3A5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C622FA2-C275-5825-09FB-BC0762EDD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C750C98-844E-3E0B-0849-8373376AC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208D146-587B-761F-F1E6-CD250008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7367-803E-42B4-B6CC-0D4380B0C07C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E3B60FF-A80B-CF90-378D-C0ABDAEC2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6FC9FC1-5850-397B-3529-203C6140E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660EA-E3F0-4E01-81FF-9EE36D78EF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288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61771F-FDF7-887A-48B5-85F18E423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B5BF2D-59BE-A87A-F33E-087994556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7367-803E-42B4-B6CC-0D4380B0C07C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148C56-AF4D-603A-EE38-DF581EFAE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266B63-F655-0596-89F1-6A9EEC91E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660EA-E3F0-4E01-81FF-9EE36D78EF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964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E2736CC-5CC0-2AD9-8F83-1E3955655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7367-803E-42B4-B6CC-0D4380B0C07C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A8C6CB-D9FE-B473-7320-172351F2A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13458E-C42A-08AF-51B1-788DBFA0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660EA-E3F0-4E01-81FF-9EE36D78EF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7796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EFDD37-FF39-EA58-0E38-790520DB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DCB77C-15FD-C277-A935-64E1691EF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FAAEFAA-D925-77FE-F3BD-97D886D95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5198EC-EA4C-4543-8488-6C134FA9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7367-803E-42B4-B6CC-0D4380B0C07C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6E6598-2CB6-0DD5-0AE0-27580237A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99CD49-5430-CB0A-84C8-7E1EB4A23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660EA-E3F0-4E01-81FF-9EE36D78EF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667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E75573-AE69-0C8F-53D0-8A1D8130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1679EE0-8004-7BD6-C3D1-A5684DD9571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02676A-1FEE-19CB-EAC3-E2A74CD02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49ADA2-258D-C72B-0E8F-D0E0573F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7367-803E-42B4-B6CC-0D4380B0C07C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5BE820-127B-6E36-E439-CA95D45D1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32D1ED-7D9C-0290-E7FE-B4DC6588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660EA-E3F0-4E01-81FF-9EE36D78EF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31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08BFB1-325F-A87C-A653-37C690383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BC5AA15-9271-36D3-CFEE-43E763A9A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EBEA59-AA66-5740-EAC6-250E9BD84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7367-803E-42B4-B6CC-0D4380B0C07C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D5771D-AFD9-9B67-7CBB-C5D1410F6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D57028-FC9F-4B3B-6F29-FE80419B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660EA-E3F0-4E01-81FF-9EE36D78EF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9309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4CD313B-AA3E-BB51-19F5-B56F1D8C6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D20E99A-5F7A-7D71-912B-4AF499D41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079F6B-6848-55C7-6CBE-EEB97245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7367-803E-42B4-B6CC-0D4380B0C07C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4ED242-6511-3D1F-C891-08D35D1E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EA4EEC-224C-77F6-A9BD-6F244B7CB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660EA-E3F0-4E01-81FF-9EE36D78EF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801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F6A45A9-EB96-3520-99A9-A89DE7052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CFDE62-CC9C-F2D5-D939-5AF1ACCF7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9ED01D-25BD-AA55-179D-C9B3E0CBA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B07367-803E-42B4-B6CC-0D4380B0C07C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3A5E67-0588-9324-872E-B1D7F0D63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932D27-3930-9FA2-717A-EC205A84B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0660EA-E3F0-4E01-81FF-9EE36D78EF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892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0956BCC4-4376-FDE2-8FB9-F766B1420E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09759"/>
              </p:ext>
            </p:extLst>
          </p:nvPr>
        </p:nvGraphicFramePr>
        <p:xfrm>
          <a:off x="381000" y="381000"/>
          <a:ext cx="5461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3192126885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2157036526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3620055875"/>
                    </a:ext>
                  </a:extLst>
                </a:gridCol>
              </a:tblGrid>
              <a:tr h="931333">
                <a:tc>
                  <a:txBody>
                    <a:bodyPr/>
                    <a:lstStyle/>
                    <a:p>
                      <a:r>
                        <a:rPr lang="de-DE"/>
                        <a:t>R1C1</a:t>
                      </a:r>
                    </a:p>
                  </a:txBody>
                  <a:tcPr>
                    <a:cell3D>
                      <a:bevel w="76200" h="76200" prst="circle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R1C2</a:t>
                      </a:r>
                    </a:p>
                  </a:txBody>
                  <a:tcPr>
                    <a:cell3D>
                      <a:bevel w="76200" h="76200" prst="circle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R1C3</a:t>
                      </a:r>
                    </a:p>
                  </a:txBody>
                  <a:tcPr>
                    <a:cell3D>
                      <a:bevel w="76200" h="76200" prst="circle"/>
                      <a:lightRig rig="threePt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941139661"/>
                  </a:ext>
                </a:extLst>
              </a:tr>
              <a:tr h="931333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>
                    <a:cell3D>
                      <a:bevel w="76200" h="76200" prst="circle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>
                    <a:cell3D>
                      <a:bevel w="76200" h="76200" prst="circle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>
                    <a:cell3D>
                      <a:bevel w="76200" h="76200" prst="circle"/>
                      <a:lightRig rig="threePt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703092018"/>
                  </a:ext>
                </a:extLst>
              </a:tr>
              <a:tr h="931333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>
                    <a:cell3D>
                      <a:bevel w="76200" h="76200" prst="circle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>
                    <a:cell3D>
                      <a:bevel w="76200" h="76200" prst="circle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>
                    <a:cell3D>
                      <a:bevel w="76200" h="76200" prst="circle"/>
                      <a:lightRig rig="threePt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33656952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D2641AD9-17BD-6092-B2FF-1B3FB6D05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617980"/>
              </p:ext>
            </p:extLst>
          </p:nvPr>
        </p:nvGraphicFramePr>
        <p:xfrm>
          <a:off x="6350000" y="381000"/>
          <a:ext cx="5461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3313508852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3309016035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4054238538"/>
                    </a:ext>
                  </a:extLst>
                </a:gridCol>
              </a:tblGrid>
              <a:tr h="931333">
                <a:tc>
                  <a:txBody>
                    <a:bodyPr/>
                    <a:lstStyle/>
                    <a:p>
                      <a:r>
                        <a:rPr lang="de-DE"/>
                        <a:t>R1C1</a:t>
                      </a:r>
                    </a:p>
                  </a:txBody>
                  <a:tcPr>
                    <a:cell3D>
                      <a:bevel w="76200" h="76200" prst="angle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R1C2</a:t>
                      </a:r>
                    </a:p>
                  </a:txBody>
                  <a:tcPr>
                    <a:cell3D>
                      <a:bevel w="76200" h="76200" prst="angle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R1C3</a:t>
                      </a:r>
                    </a:p>
                  </a:txBody>
                  <a:tcPr>
                    <a:cell3D>
                      <a:bevel w="76200" h="76200" prst="angle"/>
                      <a:lightRig rig="threePt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641413675"/>
                  </a:ext>
                </a:extLst>
              </a:tr>
              <a:tr h="931333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>
                    <a:cell3D>
                      <a:bevel w="76200" h="76200" prst="angle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>
                    <a:cell3D>
                      <a:bevel w="76200" h="76200" prst="angle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>
                    <a:cell3D>
                      <a:bevel w="76200" h="76200" prst="angle"/>
                      <a:lightRig rig="threePt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851160118"/>
                  </a:ext>
                </a:extLst>
              </a:tr>
              <a:tr h="931333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>
                    <a:cell3D>
                      <a:bevel w="76200" h="76200" prst="angle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>
                    <a:cell3D>
                      <a:bevel w="76200" h="76200" prst="angle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>
                    <a:cell3D>
                      <a:bevel w="76200" h="76200" prst="angle"/>
                      <a:lightRig rig="threePt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19513160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B2EF2B2-94D6-F422-9F06-00C14AA21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142749"/>
              </p:ext>
            </p:extLst>
          </p:nvPr>
        </p:nvGraphicFramePr>
        <p:xfrm>
          <a:off x="381000" y="3683000"/>
          <a:ext cx="5461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1459348167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1222138527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816044769"/>
                    </a:ext>
                  </a:extLst>
                </a:gridCol>
              </a:tblGrid>
              <a:tr h="931333">
                <a:tc>
                  <a:txBody>
                    <a:bodyPr/>
                    <a:lstStyle/>
                    <a:p>
                      <a:r>
                        <a:rPr lang="de-DE"/>
                        <a:t>R1C1</a:t>
                      </a:r>
                    </a:p>
                  </a:txBody>
                  <a:tcPr>
                    <a:cell3D>
                      <a:bevel w="76200" h="76200" prst="relaxedInset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R1C2</a:t>
                      </a:r>
                    </a:p>
                  </a:txBody>
                  <a:tcPr>
                    <a:cell3D>
                      <a:bevel w="76200" h="76200" prst="relaxedInset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R1C3</a:t>
                      </a:r>
                    </a:p>
                  </a:txBody>
                  <a:tcPr>
                    <a:cell3D>
                      <a:bevel w="76200" h="76200" prst="relaxedInset"/>
                      <a:lightRig rig="threePt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691517283"/>
                  </a:ext>
                </a:extLst>
              </a:tr>
              <a:tr h="931333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>
                    <a:cell3D>
                      <a:bevel w="76200" h="76200" prst="relaxedInset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>
                    <a:cell3D>
                      <a:bevel w="76200" h="76200" prst="relaxedInset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>
                    <a:cell3D>
                      <a:bevel w="76200" h="76200" prst="relaxedInset"/>
                      <a:lightRig rig="threePt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582096929"/>
                  </a:ext>
                </a:extLst>
              </a:tr>
              <a:tr h="931333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>
                    <a:cell3D>
                      <a:bevel w="76200" h="76200" prst="relaxedInset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>
                    <a:cell3D>
                      <a:bevel w="76200" h="76200" prst="relaxedInset"/>
                      <a:lightRig rig="threePt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>
                    <a:cell3D>
                      <a:bevel w="76200" h="76200" prst="relaxedInset"/>
                      <a:lightRig rig="threePt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80094524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0BD4AD60-396A-A9A1-F7B8-1359720B2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756805"/>
              </p:ext>
            </p:extLst>
          </p:nvPr>
        </p:nvGraphicFramePr>
        <p:xfrm>
          <a:off x="6350000" y="3683000"/>
          <a:ext cx="5461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2712725592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898104265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2078785529"/>
                    </a:ext>
                  </a:extLst>
                </a:gridCol>
              </a:tblGrid>
              <a:tr h="931333">
                <a:tc>
                  <a:txBody>
                    <a:bodyPr/>
                    <a:lstStyle/>
                    <a:p>
                      <a:r>
                        <a:rPr lang="de-DE"/>
                        <a:t>R1C1</a:t>
                      </a:r>
                    </a:p>
                  </a:txBody>
                  <a:tcPr>
                    <a:cell3D prstMaterial="matte">
                      <a:bevel w="76200" h="76200" prst="circle"/>
                      <a:lightRig rig="balanced" dir="tl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R1C3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092198"/>
                  </a:ext>
                </a:extLst>
              </a:tr>
              <a:tr h="931333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>
                    <a:cell3D prstMaterial="metal">
                      <a:bevel w="76200" h="76200" prst="softRound"/>
                      <a:lightRig rig="harsh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822527"/>
                  </a:ext>
                </a:extLst>
              </a:tr>
              <a:tr h="931333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26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081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C0002ABB-5E07-AC42-EEE2-D3167B3EF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337786"/>
              </p:ext>
            </p:extLst>
          </p:nvPr>
        </p:nvGraphicFramePr>
        <p:xfrm>
          <a:off x="381000" y="381000"/>
          <a:ext cx="3683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667">
                  <a:extLst>
                    <a:ext uri="{9D8B030D-6E8A-4147-A177-3AD203B41FA5}">
                      <a16:colId xmlns:a16="http://schemas.microsoft.com/office/drawing/2014/main" val="762874539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926455068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1283763815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R1C3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481988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354357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691844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78A0C8AA-1486-3B88-1AAE-D80252231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006438"/>
              </p:ext>
            </p:extLst>
          </p:nvPr>
        </p:nvGraphicFramePr>
        <p:xfrm>
          <a:off x="4318000" y="381000"/>
          <a:ext cx="3683000" cy="25400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227667">
                  <a:extLst>
                    <a:ext uri="{9D8B030D-6E8A-4147-A177-3AD203B41FA5}">
                      <a16:colId xmlns:a16="http://schemas.microsoft.com/office/drawing/2014/main" val="615824191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3441084755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1556323081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R1C3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840424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859561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32663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42C2762-77DA-C73D-74F3-5DB7A39D3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604803"/>
              </p:ext>
            </p:extLst>
          </p:nvPr>
        </p:nvGraphicFramePr>
        <p:xfrm>
          <a:off x="8255000" y="381000"/>
          <a:ext cx="3683000" cy="254000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227667">
                  <a:extLst>
                    <a:ext uri="{9D8B030D-6E8A-4147-A177-3AD203B41FA5}">
                      <a16:colId xmlns:a16="http://schemas.microsoft.com/office/drawing/2014/main" val="1801476599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2844735022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1773775258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R1C3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924307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729208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987956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32866673-8BA7-EF82-F14B-F4CD689B6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191257"/>
              </p:ext>
            </p:extLst>
          </p:nvPr>
        </p:nvGraphicFramePr>
        <p:xfrm>
          <a:off x="381000" y="3683000"/>
          <a:ext cx="3683000" cy="2540000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1227667">
                  <a:extLst>
                    <a:ext uri="{9D8B030D-6E8A-4147-A177-3AD203B41FA5}">
                      <a16:colId xmlns:a16="http://schemas.microsoft.com/office/drawing/2014/main" val="3309100355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3040499460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3552182360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R1C3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739601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83731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462499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0839780C-23C7-D0B9-C771-C3CDF5761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387337"/>
              </p:ext>
            </p:extLst>
          </p:nvPr>
        </p:nvGraphicFramePr>
        <p:xfrm>
          <a:off x="4318000" y="3683000"/>
          <a:ext cx="3683000" cy="25400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227667">
                  <a:extLst>
                    <a:ext uri="{9D8B030D-6E8A-4147-A177-3AD203B41FA5}">
                      <a16:colId xmlns:a16="http://schemas.microsoft.com/office/drawing/2014/main" val="192694355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675620702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2789391815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R1C3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336925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10010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427212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13556D29-E17C-58E0-296C-C1A4961A3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402341"/>
              </p:ext>
            </p:extLst>
          </p:nvPr>
        </p:nvGraphicFramePr>
        <p:xfrm>
          <a:off x="8255000" y="3683000"/>
          <a:ext cx="3683000" cy="25400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227667">
                  <a:extLst>
                    <a:ext uri="{9D8B030D-6E8A-4147-A177-3AD203B41FA5}">
                      <a16:colId xmlns:a16="http://schemas.microsoft.com/office/drawing/2014/main" val="2966043079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1314929073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592757786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R1C3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190168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R2C3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37670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de-DE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R3C3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838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6552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Benutzerdefiniert</PresentationFormat>
  <Paragraphs>90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2026-10-09T01:43:50Z</dcterms:created>
  <dcterms:modified xsi:type="dcterms:W3CDTF">2026-10-09T01:43:50Z</dcterms:modified>
</cp:coreProperties>
</file>