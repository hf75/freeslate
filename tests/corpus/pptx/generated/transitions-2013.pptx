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0C13B4-9979-CBE6-9F4F-08474060D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18A8A3D-F886-C69D-BFCE-B88C572F31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66787C-435F-7296-4CDD-8D18C903A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D240-EDC1-4163-A6F6-F01F4E72480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BC5C77-5790-35B2-4ACB-0D25BC11D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115546-A6E5-B826-F896-D95699BF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89414-13F0-4B4F-910D-1B075A5F7A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079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6551A2-E9CD-75CF-5169-AC571ACF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C04EA8-4323-169C-6B66-E1D490041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134DEA-380B-B66B-1CC0-255431A01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D240-EDC1-4163-A6F6-F01F4E72480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577C90-A128-95A7-FB89-1534D00A9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D1EA2B-A966-A314-5DE2-542B1F4B9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89414-13F0-4B4F-910D-1B075A5F7A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4487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F57F95-1058-E7E0-93EE-61A1261D3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571651-D0C9-71E5-55AF-537FAB79B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8BEBE5-43E9-1BA2-E9C8-0A1ADF28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D240-EDC1-4163-A6F6-F01F4E72480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C51636-71B4-AF13-C3C9-3281B8230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E30413-1419-9F23-5A4E-7CABB722D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89414-13F0-4B4F-910D-1B075A5F7A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5171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C49A1B-E0D4-2FF2-B1E7-DAA81553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7EC0F0-A3C1-1226-8EEE-53248B491D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0553390-ED54-2BC9-C568-AE41CD20E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813D07-6E09-6217-B958-DA98F5AE6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D240-EDC1-4163-A6F6-F01F4E72480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76E8A24-7A08-7588-DD0C-66BB38DC2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6B3138-FD76-E751-C3E9-119924713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89414-13F0-4B4F-910D-1B075A5F7A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4717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6ABB23-7A35-EE50-C2D3-172CF41D4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95EE0E2-5395-E131-E96E-AD59799FC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4D10A9E-DCA5-7A73-EA7C-6570BE7F2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C63DDA9-3DD3-15B3-60B8-33447337E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192559D-7F1F-9A69-59B9-F67593C3BE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B91B16A-984D-04CB-9BBD-CC5F4F40B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D240-EDC1-4163-A6F6-F01F4E72480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A97C80-30AF-4CD7-6890-852E7130F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45B7A9D-BE2B-834D-F9D3-FB244B8D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89414-13F0-4B4F-910D-1B075A5F7A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7761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0BB590-BDEA-5E31-F7B9-E1B7AD46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C7B609A-E0B3-ACA1-0A19-522793E5A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D240-EDC1-4163-A6F6-F01F4E72480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6206D8D-DC53-57AD-E9D5-1F09B8825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F3BDD02-31DC-4278-E98B-1C80F869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89414-13F0-4B4F-910D-1B075A5F7A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7020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9CF6866-6F80-3CDB-1A76-DA59EBDE4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D240-EDC1-4163-A6F6-F01F4E72480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F286244-ECA3-B353-5944-2AF27F129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699B9EE-EF2C-CB3E-D30D-317F500A2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89414-13F0-4B4F-910D-1B075A5F7A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2158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586596-9E3B-D172-FD6B-D580052A0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4D1B14-CF68-9D6A-050B-FFF6FF890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3E01A2C-D277-16C0-B2EB-758481A33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2524361-0D83-E8CF-0367-CC503B5A3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D240-EDC1-4163-A6F6-F01F4E72480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F78B4E-2228-51C7-FC45-22E007DD0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2AEB5C-654F-95DD-5351-DC1D9A24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89414-13F0-4B4F-910D-1B075A5F7A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864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CF9D36-0ED8-82AA-5FCA-C62640199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BAC9C33-FA36-E010-4036-9D9C2D7EA23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67C9BA-8391-B8FB-AA8D-B2E573BCF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A505A6A-4061-DDCD-65EA-DEE1DD2C5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D240-EDC1-4163-A6F6-F01F4E72480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CD8A09-7341-7599-3DC5-6C44E40D2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F47200-2F4D-15FE-ED5E-4B5DB640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89414-13F0-4B4F-910D-1B075A5F7A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4681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0E48B-8630-6CEC-9378-FD3D88960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67E2ED4-1C96-7676-F20A-40174BE0D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BF58F2-5C71-168B-7D94-1C8B78454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D240-EDC1-4163-A6F6-F01F4E72480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E70618-9D04-DBAB-65DE-A88C2FACD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72CD01-06EF-C8DB-7271-9833DC45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89414-13F0-4B4F-910D-1B075A5F7A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0866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6A8D37D-A239-E598-5E1A-3264205FE3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39EB2EA-A669-BA04-C45E-AEDB31C4E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3D3A0B-DC27-8B63-CE4C-6567A48C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D240-EDC1-4163-A6F6-F01F4E72480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6308E3-26D5-2FB8-47EE-6857ED92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82E0F3-D90C-B4B9-69F5-A1B2687F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89414-13F0-4B4F-910D-1B075A5F7A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354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57FE2E0-9022-03BC-F5ED-903D79267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63844A-ED4F-F65C-9AD7-45780A076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C59641-0498-74AE-2F2B-D6C0532154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B3D240-EDC1-4163-A6F6-F01F4E72480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8D2C6A-CF1A-0E70-7C4A-34B474B84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906B7C-53CD-82E5-551D-09444023D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89414-13F0-4B4F-910D-1B075A5F7A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2704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24C7248-9FAD-2DEB-1F5F-13C2B803DE9C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E4255663-FEC2-4634-D807-8AB771274DD5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CB71B77-C93E-BA26-FB49-C11A76C06A1F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0032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2A396B5-9175-4C02-418A-262DD34CD7C5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3934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9FEFDE58-9B1C-934D-8FEF-17E1F122CC0D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F97DAF7-8B31-3654-F890-B64622E2E23A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41409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fallOve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6382561-7E35-BAEE-37ED-8B02169B4301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3935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A03EE052-AC20-421A-4783-58E20A1CADCF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AA6C38E-9BAC-5F80-DC84-1D437A00B95F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53136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fallOver" invX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550B4F5-05A9-BED4-A90A-74AB399A90EB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3936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398334E0-BE3E-8946-B89C-509F09CDFCDA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FE697AD-EF35-52D2-F3A1-17F1C5835818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76354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drap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2F29CA1-8D2A-CC45-14DC-09489932649E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3937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82E58995-9738-8353-A3E1-6D8921401B91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474713B-238B-DE7E-D088-E8D0C176157E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894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drape" invX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F15BC12-2278-AAC5-396E-90DBBEA75BDA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3938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A600C782-BBA1-6841-3E8E-A23905DFF0FB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F412E11-0506-F1C6-409C-3291DDC6B231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52169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EF52DF8-E1DB-7616-0EEC-7AC423841A79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3939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8E3D16C-3448-42DE-0CED-065930AD7264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6AE33FF-0B41-6DD3-2B9D-2F5EE236BBE2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06581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wind" invX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6437CED-58D6-BE85-A12A-42F94AF023F3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3940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166E829D-A813-B7AA-5879-32988567F5FA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D76DB78-EB05-A470-6D53-EE7C6B50EA92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74101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wind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0D4E920-3E7C-618C-38C2-BCC43D61E71A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3941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3D724B7C-226A-FAAD-8C74-A3D8BB3B3F11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F0D734A-FE30-1AC8-3BAF-CC7051D87BB2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42267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restig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9EC2576-984D-355E-8A20-EBC025B5B0F5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3942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D7D54788-8970-40F1-9BC2-E51BB5A60925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1513322-C839-D831-9B81-D608C04129EB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98797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fractur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8C94AEA-80BC-DB8F-E627-1F9C92BC626D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3943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3EBB166D-D505-6551-CC10-8B6B71EE13D9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650B701-4414-CFA1-25E5-A462523E0906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15030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rush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5D47740-B6A8-BF19-40CF-EF72CB5E85F4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3944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7323A3ED-57F8-D5F2-66FF-367F68AC34B7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0D89F46-49E3-0EFD-86B1-A321DED927E4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31535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D6375C4-F586-F6AD-30FC-2C734F620755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3945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1045279A-178D-C64A-67CE-4A950584888A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1D7725D-33BF-CBD4-8E57-80AA64F4AFF2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94548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 invX="1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80CB2D2-EC31-8899-03D3-DD8430BFA643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3946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4A41D00A-72EE-2A22-F4BD-4C7B16A06A3A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B78FDA4-8621-6B79-5529-B3111761D108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88190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Singl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27AAC15-567A-451C-E470-A2E6C699CFE7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3947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F90269AF-6E3F-311A-F8D5-19A4D6098483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F966AAC-2336-478A-9971-A142BFF0B5BB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614131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Single" invX="1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CCD54A6-C70D-FC2D-A670-8F83E999E8F8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3948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43CC02C0-067B-16A8-5994-142885C03B5D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5C2154F-FFDA-B527-50B2-94E9587F6E0F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79098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177594F-145D-A874-A416-6F47B8257726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3949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9C04C513-49A7-1F70-C396-8CDB125FF6A8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01EC6F3-EFD3-E840-D9D3-69C1376FCB81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3697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 invX="1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FC3EA1C-960C-EEAE-82E7-03E4B3C410D5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3950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02917867-4B23-B26E-41AB-C84C87F3959D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51A83B4-5767-ABB2-CE73-A652AE475BE4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17037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airplane" invX="1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553D576-7C71-94D7-74D3-674AC7BD32CF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3951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73439B3-D1C0-1113-4D14-6FCE20158693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21C9784-649D-C5F4-1C0C-1CBEF7B00792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81649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airplane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9942257-A501-0E52-392E-64626622A4CD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3952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957CDFA0-C6FC-E44E-AA40-61EB9F87746D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332277A-888B-62E8-72D3-E143AD8AFC5D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30441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origami" invX="1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3557E69-1C25-8F78-D23C-02EE12600707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3953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276913F6-89FB-FC20-D0CA-32E119FB6CCD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2B84E6E-F9F9-400D-4AA3-13CCCA35B974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04135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origami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Benutzerdefiniert</PresentationFormat>
  <Paragraphs>21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2026-10-09T05:53:32Z</dcterms:created>
  <dcterms:modified xsi:type="dcterms:W3CDTF">2026-10-09T05:53:32Z</dcterms:modified>
</cp:coreProperties>
</file>