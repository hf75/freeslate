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DEEC92-8487-40FB-7D63-92E593947D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A5E743D-13FE-C9CD-099E-C6D2B307E5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7CF293B-6AE9-7791-90F2-C0CF5CBE9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DE66F-2E1A-48BE-8876-66A3D9EE38A7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991C0F-2941-4D0E-8726-658D11082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72636A-68C9-C5BF-0CDE-203CD771D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103F6-AF16-461F-9E44-EE55414EE6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8380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87F301-4BBC-13C4-6FF5-84E4EE67C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D362EB-8E0F-3913-5A35-22B8F5B95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4A2E54-8A6A-084F-70D0-1D0613781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DE66F-2E1A-48BE-8876-66A3D9EE38A7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4E5AF85-0AC3-BBA7-F072-F2A178425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C00AD7-8E64-F4D8-639A-E48B4240D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103F6-AF16-461F-9E44-EE55414EE6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961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177304-31BD-FAB6-B734-DFC4FE9B7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1760C9F-360D-D724-9B7B-80514C0CD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4FB958-F018-DFFE-8324-C063C938B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DE66F-2E1A-48BE-8876-66A3D9EE38A7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C66AFB-9C0E-350B-1E27-31A75756C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AF73CC5-38A2-A3E1-E0EB-160F25E69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103F6-AF16-461F-9E44-EE55414EE6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0921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B21F87-D030-EAFA-E0F0-5EF86C928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55A6888-4F05-1317-EF86-07D805B79A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FB95DA8-877F-6B0F-1647-BA96689C99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36B9424-B063-AE9C-5781-24BEBF423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DE66F-2E1A-48BE-8876-66A3D9EE38A7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27290C6-6213-1FA9-02BF-87A109006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1608FCD-E31B-D134-417E-CDED613BA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103F6-AF16-461F-9E44-EE55414EE6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5036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CA20C9-8B1C-D74E-40CF-958D897D0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4F58DDB-76D8-55AA-CD2D-EC061217C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CCF2E1C-1A76-F8DA-C517-98D9F0159B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8FE2C6F-6362-B693-F8C8-41D29DBEED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8C74CB0-3080-6D30-B6A3-6872A5FEBC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3BFB2F8-6E93-8B41-3119-5FA665213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DE66F-2E1A-48BE-8876-66A3D9EE38A7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E56E4B1-49BE-D1D0-A2B7-ED1789C62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90164C1-5AF3-8D78-D0BD-668A6ED81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103F6-AF16-461F-9E44-EE55414EE6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8230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59DE7A-A500-29B8-727F-4D79AA877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FD8C8EA-18DF-17DF-9BF7-C4D809BB4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DE66F-2E1A-48BE-8876-66A3D9EE38A7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9B37E0A-C255-1127-4762-1E476F997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BF4CBCF-3089-39FF-068F-DEDFCE1E4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103F6-AF16-461F-9E44-EE55414EE6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2980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33B3476-1862-D927-610F-047A330AC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DE66F-2E1A-48BE-8876-66A3D9EE38A7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CD17200-BEE4-DD0D-5E0A-8B8F7E2DB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B193180-8E3B-3C3C-1DD5-DEE9403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103F6-AF16-461F-9E44-EE55414EE6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878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4BB746-790E-053A-153A-E263E364F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6FF6E11-5670-D2FE-15D8-E22DB1657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14E91B5-108B-19B1-0C30-0E9B6021B8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FEF13A6-F155-ED36-8F2A-14DA97807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DE66F-2E1A-48BE-8876-66A3D9EE38A7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DF48E19-2D49-34BE-52FF-7780FA630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AC1A8C-22AB-57CC-AA07-CC4D30B37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103F6-AF16-461F-9E44-EE55414EE6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4694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0CB34C-5A4E-555E-9EB1-0EDE30F66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EEBE105-7435-6EA2-06FD-859C4594454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2DA68A4-E666-FB85-C0C2-16D94E5DA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0BC5164-61E7-C968-0A22-A3994307C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DE66F-2E1A-48BE-8876-66A3D9EE38A7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CD46345-13BB-1E68-C5D4-6A0F82AFB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95A8185-4053-64EA-C521-B131385C9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103F6-AF16-461F-9E44-EE55414EE6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6130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48A3CB-DAF1-CED5-E0AF-6AC2157D5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E1ED384-B8A1-5D00-ABF9-4FB502F7EE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2CED8F7-FB6D-E7C9-A129-5C349EAB6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DE66F-2E1A-48BE-8876-66A3D9EE38A7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E08E29C-FF0E-2B84-6590-B8D9B6E43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BA30B81-44A1-333C-8491-F1C06BA31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103F6-AF16-461F-9E44-EE55414EE6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3449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8FD157E-1215-7461-B3B1-2C8377EFA7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805EABF-AA8B-E853-3C1F-02A44AAA0E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F48BD6A-431D-905F-DBD4-4E74E6D1F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DE66F-2E1A-48BE-8876-66A3D9EE38A7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F8CCE9-3CC9-FE93-D704-E4D8DF5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5A510B2-4972-307F-37BB-4F26DAC08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103F6-AF16-461F-9E44-EE55414EE6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2321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5AC3B02-F1BA-6F6D-77A6-FCACBB2BD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3156431-7443-3227-ED76-93CB5B6FA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919AF76-7438-50D8-411F-75BAFEB585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0DE66F-2E1A-48BE-8876-66A3D9EE38A7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8C5D112-5BFD-36CA-6254-D5A84178FC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FFED184-0684-8D75-B7C1-5891DA6B68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D103F6-AF16-461F-9E44-EE55414EE6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4544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529BF925-7631-1C20-B561-1481EF6D4B8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508000"/>
            <a:ext cx="3048000" cy="2286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5256A95-17E0-5A2B-4ADB-ECA935DA86E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0" t="13333"/>
          <a:stretch>
            <a:fillRect/>
          </a:stretch>
        </p:blipFill>
        <p:spPr>
          <a:xfrm>
            <a:off x="4927600" y="812800"/>
            <a:ext cx="2438400" cy="19812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DE5DE960-56CF-2E22-714D-740B953B769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0" y="508000"/>
            <a:ext cx="3556000" cy="22860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E5B67811-6155-3428-E496-13FB8E76F55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3556000"/>
            <a:ext cx="3048000" cy="2032000"/>
          </a:xfrm>
          <a:prstGeom prst="rect">
            <a:avLst/>
          </a:prstGeom>
          <a:ln w="76200">
            <a:solidFill>
              <a:srgbClr val="C00000"/>
            </a:solidFill>
          </a:ln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1F05D73D-B700-F035-5051-FC54FF1146A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20000">
            <a:off x="4572000" y="3683000"/>
            <a:ext cx="2540000" cy="19050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833B1B41-4592-45AF-5721-348C6E04266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36000" y="3556000"/>
            <a:ext cx="254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321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BEC8D3-0560-25E3-4C33-FA7220B67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Tables</a:t>
            </a: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611C4CFF-2050-000C-664B-F34151F8DA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570831"/>
              </p:ext>
            </p:extLst>
          </p:nvPr>
        </p:nvGraphicFramePr>
        <p:xfrm>
          <a:off x="508000" y="1651000"/>
          <a:ext cx="53340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>
                  <a:extLst>
                    <a:ext uri="{9D8B030D-6E8A-4147-A177-3AD203B41FA5}">
                      <a16:colId xmlns:a16="http://schemas.microsoft.com/office/drawing/2014/main" val="904035219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143399549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658348115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1872218623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Header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Header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Header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Header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25425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R2C3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R2C4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79616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R3C3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R3C4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473105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/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R4C2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R4C3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R4C4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202445"/>
                  </a:ext>
                </a:extLst>
              </a:tr>
            </a:tbl>
          </a:graphicData>
        </a:graphic>
      </p:graphicFrame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1DE6AFFB-D40A-3173-A456-95C93F5AE7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091778"/>
              </p:ext>
            </p:extLst>
          </p:nvPr>
        </p:nvGraphicFramePr>
        <p:xfrm>
          <a:off x="6350000" y="1651000"/>
          <a:ext cx="53340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1692011239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3285581908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490309040"/>
                    </a:ext>
                  </a:extLst>
                </a:gridCol>
              </a:tblGrid>
              <a:tr h="762000">
                <a:tc gridSpan="2">
                  <a:txBody>
                    <a:bodyPr/>
                    <a:lstStyle/>
                    <a:p>
                      <a:r>
                        <a:rPr lang="de-DE"/>
                        <a:t>Merged header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Cell 1.3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47582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de-DE"/>
                        <a:t>Cell 2.1</a:t>
                      </a:r>
                    </a:p>
                  </a:txBody>
                  <a:tcPr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Cell 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Cell 2.3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316375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de-DE"/>
                        <a:t>Cell 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Cell 3.2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de-DE"/>
                        <a:t>Cell 3.3</a:t>
                      </a:r>
                    </a:p>
                    <a:p>
                      <a:r>
                        <a:rPr lang="de-DE"/>
                        <a:t>Cell 4.3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9462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de-DE"/>
                        <a:t>Cell 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Cell 4.2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7109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1797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E85F97DE-F419-B0AB-1998-F19BC63CE4C2}"/>
              </a:ext>
            </a:extLst>
          </p:cNvPr>
          <p:cNvSpPr/>
          <p:nvPr/>
        </p:nvSpPr>
        <p:spPr>
          <a:xfrm>
            <a:off x="762000" y="762000"/>
            <a:ext cx="2794000" cy="1778000"/>
          </a:xfrm>
          <a:prstGeom prst="roundRect">
            <a:avLst/>
          </a:prstGeom>
          <a:effectLst>
            <a:outerShdw blurRad="127000" dist="143684" dir="2699996" rotWithShape="0">
              <a:scrgbClr r="0" g="0" b="0">
                <a:alpha val="50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C60A58D7-BAD9-1BE0-2357-71DC9D26E7D7}"/>
              </a:ext>
            </a:extLst>
          </p:cNvPr>
          <p:cNvSpPr/>
          <p:nvPr/>
        </p:nvSpPr>
        <p:spPr>
          <a:xfrm>
            <a:off x="4572000" y="762000"/>
            <a:ext cx="2540000" cy="1778000"/>
          </a:xfrm>
          <a:prstGeom prst="ellipse">
            <a:avLst/>
          </a:prstGeom>
          <a:effectLst>
            <a:glow rad="152400">
              <a:srgbClr val="FFC000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03E80B6-F972-7A03-80DD-CE3D1B72CE0E}"/>
              </a:ext>
            </a:extLst>
          </p:cNvPr>
          <p:cNvSpPr/>
          <p:nvPr/>
        </p:nvSpPr>
        <p:spPr>
          <a:xfrm>
            <a:off x="8128000" y="762000"/>
            <a:ext cx="3048000" cy="1778000"/>
          </a:xfrm>
          <a:prstGeom prst="rect">
            <a:avLst/>
          </a:prstGeom>
          <a:effectLst>
            <a:softEdge rad="152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Stern: 5 Zacken 4">
            <a:extLst>
              <a:ext uri="{FF2B5EF4-FFF2-40B4-BE49-F238E27FC236}">
                <a16:creationId xmlns:a16="http://schemas.microsoft.com/office/drawing/2014/main" id="{071C97C0-A38C-A4DC-FED6-D9A861EF29B7}"/>
              </a:ext>
            </a:extLst>
          </p:cNvPr>
          <p:cNvSpPr/>
          <p:nvPr/>
        </p:nvSpPr>
        <p:spPr>
          <a:xfrm>
            <a:off x="1524000" y="3556000"/>
            <a:ext cx="2032000" cy="1778000"/>
          </a:xfrm>
          <a:prstGeom prst="star5">
            <a:avLst/>
          </a:prstGeom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A7B9DD5-99A3-7BB1-9F23-624EF69371A0}"/>
              </a:ext>
            </a:extLst>
          </p:cNvPr>
          <p:cNvSpPr/>
          <p:nvPr/>
        </p:nvSpPr>
        <p:spPr>
          <a:xfrm>
            <a:off x="5080000" y="3810000"/>
            <a:ext cx="2794000" cy="1778000"/>
          </a:xfrm>
          <a:prstGeom prst="rect">
            <a:avLst/>
          </a:prstGeom>
          <a:solidFill>
            <a:srgbClr val="DEEB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D8F09F9-2D82-890F-EF63-90B3F575C778}"/>
              </a:ext>
            </a:extLst>
          </p:cNvPr>
          <p:cNvSpPr txBox="1"/>
          <p:nvPr/>
        </p:nvSpPr>
        <p:spPr>
          <a:xfrm>
            <a:off x="8382000" y="4064000"/>
            <a:ext cx="330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3200">
                <a:effectLst>
                  <a:outerShdw blurRad="63500" dist="37357" dir="2700000" rotWithShape="0">
                    <a:scrgbClr r="0" g="0" b="0"/>
                  </a:outerShdw>
                </a:effectLst>
              </a:rPr>
              <a:t>Shadowed text</a:t>
            </a:r>
          </a:p>
        </p:txBody>
      </p:sp>
    </p:spTree>
    <p:extLst>
      <p:ext uri="{BB962C8B-B14F-4D97-AF65-F5344CB8AC3E}">
        <p14:creationId xmlns:p14="http://schemas.microsoft.com/office/powerpoint/2010/main" val="2187245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Microsoft Office PowerPoint</Application>
  <PresentationFormat>Benutzerdefiniert</PresentationFormat>
  <Paragraphs>29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</vt:lpstr>
      <vt:lpstr>PowerPoint-Präsentation</vt:lpstr>
      <vt:lpstr>Tables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2026-10-08T09:08:07Z</dcterms:created>
  <dcterms:modified xsi:type="dcterms:W3CDTF">2026-10-08T09:08:07Z</dcterms:modified>
</cp:coreProperties>
</file>