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462791-BD0D-7B6E-31F3-8599CE09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F1B22AF-DBE0-9267-F72A-3CB78D7AE9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825A33-E4D7-9B47-D276-2C6D7122F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BBB85E-F297-CF6E-1954-43D8A1FCE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8CAA0D-0E9A-F63D-B235-188BF2BDD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9735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F2FD8D-372D-3C64-22D7-AD02D29B9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B728D1-0A38-3D1D-BE2B-D88C6DE35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97B3C5-7A50-5C7F-BF44-CAA37061C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2F06676-27A0-1D3B-26D4-6924CE709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C0A0C36-7F3A-A191-5656-3A3FE176C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3201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890751-E571-E6AC-4F89-FF75070E2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95B2FA-42E0-615F-431D-5756F2E482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A62AD24-CD08-21E8-5F95-7A18EDD33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523F69-C866-372A-3D68-441B8BC9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B7E810-0F78-4A81-1EF6-DF6A061F6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406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C0CC6A-B59E-6D2D-B613-7F0B3B928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EF8F72-9BDF-676F-484C-A3ECBEA3DE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6624B21-EDA4-9794-B13C-ADBA46014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FC724A3-F6E2-C69B-21DC-1BD7B5378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C31A7A4-4E5D-61D4-F4C3-1D000738F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65D748E-D84C-2068-1696-708EBA99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142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61C7A6-B08E-FAC0-115F-827792AB5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DE5ED1-5991-0FA7-9891-73A31749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818BAC8-4D54-C459-DC8F-3B11A0713E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C4A5CAD-3940-4577-E1D1-6B845B76AB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30DCDFB-5E90-1F21-59E7-592AFA6FB0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5934B24-202E-7336-B18B-B2A2A67D4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D8CF132-1A2A-B187-927F-4FF0C8D83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75ADAD9-7FDE-29E4-E691-C99902491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1052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65EFA3-C4F5-FCDD-85CC-F6A17A9C8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124E590-7058-18F1-F435-852F71DC0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9DCC68-6972-C1A2-7447-6B161E67B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D431433-087F-7D7B-C7F9-A81D9F4F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823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7FA4276-C030-44D3-A1A2-932B91F87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D528AA7-3617-331B-0984-88A34CD15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039FC8-A819-7DB7-BB1C-E01E26E1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0698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D00304-5D55-550B-78A0-292624C16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989125-37EF-BB05-FD65-C6DA990DF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C0DFDDB-5945-777F-6CE5-22E9DD5A44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0A88AD-CB51-3E3A-95D9-2AE84E207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FE3331-A1B4-0A55-6B80-4A535D960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C0CB480-48D7-36AB-7493-96A2BAC73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634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553B12-C98B-6076-27B2-639B14625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C73EFF-93FE-C3B7-0715-D8E326997F6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A032351-4BAD-2C03-9A89-C4BD0A9A1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BDE084D-8B56-F637-0678-B00AC9B8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BB56B5-377D-6B63-9C01-A01553516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1A55C01-C9E6-C6DF-8F36-0088F7C70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5503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1249FD-DF95-F68F-3465-0E9BAA41B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2A33EF-8C0D-4E79-6469-AC57BBBE1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42C8B1-4829-F38F-B1D7-AFE6DBA0E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9CE8E6-A683-49D5-B1B9-180F398CD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D98F8E-7AB6-7673-F3E6-C9C56B557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1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A329DFC-8DE4-38BB-F265-E6079A5313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318D028-DBF7-7DDD-3EEC-4B4DC5B012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40B206-FCAB-A9CD-3B08-F25DDF4BE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466EC7-D752-F083-43C5-F42CFC1B9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5B4213-767D-F3C2-D9BE-B379537F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1323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8462324-3C1C-96E4-9346-CA541B386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2120D95-3B45-DAFB-0D96-F241FCC4D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62F0945-7308-1D77-795B-CC96192713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1FD6A1-9468-4C5D-9F84-F69311F8BE43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6CDE4A-0D09-10ED-A399-919249853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E54407-6D5C-BBF7-EC9B-1C8B24537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4C93F7-1D14-45B6-B029-7B0271738C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5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7BA1B63-6A21-E623-2AFC-9D836E2BFAC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08000"/>
            <a:ext cx="3048000" cy="22860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2D7B0B-877E-FFCC-4B5A-344AA93B7F6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00" t="13333"/>
          <a:stretch>
            <a:fillRect/>
          </a:stretch>
        </p:blipFill>
        <p:spPr>
          <a:xfrm>
            <a:off x="4927600" y="812800"/>
            <a:ext cx="2438400" cy="1981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8851CE6-4850-BD61-E4FB-453DEF9F6F5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0" y="508000"/>
            <a:ext cx="3556000" cy="22860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CDAF2F4-2C1A-8EB6-70BC-2AFBA7141D7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556000"/>
            <a:ext cx="3048000" cy="2032000"/>
          </a:xfrm>
          <a:prstGeom prst="rect">
            <a:avLst/>
          </a:prstGeom>
          <a:ln w="76200">
            <a:solidFill>
              <a:srgbClr val="C00000"/>
            </a:solidFill>
          </a:ln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A73FC48-08FE-26A6-C842-CF1D989AA85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20000">
            <a:off x="4572000" y="3683000"/>
            <a:ext cx="2540000" cy="19050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8F558364-AA28-4592-C577-FAABC15E016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000" y="3556000"/>
            <a:ext cx="254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959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7303D-F3AD-2944-AED6-F156A11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Tables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899FE4CE-6714-94F0-2843-7071A2BCA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987114"/>
              </p:ext>
            </p:extLst>
          </p:nvPr>
        </p:nvGraphicFramePr>
        <p:xfrm>
          <a:off x="508000" y="1651000"/>
          <a:ext cx="5334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3664428532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568380220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4146569293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542652068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Header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332345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R2C4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12963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R3C4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013080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de-DE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R4C4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68888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08CDD9B-9E51-45F1-B480-9358F7B86B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559656"/>
              </p:ext>
            </p:extLst>
          </p:nvPr>
        </p:nvGraphicFramePr>
        <p:xfrm>
          <a:off x="6350000" y="1651000"/>
          <a:ext cx="5334000" cy="304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691333642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3017382381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846952915"/>
                    </a:ext>
                  </a:extLst>
                </a:gridCol>
              </a:tblGrid>
              <a:tr h="762000">
                <a:tc gridSpan="2">
                  <a:txBody>
                    <a:bodyPr/>
                    <a:lstStyle/>
                    <a:p>
                      <a:r>
                        <a:rPr lang="de-DE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Cell 1.3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997509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de-DE"/>
                        <a:t>Cell 2.1</a:t>
                      </a:r>
                    </a:p>
                  </a:txBody>
                  <a:tcPr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Cell 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Cell 2.3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342887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de-DE"/>
                        <a:t>Cell 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Cell 3.2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de-DE"/>
                        <a:t>Cell 3.3</a:t>
                      </a:r>
                    </a:p>
                    <a:p>
                      <a:r>
                        <a:rPr lang="de-DE"/>
                        <a:t>Cell 4.3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52503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de-DE"/>
                        <a:t>Cell 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Cell 4.2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3349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234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1DA07B-DDB6-B6B1-9017-7512174A0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SmartArt</a:t>
            </a:r>
          </a:p>
        </p:txBody>
      </p:sp>
    </p:spTree>
    <p:extLst>
      <p:ext uri="{BB962C8B-B14F-4D97-AF65-F5344CB8AC3E}">
        <p14:creationId xmlns:p14="http://schemas.microsoft.com/office/powerpoint/2010/main" val="4054412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15E563D8-F378-E940-15B8-70446988C243}"/>
              </a:ext>
            </a:extLst>
          </p:cNvPr>
          <p:cNvSpPr/>
          <p:nvPr/>
        </p:nvSpPr>
        <p:spPr>
          <a:xfrm>
            <a:off x="762000" y="762000"/>
            <a:ext cx="2794000" cy="1778000"/>
          </a:xfrm>
          <a:prstGeom prst="roundRect">
            <a:avLst/>
          </a:prstGeom>
          <a:effectLst>
            <a:outerShdw blurRad="127000" dist="143684" dir="2699996" rotWithShape="0">
              <a:scrgbClr r="0" g="0" b="0">
                <a:alpha val="50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2B89F3AD-9149-1C0D-C41F-EFA67F184E73}"/>
              </a:ext>
            </a:extLst>
          </p:cNvPr>
          <p:cNvSpPr/>
          <p:nvPr/>
        </p:nvSpPr>
        <p:spPr>
          <a:xfrm>
            <a:off x="4572000" y="762000"/>
            <a:ext cx="2540000" cy="1778000"/>
          </a:xfrm>
          <a:prstGeom prst="ellipse">
            <a:avLst/>
          </a:prstGeom>
          <a:effectLst>
            <a:glow rad="152400">
              <a:srgbClr val="FFC000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1D6D929-3716-9482-1E88-28BE3E825ADE}"/>
              </a:ext>
            </a:extLst>
          </p:cNvPr>
          <p:cNvSpPr/>
          <p:nvPr/>
        </p:nvSpPr>
        <p:spPr>
          <a:xfrm>
            <a:off x="8128000" y="762000"/>
            <a:ext cx="3048000" cy="1778000"/>
          </a:xfrm>
          <a:prstGeom prst="rect">
            <a:avLst/>
          </a:prstGeom>
          <a:effectLst>
            <a:softEdge rad="152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Stern: 5 Zacken 4">
            <a:extLst>
              <a:ext uri="{FF2B5EF4-FFF2-40B4-BE49-F238E27FC236}">
                <a16:creationId xmlns:a16="http://schemas.microsoft.com/office/drawing/2014/main" id="{0FC7D7CB-B450-548A-59F0-EF3B923C7E8F}"/>
              </a:ext>
            </a:extLst>
          </p:cNvPr>
          <p:cNvSpPr/>
          <p:nvPr/>
        </p:nvSpPr>
        <p:spPr>
          <a:xfrm>
            <a:off x="1524000" y="3556000"/>
            <a:ext cx="2032000" cy="1778000"/>
          </a:xfrm>
          <a:prstGeom prst="star5">
            <a:avLst/>
          </a:prstGeom>
          <a:effectLst>
            <a:reflection blurRad="6350" stA="52000" endA="300" endPos="350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284427F-8B3C-BFCB-3911-4A1805A6CBDE}"/>
              </a:ext>
            </a:extLst>
          </p:cNvPr>
          <p:cNvSpPr/>
          <p:nvPr/>
        </p:nvSpPr>
        <p:spPr>
          <a:xfrm>
            <a:off x="5080000" y="3810000"/>
            <a:ext cx="2794000" cy="1778000"/>
          </a:xfrm>
          <a:prstGeom prst="rect">
            <a:avLst/>
          </a:prstGeom>
          <a:solidFill>
            <a:srgbClr val="DEEB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20C47A-1A52-452E-5278-710C33A23D0F}"/>
              </a:ext>
            </a:extLst>
          </p:cNvPr>
          <p:cNvSpPr txBox="1"/>
          <p:nvPr/>
        </p:nvSpPr>
        <p:spPr>
          <a:xfrm>
            <a:off x="8382000" y="4064000"/>
            <a:ext cx="330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3200">
                <a:effectLst>
                  <a:outerShdw blurRad="63500" dist="37357" dir="2700000" rotWithShape="0">
                    <a:scrgbClr r="0" g="0" b="0"/>
                  </a:outerShdw>
                </a:effectLst>
              </a:rPr>
              <a:t>Shadowed text</a:t>
            </a:r>
          </a:p>
        </p:txBody>
      </p:sp>
    </p:spTree>
    <p:extLst>
      <p:ext uri="{BB962C8B-B14F-4D97-AF65-F5344CB8AC3E}">
        <p14:creationId xmlns:p14="http://schemas.microsoft.com/office/powerpoint/2010/main" val="1560107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</Words>
  <Application>Microsoft Office PowerPoint</Application>
  <PresentationFormat>Benutzerdefiniert</PresentationFormat>
  <Paragraphs>30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Tables</vt:lpstr>
      <vt:lpstr>SmartArt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2026-10-08T08:59:36Z</dcterms:created>
  <dcterms:modified xsi:type="dcterms:W3CDTF">2026-10-08T08:59:36Z</dcterms:modified>
</cp:coreProperties>
</file>