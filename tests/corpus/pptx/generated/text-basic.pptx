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D882FF-B7B5-54A0-CDE2-D4F510B2C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344E853-A1F0-252D-63C0-CFDD23266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ECBD03-8C65-F2D4-6CD5-4CC85B74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4AAEF9-4186-85E2-9855-0CE841742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AD4F57-9089-4BEC-7FD1-9FDB1856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6649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42CA1-064D-C55B-F66B-7FD48559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18E6C-B16F-3CAC-C4B4-DD67BF1B1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B7AF40-4AF0-3C39-C2A4-703B3502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22BC84-D380-F288-4C95-0E1D978C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D64CC8-9A6E-3503-4B53-FF312907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536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77246-9F1A-948B-BA14-8442E4070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D74D96-A691-0E01-FF2A-92C6C4019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86DE30-9889-8BC3-6E6F-2D0762F6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BB3A07-8702-6636-EB58-B4B7A799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623C4B-28FA-9951-E61C-0BE1853B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349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BB810-4CAD-F322-1873-E64E388E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0BA504-A3CD-211B-ED4D-D2BFE1DA2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5971F5-0A80-52AE-7454-B3A6E9D6D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4A2872-F13F-A587-2EE7-4FC380E7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C56DC0-82C3-9961-D9A1-1A965593C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0DB5E6-E4A7-F5B3-F937-ADF94AE1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418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1A6B0D-0FBF-4D55-5D62-1497A3CC8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8E308B-BD93-C97C-55C9-E22BE352E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73CC35-49E1-82CA-E890-D9604BA4F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D099A3-7190-48A6-FBAD-A423E4B15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E0A2D54-2821-5951-17BF-7674BF9BF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5397363-CEC3-26FB-F6AD-0889CE26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8E544D5-D93F-67A6-6EBA-A19F798C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DC3EC8F-346C-1A7C-7809-A928AC3E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1105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359EB-4CDF-F119-437E-71E1F946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1A89AD-E9E2-7595-E4F6-4E4E5AC7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9C15EB-E3F7-A451-8D7A-DE5E6530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434CCF-E9F0-C2E6-5B42-50539ED50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214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D007836-C715-A589-649D-C1820334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87058E0-C9DD-389B-A973-8881D53F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5A0DA2-27A5-032D-CB8E-18DA49734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2061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585C1E-46C6-60C2-F634-8DE3671A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E003DD-572C-3368-BDA4-F9FAB2A70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7F6692-5411-539B-FAE2-74958E20E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833F2E-6139-82A2-955C-55D7E71FE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AD1D31-4637-4B6C-9C86-396F6872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3B3959-E81A-7E30-18DC-5990429C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75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6BFB5-2B12-EC52-0E96-FCC909BDE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774A176-76B8-F68D-5D50-474CAAE14E1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014EF6-7502-2419-95C7-CAD651476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01E4B8-4D55-1B23-4FC4-51F59856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E58C6A-50B6-D794-6959-C8F4099E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6EDB47-3736-E852-370E-36A60574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182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719E72-6A81-8895-4668-0F0C38D4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1C8FBE-D82D-8A7D-0227-DF8AED2AD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D6E830-FD08-52BA-4A33-853967F4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77060B-EF1C-74B6-800B-6DAFB64AE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B2C4EF-D778-5CAE-37BD-D828D21F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46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70D7060-149C-C151-FFF3-C0CB32C54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3975B96-A136-9D70-BC04-2DC174675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E553A-E4EE-5A32-CA3E-E5685AF5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95F88B-D6BF-CDFF-1AAF-BD5674A35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F81619-A9D0-4E96-4F7D-D7364004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9814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14F8F4-675B-3D79-82F1-2D66739D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783424-FDFA-E4E7-15CC-FB400B112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0F387A-8E2E-F06D-B8AD-B5BC269A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A4E979-EC30-82F6-BEEC-E3A176BA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F8947-EF36-D154-9F83-78DACB4C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720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CCB893F-3B0C-779D-2A83-306ECC39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6885D4-BAE4-A37D-81BD-2EB33842F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F00714-CD70-3F14-8990-B636E7B9E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902F5A-E3F6-4856-8EE3-15CF50364D0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9BB4F1-0C1B-C66D-6B87-C26870DF3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B0E133-5272-2423-B8D9-388807205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24090-0FA0-4F74-87C3-2B9C08679D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284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9BEE0-533A-B42A-0B49-2DF5832554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Fidelity test deck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2228E3-0929-EF84-7854-40114D0AFE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Text rendering, generated by PowerPoint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409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4B03E4-AE65-8820-2300-53E0F13E9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Bullet levels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BCB149-DA62-A809-7F97-5298CDA6E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level 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1"/>
            <a:r>
              <a:rPr lang="en-US"/>
              <a:t>Second level again</a:t>
            </a:r>
          </a:p>
          <a:p>
            <a:r>
              <a:rPr lang="en-US"/>
              <a:t>First level with a longer text that wraps onto a second line inside the placeholder</a:t>
            </a:r>
          </a:p>
          <a:p>
            <a:r>
              <a:rPr lang="en-US"/>
              <a:t>Final point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7057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79EB6B-0110-0C33-3FFA-7FE71BE85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Fonts, sizes and styles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907F40E-416A-C28D-6BB3-F36A372FD6B3}"/>
              </a:ext>
            </a:extLst>
          </p:cNvPr>
          <p:cNvSpPr txBox="1"/>
          <p:nvPr/>
        </p:nvSpPr>
        <p:spPr>
          <a:xfrm>
            <a:off x="508000" y="1651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alibri" panose="020F0502020204030204" pitchFamily="34" charset="0"/>
              </a:rPr>
              <a:t>Calibri: The quick brown fox jumps over the lazy dog 0123456789</a:t>
            </a:r>
            <a:endParaRPr lang="de-DE" sz="1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25BC3A-A1FE-0FC4-4186-C581B7045FC7}"/>
              </a:ext>
            </a:extLst>
          </p:cNvPr>
          <p:cNvSpPr txBox="1"/>
          <p:nvPr/>
        </p:nvSpPr>
        <p:spPr>
          <a:xfrm>
            <a:off x="508000" y="2438400"/>
            <a:ext cx="11176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Arial: The quick brown fox jumps over the lazy dog 0123456789</a:t>
            </a:r>
            <a:endParaRPr lang="de-DE" sz="17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0929972-0FD1-36A9-9BF3-AF296B0B425E}"/>
              </a:ext>
            </a:extLst>
          </p:cNvPr>
          <p:cNvSpPr txBox="1"/>
          <p:nvPr/>
        </p:nvSpPr>
        <p:spPr>
          <a:xfrm>
            <a:off x="508000" y="3225800"/>
            <a:ext cx="1117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i="1">
                <a:solidFill>
                  <a:srgbClr val="000000"/>
                </a:solidFill>
                <a:latin typeface="Times New Roman" panose="02020603050405020304" pitchFamily="18" charset="0"/>
              </a:rPr>
              <a:t>Times New Roman: The quick brown fox jumps over the lazy dog 0123456789</a:t>
            </a:r>
            <a:endParaRPr lang="de-DE" sz="20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FE14F7B-7137-ED87-FD37-CAD02AE46DAB}"/>
              </a:ext>
            </a:extLst>
          </p:cNvPr>
          <p:cNvSpPr txBox="1"/>
          <p:nvPr/>
        </p:nvSpPr>
        <p:spPr>
          <a:xfrm>
            <a:off x="508000" y="4013200"/>
            <a:ext cx="11176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300" b="1">
                <a:solidFill>
                  <a:srgbClr val="000000"/>
                </a:solidFill>
                <a:latin typeface="Aptos" panose="020B0004020202020204" pitchFamily="34" charset="0"/>
              </a:rPr>
              <a:t>Aptos: The quick brown fox jumps over the lazy dog 0123456789</a:t>
            </a:r>
            <a:endParaRPr lang="de-DE" sz="2300" b="1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FE3B668-F4F5-6F3C-D525-5015952597C9}"/>
              </a:ext>
            </a:extLst>
          </p:cNvPr>
          <p:cNvSpPr txBox="1"/>
          <p:nvPr/>
        </p:nvSpPr>
        <p:spPr>
          <a:xfrm>
            <a:off x="508000" y="48006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u="sng">
                <a:solidFill>
                  <a:srgbClr val="000000"/>
                </a:solidFill>
                <a:latin typeface="Segoe UI" panose="020B0502040204020203" pitchFamily="34" charset="0"/>
              </a:rPr>
              <a:t>Segoe UI: The quick brown fox jumps over the lazy dog 0123456789</a:t>
            </a:r>
            <a:endParaRPr lang="de-DE" sz="2600" u="sng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315AB66-7E2C-E892-A9A7-081F6333880F}"/>
              </a:ext>
            </a:extLst>
          </p:cNvPr>
          <p:cNvSpPr txBox="1"/>
          <p:nvPr/>
        </p:nvSpPr>
        <p:spPr>
          <a:xfrm>
            <a:off x="508000" y="5588000"/>
            <a:ext cx="1117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900" b="1" i="1">
                <a:solidFill>
                  <a:srgbClr val="C00000"/>
                </a:solidFill>
                <a:latin typeface="Georgia" panose="02040502050405020303" pitchFamily="18" charset="0"/>
              </a:rPr>
              <a:t>Georgia: The quick brown fox jumps over the lazy dog 0123456789</a:t>
            </a:r>
            <a:endParaRPr lang="de-DE" sz="2900" b="1" i="1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65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2B08D3-6D88-FCF6-82F1-F7056D068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Alignment and anchoring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7EB5D88-BA79-A203-BEE8-3906A04D1238}"/>
              </a:ext>
            </a:extLst>
          </p:cNvPr>
          <p:cNvSpPr/>
          <p:nvPr/>
        </p:nvSpPr>
        <p:spPr>
          <a:xfrm>
            <a:off x="508000" y="1651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27BC5A1-086E-76DD-DD3D-6009C699F330}"/>
              </a:ext>
            </a:extLst>
          </p:cNvPr>
          <p:cNvSpPr/>
          <p:nvPr/>
        </p:nvSpPr>
        <p:spPr>
          <a:xfrm>
            <a:off x="508000" y="3302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608C861-327D-825C-791B-895C9867466A}"/>
              </a:ext>
            </a:extLst>
          </p:cNvPr>
          <p:cNvSpPr/>
          <p:nvPr/>
        </p:nvSpPr>
        <p:spPr>
          <a:xfrm>
            <a:off x="508000" y="4953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FAC83CB-9AF4-EDF6-FBF7-C4493DE04B17}"/>
              </a:ext>
            </a:extLst>
          </p:cNvPr>
          <p:cNvSpPr/>
          <p:nvPr/>
        </p:nvSpPr>
        <p:spPr>
          <a:xfrm>
            <a:off x="3365500" y="1651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8FDBA72-5846-BFAE-DE53-516038D6A285}"/>
              </a:ext>
            </a:extLst>
          </p:cNvPr>
          <p:cNvSpPr/>
          <p:nvPr/>
        </p:nvSpPr>
        <p:spPr>
          <a:xfrm>
            <a:off x="3365500" y="3302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61EF923-33CF-30B1-46C4-912A9EFE3735}"/>
              </a:ext>
            </a:extLst>
          </p:cNvPr>
          <p:cNvSpPr/>
          <p:nvPr/>
        </p:nvSpPr>
        <p:spPr>
          <a:xfrm>
            <a:off x="3365500" y="4953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D186F48-7C1F-584C-8FFB-69E491CA2C47}"/>
              </a:ext>
            </a:extLst>
          </p:cNvPr>
          <p:cNvSpPr/>
          <p:nvPr/>
        </p:nvSpPr>
        <p:spPr>
          <a:xfrm>
            <a:off x="6223000" y="1651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A50D2C1-8766-730C-E905-96E1BEF70738}"/>
              </a:ext>
            </a:extLst>
          </p:cNvPr>
          <p:cNvSpPr/>
          <p:nvPr/>
        </p:nvSpPr>
        <p:spPr>
          <a:xfrm>
            <a:off x="6223000" y="3302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2231BA6-66F4-442D-5450-EAB6C3F7D146}"/>
              </a:ext>
            </a:extLst>
          </p:cNvPr>
          <p:cNvSpPr/>
          <p:nvPr/>
        </p:nvSpPr>
        <p:spPr>
          <a:xfrm>
            <a:off x="6223000" y="4953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F191379-1137-B6DF-8AD6-69D892BF0EA6}"/>
              </a:ext>
            </a:extLst>
          </p:cNvPr>
          <p:cNvSpPr/>
          <p:nvPr/>
        </p:nvSpPr>
        <p:spPr>
          <a:xfrm>
            <a:off x="9080500" y="1651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825DDA7-D24C-5507-3F2A-8425CBBA11C0}"/>
              </a:ext>
            </a:extLst>
          </p:cNvPr>
          <p:cNvSpPr/>
          <p:nvPr/>
        </p:nvSpPr>
        <p:spPr>
          <a:xfrm>
            <a:off x="9080500" y="3302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/>
              <a:t>Text inside a rectangle, aligned and anchored differently.</a:t>
            </a:r>
            <a:endParaRPr lang="de-DE" sz="140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2142268-E0D5-7C46-DB6D-77E3BD05FD84}"/>
              </a:ext>
            </a:extLst>
          </p:cNvPr>
          <p:cNvSpPr/>
          <p:nvPr/>
        </p:nvSpPr>
        <p:spPr>
          <a:xfrm>
            <a:off x="9080500" y="4953000"/>
            <a:ext cx="2603500" cy="146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just"/>
            <a:r>
              <a:rPr lang="en-US" sz="1400"/>
              <a:t>Text inside a rectangle, aligned and anchored differently.</a:t>
            </a:r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4135807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8B194-8C76-3282-6D40-8368FCC4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Autofit: more text than fits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560466-0CA4-22C9-F3D1-B0D5BE7B4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1: text that makes the placeholder overflow</a:t>
            </a:r>
          </a:p>
          <a:p>
            <a:r>
              <a:rPr lang="en-US"/>
              <a:t>Point 2: text that makes the placeholder overflow</a:t>
            </a:r>
          </a:p>
          <a:p>
            <a:r>
              <a:rPr lang="en-US"/>
              <a:t>Point 3: text that makes the placeholder overflow</a:t>
            </a:r>
          </a:p>
          <a:p>
            <a:r>
              <a:rPr lang="en-US"/>
              <a:t>Point 4: text that makes the placeholder overflow</a:t>
            </a:r>
          </a:p>
          <a:p>
            <a:r>
              <a:rPr lang="en-US"/>
              <a:t>Point 5: text that makes the placeholder overflow</a:t>
            </a:r>
          </a:p>
          <a:p>
            <a:r>
              <a:rPr lang="en-US"/>
              <a:t>Point 6: text that makes the placeholder overflow</a:t>
            </a:r>
          </a:p>
          <a:p>
            <a:r>
              <a:rPr lang="en-US"/>
              <a:t>Point 7: text that makes the placeholder overflow</a:t>
            </a:r>
          </a:p>
          <a:p>
            <a:r>
              <a:rPr lang="en-US"/>
              <a:t>Point 8: text that makes the placeholder overflow</a:t>
            </a:r>
          </a:p>
          <a:p>
            <a:r>
              <a:rPr lang="en-US"/>
              <a:t>Point 9: text that makes the placeholder overflow</a:t>
            </a:r>
          </a:p>
          <a:p>
            <a:r>
              <a:rPr lang="en-US"/>
              <a:t>Point 10: text that makes the placeholder overflow</a:t>
            </a:r>
          </a:p>
          <a:p>
            <a:r>
              <a:rPr lang="en-US"/>
              <a:t>Point 11: text that makes the placeholder overflow</a:t>
            </a:r>
          </a:p>
          <a:p>
            <a:r>
              <a:rPr lang="en-US"/>
              <a:t>Point 12: text that makes the placeholder overflow</a:t>
            </a:r>
          </a:p>
          <a:p>
            <a:r>
              <a:rPr lang="en-US"/>
              <a:t>Point 13: text that makes the placeholder overflow</a:t>
            </a:r>
          </a:p>
          <a:p>
            <a:r>
              <a:rPr lang="en-US"/>
              <a:t>Point 14: text that makes the placeholder overflow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228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Benutzerdefiniert</PresentationFormat>
  <Paragraphs>44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Georgia</vt:lpstr>
      <vt:lpstr>Segoe UI</vt:lpstr>
      <vt:lpstr>Times New Roman</vt:lpstr>
      <vt:lpstr>Office</vt:lpstr>
      <vt:lpstr>Fidelity test deck</vt:lpstr>
      <vt:lpstr>Bullet levels</vt:lpstr>
      <vt:lpstr>Fonts, sizes and styles</vt:lpstr>
      <vt:lpstr>Alignment and anchoring</vt:lpstr>
      <vt:lpstr>Autofit: more text than 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2026-10-08T08:36:07Z</dcterms:created>
  <dcterms:modified xsi:type="dcterms:W3CDTF">2026-10-08T08:36:07Z</dcterms:modified>
</cp:coreProperties>
</file>