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DEE850-CF96-4A5D-0ED0-4F6222F56E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27D61C-E2A7-E0FD-885E-1C8E531DB0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51646F-1238-F061-5E28-4C118C8EE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64B46D-3278-E3D6-36BA-36D8836B1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DCF7A5-ABDD-E2E1-0228-4399AE896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6047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7557B-6F0D-4D29-DFFF-22F94DB66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9A9894-9580-E4F7-679C-4FDA4F6E3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921EF7-73FC-0E3F-0E93-B4CF7500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ED5564-32CD-A085-BC40-4E7FE8C06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974EF2-760A-857A-F916-2603952F4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0241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F85B71-3D16-F11D-214F-50760A2CF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0A0359-36E2-07F4-1B83-5E2C3FB39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DF6F82-C225-30AC-C496-093945384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51D991-EEA0-756E-24EB-4AE9D498A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D7E02D-1993-FF6E-DA42-90FC133E5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982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69312-C313-F4FF-E62A-AA2A7096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A1BD6D-41FE-E824-7FF7-80F926253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D4A4F9-5D1F-BC75-FDCB-228885EEE3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5D7354D-E2FB-A2C9-2330-96749138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7FB966-F8F9-8FFA-4590-B999AD5FF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6E5371D-4583-2AC6-ADD1-C36DEF807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662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923A8C-FF39-B0C1-DD04-9222464E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C4099D-8437-2366-B3EE-45B9EE90C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B8C4D6-B075-F5D2-89DA-83B172CC53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2136657-7E3A-2B0D-B5D8-17BB41CCD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00F5B3B-6D43-BB6E-DC39-8E90A0220C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483F06D-99E5-A629-B96E-C98BC444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CBAF0A-3662-E559-FBC2-2EB61B8EA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F3E32A1-39C0-9E0D-938C-C6CD8F117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667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107FA-B726-C074-0F7B-B8DE3AF65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A232B9-0AFF-03A5-3358-646BC56FA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7A184F-8E5B-0C34-5D3D-A6FB31F3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EEABC2D-515B-245D-045E-FCF2D3637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80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981177C-2F2B-E7DA-A154-201B1C628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2EEF3E-2455-2495-382E-7CD710D75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95F442-78E6-FBF5-A9E6-E06ABE0EF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3414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97791-3096-EC64-8E96-AE3869DD3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7ED40B-4683-647E-B8F0-8877B9867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9B66B5-D199-F684-C35D-BDBE3F001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A27202-15D3-52F8-D13B-F5847720B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11267B-531C-024B-A8E4-3B04D74D0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B4824-C523-917D-7C04-81521C86F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1825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3C3F5-AB6F-659A-74D0-581049091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C40B7A-3A33-D041-C1A3-CBD8A779977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CA7E7B-8A59-50FF-F9E3-9BBDA2708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C14A94-701B-EDB8-374F-558D7001A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BF4078E-6E6E-C30D-5943-02DFECCBE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8F6A1CF-32D0-8094-8CAB-A4B135E72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7322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0B9DB0-7CDC-1181-4433-91E43B6D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10F8A3E-2659-EF7D-4870-520641699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C2355A-284C-1397-CDC1-D6E1293B5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965141-DF57-EF44-16F1-49C13B1B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1AFE5D-C15F-8908-FA5A-466B6457A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8990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5169563-9A29-39CE-6300-1B0B1C298A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3029A87-9983-F443-6620-09A578E8D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AB06677-6176-52F0-A44E-9F70060C0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B85F09-C685-3B59-5EE9-153092412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E49CAD-A959-FFFD-D1DA-1AB9F6F44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47154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234B3C-ED97-029B-2036-469E6BA86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69C260-8CEF-0620-3402-E608C9A06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4BEDEA-5C4C-2B84-1FB5-E926251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C8CFB3-D270-C5A9-1336-35328FDC6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CA5648-9BCF-DBD1-EF24-9F2CCA3B8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1624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D00247A-A910-2A97-E408-16B15DF90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A2B2A9-519C-469B-1201-9062009F7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958FF9-D756-60BC-B66F-86B7A70F23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01F26F-9781-4EC0-A938-D1A87336FB2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5EA2D3-E833-6629-2687-FCE97F5BE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1B7C9E-78EF-F398-B5E1-1875FE434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9B57F8-08A7-4B0D-A141-8D0AAF84B9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8530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23121-800C-7C76-11F7-BE7C81ABB3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Fidelity test deck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6DD6C6D-8D95-EAD8-1208-C2D5FA42F1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Text rendering, generated by PowerPoint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8656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1504AB-8497-72F4-A7B4-FC8A867D7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Bullet levels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F7D1E4-9007-74A2-9689-12032B790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level bullet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1"/>
            <a:r>
              <a:rPr lang="en-US"/>
              <a:t>Second level again</a:t>
            </a:r>
          </a:p>
          <a:p>
            <a:r>
              <a:rPr lang="en-US"/>
              <a:t>First level with a longer text that wraps onto a second line inside the placeholder</a:t>
            </a:r>
          </a:p>
          <a:p>
            <a:r>
              <a:rPr lang="en-US"/>
              <a:t>Final 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410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4E0EA4-7795-B6CC-D4EB-A4CCA33F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Fonts, sizes and styles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B2D35FE-FA63-DA3D-3675-FCACF55F7239}"/>
              </a:ext>
            </a:extLst>
          </p:cNvPr>
          <p:cNvSpPr txBox="1"/>
          <p:nvPr/>
        </p:nvSpPr>
        <p:spPr>
          <a:xfrm>
            <a:off x="508000" y="1651000"/>
            <a:ext cx="1117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000000"/>
                </a:solidFill>
                <a:latin typeface="Calibri" panose="020F0502020204030204" pitchFamily="34" charset="0"/>
              </a:rPr>
              <a:t>Calibri: The quick brown fox jumps over the lazy dog 0123456789</a:t>
            </a:r>
            <a:endParaRPr lang="de-DE" sz="140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EEC63EF-81D4-79CF-4827-30E3F307617A}"/>
              </a:ext>
            </a:extLst>
          </p:cNvPr>
          <p:cNvSpPr txBox="1"/>
          <p:nvPr/>
        </p:nvSpPr>
        <p:spPr>
          <a:xfrm>
            <a:off x="508000" y="2438400"/>
            <a:ext cx="11176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>
                <a:solidFill>
                  <a:srgbClr val="000000"/>
                </a:solidFill>
                <a:latin typeface="Arial" panose="020B0604020202020204" pitchFamily="34" charset="0"/>
              </a:rPr>
              <a:t>Arial: The quick brown fox jumps over the lazy dog 0123456789</a:t>
            </a:r>
            <a:endParaRPr lang="de-DE" sz="17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727E94-DBD3-5B72-2BCE-BD19AAB20CCD}"/>
              </a:ext>
            </a:extLst>
          </p:cNvPr>
          <p:cNvSpPr txBox="1"/>
          <p:nvPr/>
        </p:nvSpPr>
        <p:spPr>
          <a:xfrm>
            <a:off x="508000" y="3225800"/>
            <a:ext cx="11176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i="1">
                <a:solidFill>
                  <a:srgbClr val="000000"/>
                </a:solidFill>
                <a:latin typeface="Times New Roman" panose="02020603050405020304" pitchFamily="18" charset="0"/>
              </a:rPr>
              <a:t>Times New Roman: The quick brown fox jumps over the lazy dog 0123456789</a:t>
            </a:r>
            <a:endParaRPr lang="de-DE" sz="2000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2CB409C-0C10-50B9-03B3-C97B87A4AC92}"/>
              </a:ext>
            </a:extLst>
          </p:cNvPr>
          <p:cNvSpPr txBox="1"/>
          <p:nvPr/>
        </p:nvSpPr>
        <p:spPr>
          <a:xfrm>
            <a:off x="508000" y="4013200"/>
            <a:ext cx="11176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000000"/>
                </a:solidFill>
                <a:latin typeface="Aptos" panose="020B0004020202020204" pitchFamily="34" charset="0"/>
              </a:rPr>
              <a:t>Aptos: The quick brown fox jumps over the lazy dog 0123456789</a:t>
            </a:r>
            <a:endParaRPr lang="de-DE" sz="2300" b="1">
              <a:solidFill>
                <a:srgbClr val="000000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BE20E48-6DF7-CBF9-F702-2FBFD0C88D27}"/>
              </a:ext>
            </a:extLst>
          </p:cNvPr>
          <p:cNvSpPr txBox="1"/>
          <p:nvPr/>
        </p:nvSpPr>
        <p:spPr>
          <a:xfrm>
            <a:off x="508000" y="48006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u="sng">
                <a:solidFill>
                  <a:srgbClr val="000000"/>
                </a:solidFill>
                <a:latin typeface="Segoe UI" panose="020B0502040204020203" pitchFamily="34" charset="0"/>
              </a:rPr>
              <a:t>Segoe UI: The quick brown fox jumps over the lazy dog 0123456789</a:t>
            </a:r>
            <a:endParaRPr lang="de-DE" sz="2600" u="sng">
              <a:solidFill>
                <a:srgbClr val="000000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C6E89B6-9846-317F-4402-3C213E88A8F2}"/>
              </a:ext>
            </a:extLst>
          </p:cNvPr>
          <p:cNvSpPr txBox="1"/>
          <p:nvPr/>
        </p:nvSpPr>
        <p:spPr>
          <a:xfrm>
            <a:off x="508000" y="5588000"/>
            <a:ext cx="11176000" cy="98488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900" b="1" i="1">
                <a:solidFill>
                  <a:srgbClr val="C00000"/>
                </a:solidFill>
                <a:latin typeface="Georgia" panose="02040502050405020303" pitchFamily="18" charset="0"/>
              </a:rPr>
              <a:t>Georgia: The quick brown fox jumps over the lazy dog 0123456789</a:t>
            </a:r>
            <a:endParaRPr lang="de-DE" sz="2900" b="1" i="1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73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76DBAF-A610-62A5-A492-04C6A0CA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Alignment and anchoring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059A95E-19E1-2317-594A-0CC96F5A4B0C}"/>
              </a:ext>
            </a:extLst>
          </p:cNvPr>
          <p:cNvSpPr/>
          <p:nvPr/>
        </p:nvSpPr>
        <p:spPr>
          <a:xfrm>
            <a:off x="508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2B88974-CC73-C2CC-15A5-B36E7EEE1158}"/>
              </a:ext>
            </a:extLst>
          </p:cNvPr>
          <p:cNvSpPr/>
          <p:nvPr/>
        </p:nvSpPr>
        <p:spPr>
          <a:xfrm>
            <a:off x="508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9D8B291-2501-517D-45C6-40B46913DF5D}"/>
              </a:ext>
            </a:extLst>
          </p:cNvPr>
          <p:cNvSpPr/>
          <p:nvPr/>
        </p:nvSpPr>
        <p:spPr>
          <a:xfrm>
            <a:off x="508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DBE3A3-CD9D-F67C-2932-37F52C50B97C}"/>
              </a:ext>
            </a:extLst>
          </p:cNvPr>
          <p:cNvSpPr/>
          <p:nvPr/>
        </p:nvSpPr>
        <p:spPr>
          <a:xfrm>
            <a:off x="3365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E0979B-137E-82F0-4966-1369EB94C736}"/>
              </a:ext>
            </a:extLst>
          </p:cNvPr>
          <p:cNvSpPr/>
          <p:nvPr/>
        </p:nvSpPr>
        <p:spPr>
          <a:xfrm>
            <a:off x="3365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2ACF793-312D-914A-3C47-3A1BB4F3AF47}"/>
              </a:ext>
            </a:extLst>
          </p:cNvPr>
          <p:cNvSpPr/>
          <p:nvPr/>
        </p:nvSpPr>
        <p:spPr>
          <a:xfrm>
            <a:off x="3365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C66F6DE-D76C-64B2-945B-ECEBC1DF3C7E}"/>
              </a:ext>
            </a:extLst>
          </p:cNvPr>
          <p:cNvSpPr/>
          <p:nvPr/>
        </p:nvSpPr>
        <p:spPr>
          <a:xfrm>
            <a:off x="6223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8FBC326-C0F1-DDD8-CF68-D92AFFF079F6}"/>
              </a:ext>
            </a:extLst>
          </p:cNvPr>
          <p:cNvSpPr/>
          <p:nvPr/>
        </p:nvSpPr>
        <p:spPr>
          <a:xfrm>
            <a:off x="6223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FC4B0BD-A532-95FF-BE51-C42A2D478650}"/>
              </a:ext>
            </a:extLst>
          </p:cNvPr>
          <p:cNvSpPr/>
          <p:nvPr/>
        </p:nvSpPr>
        <p:spPr>
          <a:xfrm>
            <a:off x="6223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39DB5DB-EBD6-4B8A-06E6-0FFD3E43B5D3}"/>
              </a:ext>
            </a:extLst>
          </p:cNvPr>
          <p:cNvSpPr/>
          <p:nvPr/>
        </p:nvSpPr>
        <p:spPr>
          <a:xfrm>
            <a:off x="9080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8924068-915D-804B-D80E-2718D2986F9B}"/>
              </a:ext>
            </a:extLst>
          </p:cNvPr>
          <p:cNvSpPr/>
          <p:nvPr/>
        </p:nvSpPr>
        <p:spPr>
          <a:xfrm>
            <a:off x="9080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E7C207C-EF05-A43A-6A21-C0D70FF27875}"/>
              </a:ext>
            </a:extLst>
          </p:cNvPr>
          <p:cNvSpPr/>
          <p:nvPr/>
        </p:nvSpPr>
        <p:spPr>
          <a:xfrm>
            <a:off x="9080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1174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6AB5D8-2BD9-CECB-A27F-07BF2B3D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Autofit: more text than fits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878CC8-2AB8-0228-2B02-3BE5C4137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Point 1: text that makes the placeholder overflow</a:t>
            </a:r>
          </a:p>
          <a:p>
            <a:r>
              <a:rPr lang="en-US"/>
              <a:t>Point 2: text that makes the placeholder overflow</a:t>
            </a:r>
          </a:p>
          <a:p>
            <a:r>
              <a:rPr lang="en-US"/>
              <a:t>Point 3: text that makes the placeholder overflow</a:t>
            </a:r>
          </a:p>
          <a:p>
            <a:r>
              <a:rPr lang="en-US"/>
              <a:t>Point 4: text that makes the placeholder overflow</a:t>
            </a:r>
          </a:p>
          <a:p>
            <a:r>
              <a:rPr lang="en-US"/>
              <a:t>Point 5: text that makes the placeholder overflow</a:t>
            </a:r>
          </a:p>
          <a:p>
            <a:r>
              <a:rPr lang="en-US"/>
              <a:t>Point 6: text that makes the placeholder overflow</a:t>
            </a:r>
          </a:p>
          <a:p>
            <a:r>
              <a:rPr lang="en-US"/>
              <a:t>Point 7: text that makes the placeholder overflow</a:t>
            </a:r>
          </a:p>
          <a:p>
            <a:r>
              <a:rPr lang="en-US"/>
              <a:t>Point 8: text that makes the placeholder overflow</a:t>
            </a:r>
          </a:p>
          <a:p>
            <a:r>
              <a:rPr lang="en-US"/>
              <a:t>Point 9: text that makes the placeholder overflow</a:t>
            </a:r>
          </a:p>
          <a:p>
            <a:r>
              <a:rPr lang="en-US"/>
              <a:t>Point 10: text that makes the placeholder overflow</a:t>
            </a:r>
          </a:p>
          <a:p>
            <a:r>
              <a:rPr lang="en-US"/>
              <a:t>Point 11: text that makes the placeholder overflow</a:t>
            </a:r>
          </a:p>
          <a:p>
            <a:r>
              <a:rPr lang="en-US"/>
              <a:t>Point 12: text that makes the placeholder overflow</a:t>
            </a:r>
          </a:p>
          <a:p>
            <a:r>
              <a:rPr lang="en-US"/>
              <a:t>Point 13: text that makes the placeholder overflow</a:t>
            </a:r>
          </a:p>
          <a:p>
            <a:r>
              <a:rPr lang="en-US"/>
              <a:t>Point 14: text that makes the placeholder overflow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205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Benutzerdefiniert</PresentationFormat>
  <Paragraphs>44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Segoe UI</vt:lpstr>
      <vt:lpstr>Times New Roman</vt:lpstr>
      <vt:lpstr>Office</vt:lpstr>
      <vt:lpstr>Fidelity test deck</vt:lpstr>
      <vt:lpstr>Bullet levels</vt:lpstr>
      <vt:lpstr>Fonts, sizes and styles</vt:lpstr>
      <vt:lpstr>Alignment and anchoring</vt:lpstr>
      <vt:lpstr>Autofit: more text than fits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2026-10-08T09:08:04Z</dcterms:created>
  <dcterms:modified xsi:type="dcterms:W3CDTF">2026-10-08T09:08:04Z</dcterms:modified>
</cp:coreProperties>
</file>