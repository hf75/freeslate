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20916F-BE73-A648-2461-BA7FD001FF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CE93DDB-9A8B-6E8C-C6DB-B1386429DF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2BF1F4-41AD-C218-978F-600542FBC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5EEA2A-B69F-484D-5AAD-B8976F14C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4FB6D4-B39E-CFC2-544C-47D745542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543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8AFDCF-EBB7-5990-EAD6-B8E5AED59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300206-1667-8CD8-D480-6B9C3B2C0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3ED248-C0E3-A2C1-A6B1-ADD0E9E49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C5C4297-33AC-81B3-144F-1CFAE0058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2612737-6A10-B1EE-C8DA-391E8C208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4689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3A9B82-8612-DA5E-2BB9-7F8AE4EB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00096F0-EE37-FDA3-5785-81A8F6A67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CDCFCD-9362-BD9A-6E60-E4E21E764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576C5C-3A45-7EDF-DF76-2863F3C1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F86402-86CB-20E9-6304-8FE13B7CC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0134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86E9E-8CF0-6BC5-0FC0-9640C94C5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BD69BA-6672-F157-6A16-44A76FD536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D8C172-8BDB-FD31-71C0-C8DBC10250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0E0271F-0FF5-FE09-EEA2-685AAB838B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E847B6F-3FC3-7A34-F304-7EC670EDD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9E4F2C4-4FB7-6E62-F1C2-0A07D299B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4182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9E3F8C-432A-BB05-8E6F-6D78DF372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50DC452-3EFA-C65A-68DA-5F0FE438E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0E4AD35-6EA0-156D-29E8-1641D5DFE7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ABFF98F-7167-1DE2-BC3F-28A460919B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F965F8B-E4FE-D008-24EA-3A4F931F56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2848F71-5579-EFA6-7B51-B231A943C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BB09FB7-C1A9-D161-39FC-D738B9791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36E0725-0D35-8C35-BA43-83756DBF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3819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242105-D0D7-28F3-E722-4A352CC26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C22E6EA-0454-FA3A-85D0-A7C3D4730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8663C67-AEE4-4B9B-3513-A042CE45E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83ABA0-4EFB-9745-6DBA-42DA44DB8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8178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377E7B6-76B1-E4E2-E69B-F8CB8275F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AE4852B-9652-28B4-CBF9-E44625A91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0E2EAFB-B197-48FE-31B2-797F91186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7531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BDB180-BE1F-DE14-AFCE-11CDA544C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BBA073-829A-0C41-98F3-DA310614A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B603670-EB1A-2DDA-4208-7395745C76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087A58-AF10-539F-8DE3-1D1D6EA10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4DA6FC-70DA-6905-1067-6E62D8500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048405-5A0D-4093-BE2C-6D712D2F1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9171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3A65D5-A5BB-7089-34EE-38F5766C7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7046263-F25A-63F5-5684-68061B94C83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FF17351-974F-5E97-9377-E69AAB09EF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12C530-DD3E-F3F5-265D-6A5B9EFBA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0A5C65B-2D2B-D1EC-17B9-ABA29C0CF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BF733B-BF89-FD2F-DCF1-DF3A720C2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82232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EC873C-8BE6-3541-96EF-7A8E2712C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D92DDAA-85C5-D20B-E239-978B7E754E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7300A5-2BBC-7E47-0A9E-44E2F51B8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28A738-98F3-2F73-19C7-16E3FBCB2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DBE673-0646-89F4-18ED-F75B8C621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3759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83D202D-517E-8C72-BC4E-2C6751A135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0A3D81D-6D97-F476-48CF-F1CBC184CA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6219022-9DC6-D2CA-B657-B30CA9CA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3A04B2-228E-8B55-5D01-1F9D655AD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E8ADDD-72AB-94DA-5834-CF8FA78A0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082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7A9694-0FCD-7D13-E7EE-3D55A6DDB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5CA8C6-F070-676D-CD90-B40F28B91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8BCF12-96CC-6DAD-64A7-E7607FB4F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209A707-D3F6-6A3D-390C-EA3F8F8C4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97E590-71C3-C17E-954A-42B66BA0F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413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694C1D8-2F53-919F-B3A5-C3BB863AE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569A403-528A-8057-0B87-1C1470CB5E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741C6B-888C-B28E-C33E-22D0CF9F13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5970A2-FCDD-49F9-A648-6CBE47DAE7A9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814ABC-B4BF-BD98-CF42-8BE9B25069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5A88C7-ADF7-B68A-E59C-5D04D85993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764AB-229B-4A83-B043-EB433F5F0E3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8511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350126-7310-5495-7853-82A2290CAF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Fidelity test deck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2EFD5FC-F74D-0008-8DDA-A38D1ACEF2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Text rendering, generated by PowerPoint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7233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1D4348-C583-9958-DADC-DB5C2CF9D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Bullet levels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BBCF804-E7DA-DE4D-1ABE-4C43EC3A2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First level bullet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1"/>
            <a:r>
              <a:rPr lang="en-US"/>
              <a:t>Second level again</a:t>
            </a:r>
          </a:p>
          <a:p>
            <a:r>
              <a:rPr lang="en-US"/>
              <a:t>First level with a longer text that wraps onto a second line inside the placeholder</a:t>
            </a:r>
          </a:p>
          <a:p>
            <a:r>
              <a:rPr lang="en-US"/>
              <a:t>Final point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9178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D733C3-8D65-71FF-3FEA-142C00F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Fonts, sizes and styles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4EDC239-D9BD-A33C-767F-3C6FC89C414D}"/>
              </a:ext>
            </a:extLst>
          </p:cNvPr>
          <p:cNvSpPr txBox="1"/>
          <p:nvPr/>
        </p:nvSpPr>
        <p:spPr>
          <a:xfrm>
            <a:off x="508000" y="1651000"/>
            <a:ext cx="11176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400">
                <a:solidFill>
                  <a:srgbClr val="000000"/>
                </a:solidFill>
                <a:latin typeface="Calibri" panose="020F0502020204030204" pitchFamily="34" charset="0"/>
              </a:rPr>
              <a:t>Calibri: The quick brown fox jumps over the lazy dog 0123456789</a:t>
            </a:r>
            <a:endParaRPr lang="de-DE" sz="140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A0249AD-116E-842D-0CA4-C74276D7FE32}"/>
              </a:ext>
            </a:extLst>
          </p:cNvPr>
          <p:cNvSpPr txBox="1"/>
          <p:nvPr/>
        </p:nvSpPr>
        <p:spPr>
          <a:xfrm>
            <a:off x="508000" y="2438400"/>
            <a:ext cx="11176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700" b="1">
                <a:solidFill>
                  <a:srgbClr val="000000"/>
                </a:solidFill>
                <a:latin typeface="Arial" panose="020B0604020202020204" pitchFamily="34" charset="0"/>
              </a:rPr>
              <a:t>Arial: The quick brown fox jumps over the lazy dog 0123456789</a:t>
            </a:r>
            <a:endParaRPr lang="de-DE" sz="1700" b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99E8447-E472-9B8D-035A-4670AD42B1D3}"/>
              </a:ext>
            </a:extLst>
          </p:cNvPr>
          <p:cNvSpPr txBox="1"/>
          <p:nvPr/>
        </p:nvSpPr>
        <p:spPr>
          <a:xfrm>
            <a:off x="508000" y="3225800"/>
            <a:ext cx="11176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 i="1">
                <a:solidFill>
                  <a:srgbClr val="000000"/>
                </a:solidFill>
                <a:latin typeface="Times New Roman" panose="02020603050405020304" pitchFamily="18" charset="0"/>
              </a:rPr>
              <a:t>Times New Roman: The quick brown fox jumps over the lazy dog 0123456789</a:t>
            </a:r>
            <a:endParaRPr lang="de-DE" sz="2000" i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737C768-BDD0-DB1D-FADB-E8DD14DCA56D}"/>
              </a:ext>
            </a:extLst>
          </p:cNvPr>
          <p:cNvSpPr txBox="1"/>
          <p:nvPr/>
        </p:nvSpPr>
        <p:spPr>
          <a:xfrm>
            <a:off x="508000" y="4013200"/>
            <a:ext cx="111760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300" b="1">
                <a:solidFill>
                  <a:srgbClr val="000000"/>
                </a:solidFill>
                <a:latin typeface="Aptos" panose="020B0004020202020204" pitchFamily="34" charset="0"/>
              </a:rPr>
              <a:t>Aptos: The quick brown fox jumps over the lazy dog 0123456789</a:t>
            </a:r>
            <a:endParaRPr lang="de-DE" sz="2300" b="1">
              <a:solidFill>
                <a:srgbClr val="000000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DE1D5A71-D678-520C-A011-332B1857D7BC}"/>
              </a:ext>
            </a:extLst>
          </p:cNvPr>
          <p:cNvSpPr txBox="1"/>
          <p:nvPr/>
        </p:nvSpPr>
        <p:spPr>
          <a:xfrm>
            <a:off x="508000" y="4800600"/>
            <a:ext cx="11176000" cy="4924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600" u="sng">
                <a:solidFill>
                  <a:srgbClr val="000000"/>
                </a:solidFill>
                <a:latin typeface="Segoe UI" panose="020B0502040204020203" pitchFamily="34" charset="0"/>
              </a:rPr>
              <a:t>Segoe UI: The quick brown fox jumps over the lazy dog 0123456789</a:t>
            </a:r>
            <a:endParaRPr lang="de-DE" sz="2600" u="sng">
              <a:solidFill>
                <a:srgbClr val="000000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A5C0ED5-5E31-0A8B-5EE3-D2DA52C44B26}"/>
              </a:ext>
            </a:extLst>
          </p:cNvPr>
          <p:cNvSpPr txBox="1"/>
          <p:nvPr/>
        </p:nvSpPr>
        <p:spPr>
          <a:xfrm>
            <a:off x="508000" y="5588000"/>
            <a:ext cx="11176000" cy="98488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900" b="1" i="1">
                <a:solidFill>
                  <a:srgbClr val="C00000"/>
                </a:solidFill>
                <a:latin typeface="Georgia" panose="02040502050405020303" pitchFamily="18" charset="0"/>
              </a:rPr>
              <a:t>Georgia: The quick brown fox jumps over the lazy dog 0123456789</a:t>
            </a:r>
            <a:endParaRPr lang="de-DE" sz="2900" b="1" i="1">
              <a:solidFill>
                <a:srgbClr val="C00000"/>
              </a:solidFill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3128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84721E-54E7-D156-D559-D6F9F1AED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Alignment and anchoring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D07F4F7-A589-991C-9CFE-CB3065985796}"/>
              </a:ext>
            </a:extLst>
          </p:cNvPr>
          <p:cNvSpPr/>
          <p:nvPr/>
        </p:nvSpPr>
        <p:spPr>
          <a:xfrm>
            <a:off x="5080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A3207DB-379B-258C-10B0-3E9C956F7831}"/>
              </a:ext>
            </a:extLst>
          </p:cNvPr>
          <p:cNvSpPr/>
          <p:nvPr/>
        </p:nvSpPr>
        <p:spPr>
          <a:xfrm>
            <a:off x="5080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F9FDB77-4503-F0F3-A3C8-DD8ACBB9168D}"/>
              </a:ext>
            </a:extLst>
          </p:cNvPr>
          <p:cNvSpPr/>
          <p:nvPr/>
        </p:nvSpPr>
        <p:spPr>
          <a:xfrm>
            <a:off x="5080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CAF43C8-3935-063B-668E-148AB3200822}"/>
              </a:ext>
            </a:extLst>
          </p:cNvPr>
          <p:cNvSpPr/>
          <p:nvPr/>
        </p:nvSpPr>
        <p:spPr>
          <a:xfrm>
            <a:off x="33655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7B5322A-C2AF-A8AE-5440-8F43B3F76DE3}"/>
              </a:ext>
            </a:extLst>
          </p:cNvPr>
          <p:cNvSpPr/>
          <p:nvPr/>
        </p:nvSpPr>
        <p:spPr>
          <a:xfrm>
            <a:off x="33655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AFC211-4B79-59B0-DFFE-699341144D47}"/>
              </a:ext>
            </a:extLst>
          </p:cNvPr>
          <p:cNvSpPr/>
          <p:nvPr/>
        </p:nvSpPr>
        <p:spPr>
          <a:xfrm>
            <a:off x="33655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B684AA8-2B81-514E-CC9C-14CCA0586EFB}"/>
              </a:ext>
            </a:extLst>
          </p:cNvPr>
          <p:cNvSpPr/>
          <p:nvPr/>
        </p:nvSpPr>
        <p:spPr>
          <a:xfrm>
            <a:off x="62230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A5D6EF0-EC50-51D1-E63F-26802E60EFDF}"/>
              </a:ext>
            </a:extLst>
          </p:cNvPr>
          <p:cNvSpPr/>
          <p:nvPr/>
        </p:nvSpPr>
        <p:spPr>
          <a:xfrm>
            <a:off x="62230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FE2B62E-BB98-56D0-F954-588CBD3B40F4}"/>
              </a:ext>
            </a:extLst>
          </p:cNvPr>
          <p:cNvSpPr/>
          <p:nvPr/>
        </p:nvSpPr>
        <p:spPr>
          <a:xfrm>
            <a:off x="62230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8A0215C-05FA-D06B-A4D2-2CCC513E8299}"/>
              </a:ext>
            </a:extLst>
          </p:cNvPr>
          <p:cNvSpPr/>
          <p:nvPr/>
        </p:nvSpPr>
        <p:spPr>
          <a:xfrm>
            <a:off x="9080500" y="1651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FD62921-0762-D261-613F-9E84AC9CF969}"/>
              </a:ext>
            </a:extLst>
          </p:cNvPr>
          <p:cNvSpPr/>
          <p:nvPr/>
        </p:nvSpPr>
        <p:spPr>
          <a:xfrm>
            <a:off x="9080500" y="3302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1400"/>
              <a:t>Text inside a rectangle, aligned and anchored differently.</a:t>
            </a:r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6F947DD-72EF-E979-2ABC-4AFA457DA0F2}"/>
              </a:ext>
            </a:extLst>
          </p:cNvPr>
          <p:cNvSpPr/>
          <p:nvPr/>
        </p:nvSpPr>
        <p:spPr>
          <a:xfrm>
            <a:off x="9080500" y="4953000"/>
            <a:ext cx="2603500" cy="1460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just"/>
            <a:r>
              <a:rPr lang="en-US" sz="1400"/>
              <a:t>Text inside a rectangle, aligned and anchored differently.</a:t>
            </a:r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1698043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9BDA7-B387-0506-B2F5-3AB0B6851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Autofit: more text than fits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863A2C8-A29C-D452-BD2D-50F775EB1F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Point 1: text that makes the placeholder overflow</a:t>
            </a:r>
          </a:p>
          <a:p>
            <a:r>
              <a:rPr lang="en-US"/>
              <a:t>Point 2: text that makes the placeholder overflow</a:t>
            </a:r>
          </a:p>
          <a:p>
            <a:r>
              <a:rPr lang="en-US"/>
              <a:t>Point 3: text that makes the placeholder overflow</a:t>
            </a:r>
          </a:p>
          <a:p>
            <a:r>
              <a:rPr lang="en-US"/>
              <a:t>Point 4: text that makes the placeholder overflow</a:t>
            </a:r>
          </a:p>
          <a:p>
            <a:r>
              <a:rPr lang="en-US"/>
              <a:t>Point 5: text that makes the placeholder overflow</a:t>
            </a:r>
          </a:p>
          <a:p>
            <a:r>
              <a:rPr lang="en-US"/>
              <a:t>Point 6: text that makes the placeholder overflow</a:t>
            </a:r>
          </a:p>
          <a:p>
            <a:r>
              <a:rPr lang="en-US"/>
              <a:t>Point 7: text that makes the placeholder overflow</a:t>
            </a:r>
          </a:p>
          <a:p>
            <a:r>
              <a:rPr lang="en-US"/>
              <a:t>Point 8: text that makes the placeholder overflow</a:t>
            </a:r>
          </a:p>
          <a:p>
            <a:r>
              <a:rPr lang="en-US"/>
              <a:t>Point 9: text that makes the placeholder overflow</a:t>
            </a:r>
          </a:p>
          <a:p>
            <a:r>
              <a:rPr lang="en-US"/>
              <a:t>Point 10: text that makes the placeholder overflow</a:t>
            </a:r>
          </a:p>
          <a:p>
            <a:r>
              <a:rPr lang="en-US"/>
              <a:t>Point 11: text that makes the placeholder overflow</a:t>
            </a:r>
          </a:p>
          <a:p>
            <a:r>
              <a:rPr lang="en-US"/>
              <a:t>Point 12: text that makes the placeholder overflow</a:t>
            </a:r>
          </a:p>
          <a:p>
            <a:r>
              <a:rPr lang="en-US"/>
              <a:t>Point 13: text that makes the placeholder overflow</a:t>
            </a:r>
          </a:p>
          <a:p>
            <a:r>
              <a:rPr lang="en-US"/>
              <a:t>Point 14: text that makes the placeholder overflow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7150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</Words>
  <Application>Microsoft Office PowerPoint</Application>
  <PresentationFormat>Benutzerdefiniert</PresentationFormat>
  <Paragraphs>44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Georgia</vt:lpstr>
      <vt:lpstr>Segoe UI</vt:lpstr>
      <vt:lpstr>Times New Roman</vt:lpstr>
      <vt:lpstr>Office</vt:lpstr>
      <vt:lpstr>Fidelity test deck</vt:lpstr>
      <vt:lpstr>Bullet levels</vt:lpstr>
      <vt:lpstr>Fonts, sizes and styles</vt:lpstr>
      <vt:lpstr>Alignment and anchoring</vt:lpstr>
      <vt:lpstr>Autofit: more text than fits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2026-10-08T08:23:54Z</dcterms:created>
  <dcterms:modified xsi:type="dcterms:W3CDTF">2026-10-08T08:23:54Z</dcterms:modified>
</cp:coreProperties>
</file>