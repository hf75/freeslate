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8E1931-826F-3EBC-8D04-EF14CB83C5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A60E821-8A78-F304-7D2D-8B60BF02B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ACEE76-4F7B-5F36-85CB-E52378C02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79DB06-CEC2-D3E0-B51F-89E25E910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D86F3FE-6A1E-C7B7-8F65-341366947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746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79183-A790-789E-481F-C03D6C00F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8AD27D-8D1D-225B-09C4-7E5727996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1B226D-4B7D-1BCE-4C1D-C1AC0551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F9A338-AC33-9016-6423-25DA90682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CDCD68-8C34-0876-2F30-DDD2485D4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3672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D2FD8F-E1F8-9662-E20F-A4DD3BE78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E7B3B2-BA6D-DBEC-3BCC-E6DC3A798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808A19-0A26-6CDE-910F-97EB19502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710A30-1BF8-A4DE-C168-F3187D3F0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CDA0D2-84D8-419C-DC89-B7B3670DE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0339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A9F657-828C-8DAF-FC82-736C167B2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4DBD54-EF4C-0A34-6A2C-165D27065A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9A2205-D9E4-5BCB-8117-C16419E098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85FD6C-B0C9-2327-96E0-946DD146C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4A82EF-F71F-ADA9-9034-1C192E295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1AC9DE-A92F-9CCE-87E1-3DFA9EEF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8963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2BDE0E-125F-DAAC-A676-13026D12D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1A6CD19-B739-1EE9-E6C5-983EFBD5C3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E6649AF-17B0-C47B-DCD8-2ABB4758F9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D738F1D-A88C-3083-027D-D2A488F04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A8880AE-1B49-5419-7CFF-83C68C6CB3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BB76072-452E-837B-659E-33378E328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EA62B5E-6D12-FBA0-B392-45042ABF5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D533422-D95D-0B31-0157-B489A582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0836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7C72-F8AD-8023-91A2-71B2E0D0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AE67795-86DF-77CC-A264-DF7EFE685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517AA53-690C-B0E3-18C7-C8BA23470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1E1D11-3624-F87C-ADC0-56B549F63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3281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BC2CC6-118F-C365-C53D-130286356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5B5477F-6F31-C0E0-EBCA-605265ADA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67291F-6D82-7AD1-A71D-07C3100D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7711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651CE-D8A3-AA8F-1EE8-B65CA5987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9973BF-90FD-0D24-1476-33239E3E7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26334F7-9D7B-33F2-ECD0-4B8FA5A2E2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7B4E932-5540-2BF5-7556-19D427E6A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0CBD2D-7180-765F-DCE5-AAA1ACF3F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2864A4-DA7D-2426-4E4B-A54EF5B44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312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485506-4A41-FA3A-94C0-70E950F12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4328359-2A8B-C023-DF99-AD76E09F027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7C3657-026F-1AF1-34A6-EC0C364A6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247D45-63E1-6266-01FD-36B70FFC8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25B8DB7-B67D-6923-E97D-2CB7D9A01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775CE2-DADC-1749-1725-32984EA6D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16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1E2E6B-4751-B1EF-1C1D-75B1ED62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2A6E91D-4268-6C9A-26D4-AA91DAFB7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1929A6-7C97-C00A-A507-CD43BF82E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E47FB3-4D5B-48AD-DD7D-84296234A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1B47F-084B-2016-BDF6-3D6053874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341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91CD1E2-A17B-898B-BABE-F49853083F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244E0BB-E68E-8266-6924-A3C3F8F89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C3F1A5-9BFC-9BAE-DDCF-8F13CBC9E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BF742E-E1B2-19F6-90C4-66F6E59CD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0AD6D0-36EF-C003-262A-0BE1C1918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79396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24FDB6-235D-86E0-778D-2B8935EAC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98381E-7441-88EF-FA88-C354BEC0C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FF8DBFF-0644-EB0D-05DE-351DD114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965408-77D3-4E52-CB89-FB759B2C5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4A71B-514A-5B4E-28F4-47819C511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466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D291F26-678A-E621-B8EA-32678CB2D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C47F5EB-81B9-216E-222B-4AFA58132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DD2D25-0B58-98E7-31DD-F304BBD9D2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F1DE7D-D95E-4F7E-ACE0-C2CB09C0038C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EEA028-EC22-E822-3BA1-F421A0CE06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74E967-6F37-1AEF-BFE7-84CF2EB948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885A8-8839-4915-B7F5-BD5B8285522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257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8D5927-0C37-0DDC-247D-4F005976B5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Fidelity test deck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D84E670-3D0A-F920-7DA7-030C88143E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Text rendering, generated by PowerPoint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24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3A4A9-FE21-936B-CA7F-D59FE3E9F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Bullet levels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527D48-FACE-C341-8982-3B62F984F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level bullet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1"/>
            <a:r>
              <a:rPr lang="en-US"/>
              <a:t>Second level again</a:t>
            </a:r>
          </a:p>
          <a:p>
            <a:r>
              <a:rPr lang="en-US"/>
              <a:t>First level with a longer text that wraps onto a second line inside the placeholder</a:t>
            </a:r>
          </a:p>
          <a:p>
            <a:r>
              <a:rPr lang="en-US"/>
              <a:t>Final point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4170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289B82-21D8-D030-E274-CB46E30B2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Fonts, sizes and styles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8306841-93B6-E799-4D85-32FE2BA1A36A}"/>
              </a:ext>
            </a:extLst>
          </p:cNvPr>
          <p:cNvSpPr txBox="1"/>
          <p:nvPr/>
        </p:nvSpPr>
        <p:spPr>
          <a:xfrm>
            <a:off x="508000" y="1651000"/>
            <a:ext cx="1117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000000"/>
                </a:solidFill>
                <a:latin typeface="Calibri" panose="020F0502020204030204" pitchFamily="34" charset="0"/>
              </a:rPr>
              <a:t>Calibri: The quick brown fox jumps over the lazy dog 0123456789</a:t>
            </a:r>
            <a:endParaRPr lang="de-DE" sz="140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4FD1F8-E0CF-EDC9-58A7-307028FF2FB5}"/>
              </a:ext>
            </a:extLst>
          </p:cNvPr>
          <p:cNvSpPr txBox="1"/>
          <p:nvPr/>
        </p:nvSpPr>
        <p:spPr>
          <a:xfrm>
            <a:off x="508000" y="2438400"/>
            <a:ext cx="11176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>
                <a:solidFill>
                  <a:srgbClr val="000000"/>
                </a:solidFill>
                <a:latin typeface="Arial" panose="020B0604020202020204" pitchFamily="34" charset="0"/>
              </a:rPr>
              <a:t>Arial: The quick brown fox jumps over the lazy dog 0123456789</a:t>
            </a:r>
            <a:endParaRPr lang="de-DE" sz="17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8D6BCDE-5995-A75D-4111-311C1D8941C8}"/>
              </a:ext>
            </a:extLst>
          </p:cNvPr>
          <p:cNvSpPr txBox="1"/>
          <p:nvPr/>
        </p:nvSpPr>
        <p:spPr>
          <a:xfrm>
            <a:off x="508000" y="3225800"/>
            <a:ext cx="11176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 i="1">
                <a:solidFill>
                  <a:srgbClr val="000000"/>
                </a:solidFill>
                <a:latin typeface="Times New Roman" panose="02020603050405020304" pitchFamily="18" charset="0"/>
              </a:rPr>
              <a:t>Times New Roman: The quick brown fox jumps over the lazy dog 0123456789</a:t>
            </a:r>
            <a:endParaRPr lang="de-DE" sz="2000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D8E3B-7A3F-7BDA-C9A8-718D3C076B64}"/>
              </a:ext>
            </a:extLst>
          </p:cNvPr>
          <p:cNvSpPr txBox="1"/>
          <p:nvPr/>
        </p:nvSpPr>
        <p:spPr>
          <a:xfrm>
            <a:off x="508000" y="4013200"/>
            <a:ext cx="11176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000000"/>
                </a:solidFill>
                <a:latin typeface="Aptos" panose="020B0004020202020204" pitchFamily="34" charset="0"/>
              </a:rPr>
              <a:t>Aptos: The quick brown fox jumps over the lazy dog 0123456789</a:t>
            </a:r>
            <a:endParaRPr lang="de-DE" sz="2300" b="1">
              <a:solidFill>
                <a:srgbClr val="000000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58FFF73-C6E8-1129-F098-8B64F9272150}"/>
              </a:ext>
            </a:extLst>
          </p:cNvPr>
          <p:cNvSpPr txBox="1"/>
          <p:nvPr/>
        </p:nvSpPr>
        <p:spPr>
          <a:xfrm>
            <a:off x="508000" y="48006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u="sng">
                <a:solidFill>
                  <a:srgbClr val="000000"/>
                </a:solidFill>
                <a:latin typeface="Segoe UI" panose="020B0502040204020203" pitchFamily="34" charset="0"/>
              </a:rPr>
              <a:t>Segoe UI: The quick brown fox jumps over the lazy dog 0123456789</a:t>
            </a:r>
            <a:endParaRPr lang="de-DE" sz="2600" u="sng">
              <a:solidFill>
                <a:srgbClr val="000000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CEFCE16-7EBD-70E2-6C85-220D18758EF3}"/>
              </a:ext>
            </a:extLst>
          </p:cNvPr>
          <p:cNvSpPr txBox="1"/>
          <p:nvPr/>
        </p:nvSpPr>
        <p:spPr>
          <a:xfrm>
            <a:off x="508000" y="5588000"/>
            <a:ext cx="11176000" cy="98488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900" b="1" i="1">
                <a:solidFill>
                  <a:srgbClr val="C00000"/>
                </a:solidFill>
                <a:latin typeface="Georgia" panose="02040502050405020303" pitchFamily="18" charset="0"/>
              </a:rPr>
              <a:t>Georgia: The quick brown fox jumps over the lazy dog 0123456789</a:t>
            </a:r>
            <a:endParaRPr lang="de-DE" sz="2900" b="1" i="1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172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10E31E-796D-0D26-4E74-7534BCADC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Alignment and anchoring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524043D-FFF6-742E-032E-032F5CF0C168}"/>
              </a:ext>
            </a:extLst>
          </p:cNvPr>
          <p:cNvSpPr/>
          <p:nvPr/>
        </p:nvSpPr>
        <p:spPr>
          <a:xfrm>
            <a:off x="5080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28404CD-76CB-5AF9-BB78-C51BA5395347}"/>
              </a:ext>
            </a:extLst>
          </p:cNvPr>
          <p:cNvSpPr/>
          <p:nvPr/>
        </p:nvSpPr>
        <p:spPr>
          <a:xfrm>
            <a:off x="5080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2A41131-08E7-91E5-2409-EC77935315DC}"/>
              </a:ext>
            </a:extLst>
          </p:cNvPr>
          <p:cNvSpPr/>
          <p:nvPr/>
        </p:nvSpPr>
        <p:spPr>
          <a:xfrm>
            <a:off x="5080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777D43B-2576-125A-8D24-F36707991688}"/>
              </a:ext>
            </a:extLst>
          </p:cNvPr>
          <p:cNvSpPr/>
          <p:nvPr/>
        </p:nvSpPr>
        <p:spPr>
          <a:xfrm>
            <a:off x="33655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F0042D-2285-967A-5375-2EF04EFAF66F}"/>
              </a:ext>
            </a:extLst>
          </p:cNvPr>
          <p:cNvSpPr/>
          <p:nvPr/>
        </p:nvSpPr>
        <p:spPr>
          <a:xfrm>
            <a:off x="33655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7CB3A7-7795-920A-9011-60C8B71C317E}"/>
              </a:ext>
            </a:extLst>
          </p:cNvPr>
          <p:cNvSpPr/>
          <p:nvPr/>
        </p:nvSpPr>
        <p:spPr>
          <a:xfrm>
            <a:off x="33655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8406BB8-F8B8-02E6-664A-54B3DEED69B4}"/>
              </a:ext>
            </a:extLst>
          </p:cNvPr>
          <p:cNvSpPr/>
          <p:nvPr/>
        </p:nvSpPr>
        <p:spPr>
          <a:xfrm>
            <a:off x="62230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5055F90-48CE-71F0-BA52-3AD390A71353}"/>
              </a:ext>
            </a:extLst>
          </p:cNvPr>
          <p:cNvSpPr/>
          <p:nvPr/>
        </p:nvSpPr>
        <p:spPr>
          <a:xfrm>
            <a:off x="62230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69F91F1-2986-2398-6B47-1C9B79428DA9}"/>
              </a:ext>
            </a:extLst>
          </p:cNvPr>
          <p:cNvSpPr/>
          <p:nvPr/>
        </p:nvSpPr>
        <p:spPr>
          <a:xfrm>
            <a:off x="62230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59193E-C6C9-0E1A-3904-EDDD4C0CF43A}"/>
              </a:ext>
            </a:extLst>
          </p:cNvPr>
          <p:cNvSpPr/>
          <p:nvPr/>
        </p:nvSpPr>
        <p:spPr>
          <a:xfrm>
            <a:off x="90805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5B77E81-18CF-E6C7-E98D-EE675B5411AF}"/>
              </a:ext>
            </a:extLst>
          </p:cNvPr>
          <p:cNvSpPr/>
          <p:nvPr/>
        </p:nvSpPr>
        <p:spPr>
          <a:xfrm>
            <a:off x="90805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AAE57BC-9DF2-10D5-3A5B-F79BB6D679EA}"/>
              </a:ext>
            </a:extLst>
          </p:cNvPr>
          <p:cNvSpPr/>
          <p:nvPr/>
        </p:nvSpPr>
        <p:spPr>
          <a:xfrm>
            <a:off x="90805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4144140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81D4AA-0B35-738C-EF90-4409699B2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Autofit: more text than fits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578A5D-1B1D-2630-13E2-1D9268F81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Point 1: text that makes the placeholder overflow</a:t>
            </a:r>
          </a:p>
          <a:p>
            <a:r>
              <a:rPr lang="en-US"/>
              <a:t>Point 2: text that makes the placeholder overflow</a:t>
            </a:r>
          </a:p>
          <a:p>
            <a:r>
              <a:rPr lang="en-US"/>
              <a:t>Point 3: text that makes the placeholder overflow</a:t>
            </a:r>
          </a:p>
          <a:p>
            <a:r>
              <a:rPr lang="en-US"/>
              <a:t>Point 4: text that makes the placeholder overflow</a:t>
            </a:r>
          </a:p>
          <a:p>
            <a:r>
              <a:rPr lang="en-US"/>
              <a:t>Point 5: text that makes the placeholder overflow</a:t>
            </a:r>
          </a:p>
          <a:p>
            <a:r>
              <a:rPr lang="en-US"/>
              <a:t>Point 6: text that makes the placeholder overflow</a:t>
            </a:r>
          </a:p>
          <a:p>
            <a:r>
              <a:rPr lang="en-US"/>
              <a:t>Point 7: text that makes the placeholder overflow</a:t>
            </a:r>
          </a:p>
          <a:p>
            <a:r>
              <a:rPr lang="en-US"/>
              <a:t>Point 8: text that makes the placeholder overflow</a:t>
            </a:r>
          </a:p>
          <a:p>
            <a:r>
              <a:rPr lang="en-US"/>
              <a:t>Point 9: text that makes the placeholder overflow</a:t>
            </a:r>
          </a:p>
          <a:p>
            <a:r>
              <a:rPr lang="en-US"/>
              <a:t>Point 10: text that makes the placeholder overflow</a:t>
            </a:r>
          </a:p>
          <a:p>
            <a:r>
              <a:rPr lang="en-US"/>
              <a:t>Point 11: text that makes the placeholder overflow</a:t>
            </a:r>
          </a:p>
          <a:p>
            <a:r>
              <a:rPr lang="en-US"/>
              <a:t>Point 12: text that makes the placeholder overflow</a:t>
            </a:r>
          </a:p>
          <a:p>
            <a:r>
              <a:rPr lang="en-US"/>
              <a:t>Point 13: text that makes the placeholder overflow</a:t>
            </a:r>
          </a:p>
          <a:p>
            <a:r>
              <a:rPr lang="en-US"/>
              <a:t>Point 14: text that makes the placeholder overflow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040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Benutzerdefiniert</PresentationFormat>
  <Paragraphs>44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Georgia</vt:lpstr>
      <vt:lpstr>Segoe UI</vt:lpstr>
      <vt:lpstr>Times New Roman</vt:lpstr>
      <vt:lpstr>Office</vt:lpstr>
      <vt:lpstr>Fidelity test deck</vt:lpstr>
      <vt:lpstr>Bullet levels</vt:lpstr>
      <vt:lpstr>Fonts, sizes and styles</vt:lpstr>
      <vt:lpstr>Alignment and anchoring</vt:lpstr>
      <vt:lpstr>Autofit: more text than fits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2026-10-08T08:59:33Z</dcterms:created>
  <dcterms:modified xsi:type="dcterms:W3CDTF">2026-10-08T08:59:33Z</dcterms:modified>
</cp:coreProperties>
</file>