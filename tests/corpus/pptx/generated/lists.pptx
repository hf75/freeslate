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ED4B36-8BC6-77ED-6D03-333E2199F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BB74AD-F419-958B-0516-E95AED8F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31B3F9-2652-4723-206D-27D50742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A05655-34A7-206C-681B-05F92B5E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95025F-6FC5-72D0-AE3F-66E3DBEA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90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6287F-F344-A6AC-7C5A-AA73C003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DF3063-6ABC-8675-1627-EBC684CF3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88EC93-EF6A-67AB-4EE1-4F03BB91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D2E792-970A-F4F5-12AF-A7B71508E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0AE29F-7F8D-5E9A-AF9B-A6D59E76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90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A938D-428B-6C01-5900-28DCE9DE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1B2541-8B56-2D84-D448-6364B98D7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947BA9-E323-C37B-9187-92404140E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8A6CE5-4BCD-89CA-8DAD-A5332B6B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8304EA-8C40-E55A-896B-E1D1642A6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847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34A1F-5114-65F3-8CA0-1B10CF437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78C21C-F27B-4538-2055-72E2E8775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5217CC-0137-5FEC-FACD-2E11C0905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C6A93B-CAA8-FF06-72E6-F87505569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7F357F-320F-33ED-A30C-C0CA7C2D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540525-E318-5A92-882B-35843D3A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24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A6AD46-6670-146A-0125-B4C8C8CA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44A851-0DFF-3C4C-5958-FDA726E12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FA603F-8655-C187-C635-86994BF79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B1736E1-DC15-F249-81F5-1B4206AE1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170A3E9-BDE1-C2C1-0E76-C48E4BB4C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38AB93-54B3-58C2-D42F-741B5EB5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F838565-5147-6D60-14A3-D23A5AFE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176AB1F-1DA7-9034-B782-52B28D2C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2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9A1E8E-8E1B-86B9-EAC5-BA33EF7D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BBA16F-7D16-6F06-B5C6-74EDEFF5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5E6AC9-5A1D-3C55-D8F2-79CC9CAC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9EF984-B7FB-AF07-9E6C-EA9D1861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20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562161-6554-E475-A951-A5C63814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D58DB90-D222-1FCE-D0A1-4665D097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46BBA8-A8D8-EC2B-0604-61E5DA4D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690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491AB3-5C57-67B4-518C-72568609E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AC3874-3247-51DB-B34F-4B4A03498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1DB01F-C673-545D-B763-6F2AC0080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7F0BDA-9BB8-C05B-66DA-5B059F573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E6608E-49B8-8B1C-CC9D-B2AB4C7A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F81DC8-B3B4-FAC1-55DD-7D8EA5D6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11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674A72-8E38-9AE0-9FE5-9A25B110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9836BEB-000F-3B42-EC53-21BC55831BE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0648B6-A3F0-3554-5494-471D17422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C85B32-02FD-037A-9923-87534D85B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A0FE47-0B2A-73CC-B28E-A9F1174F8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674B86-6E96-82D8-CC66-8B160AEF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8508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893CA6-1640-D523-E6A2-2157AA50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5053A92-B0D8-407D-D006-9E746C1FE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41B83B-9C2A-8399-3088-78E619C6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982C80-477C-2D61-304E-7041DF59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FA2FAA-B377-019D-3544-9EF14AF1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3028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A8C7E36-A381-F4E4-C7BA-5E71ED3F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96CB8DB-82F9-CB76-CE0F-E81A1410F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1DD405-AA92-8630-409D-35742C4B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DDD83-3E31-9E77-E78E-A2CB7F14E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D0A6C8-05DC-A7EA-C587-0A45993B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5067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9EF0AE-CF53-550B-5678-F64DE686C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AF4C9C-AF66-4234-4959-68EC28802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29090B-9162-16E5-F2FE-F0E9E43EC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E3BB3C-5CE4-05BE-C47C-D004476B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C32665-29DE-B387-270A-091C7E8C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557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3D1F130-F740-3F01-743C-7D2A385AF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253D93-3B21-80E3-ED1B-E16A47021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CFEEE6-8995-1A2E-328F-95003C0E9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1A05A-EDBC-4AEC-B4F7-F6484A3F3E2D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332A9C-872F-F7A0-F953-024111B1C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F211F9-6EE5-0CC8-0BDA-A87F50303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7215E-C46B-4706-B125-7FC80C193E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26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6B1690F-9F72-7DD2-1BA1-63A74B8E2453}"/>
              </a:ext>
            </a:extLst>
          </p:cNvPr>
          <p:cNvSpPr txBox="1"/>
          <p:nvPr/>
        </p:nvSpPr>
        <p:spPr>
          <a:xfrm>
            <a:off x="2540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lphaLcPeriod"/>
            </a:pPr>
            <a:r>
              <a:rPr lang="de-DE">
                <a:latin typeface="Aptos" panose="020B0004020202020204" pitchFamily="34" charset="0"/>
              </a:rPr>
              <a:t>Scheme 0</a:t>
            </a:r>
          </a:p>
          <a:p>
            <a:pPr indent="-342900">
              <a:buAutoNum type="alphaLcPeriod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lphaLcPeriod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7C427B8-6DD5-2F3E-9132-837C6CD22DED}"/>
              </a:ext>
            </a:extLst>
          </p:cNvPr>
          <p:cNvSpPr txBox="1"/>
          <p:nvPr/>
        </p:nvSpPr>
        <p:spPr>
          <a:xfrm>
            <a:off x="2540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lphaUcPeriod" startAt="3"/>
            </a:pPr>
            <a:r>
              <a:rPr lang="de-DE">
                <a:latin typeface="Aptos" panose="020B0004020202020204" pitchFamily="34" charset="0"/>
              </a:rPr>
              <a:t>Scheme 1</a:t>
            </a:r>
          </a:p>
          <a:p>
            <a:pPr indent="-342900">
              <a:buAutoNum type="alphaUc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lphaUc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1C2D115-97D6-5B7B-B338-70611A386368}"/>
              </a:ext>
            </a:extLst>
          </p:cNvPr>
          <p:cNvSpPr txBox="1"/>
          <p:nvPr/>
        </p:nvSpPr>
        <p:spPr>
          <a:xfrm>
            <a:off x="2540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rabicParenR" startAt="3"/>
            </a:pPr>
            <a:r>
              <a:rPr lang="de-DE">
                <a:latin typeface="Aptos" panose="020B0004020202020204" pitchFamily="34" charset="0"/>
              </a:rPr>
              <a:t>Scheme 2</a:t>
            </a:r>
          </a:p>
          <a:p>
            <a:pPr indent="-342900">
              <a:buAutoNum type="arabicParenR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rabicParenR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C2A7DBA-F11F-510A-79F9-E15CE027B017}"/>
              </a:ext>
            </a:extLst>
          </p:cNvPr>
          <p:cNvSpPr txBox="1"/>
          <p:nvPr/>
        </p:nvSpPr>
        <p:spPr>
          <a:xfrm>
            <a:off x="2540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rabicPeriod" startAt="3"/>
            </a:pPr>
            <a:r>
              <a:rPr lang="de-DE">
                <a:latin typeface="Aptos" panose="020B0004020202020204" pitchFamily="34" charset="0"/>
              </a:rPr>
              <a:t>Scheme 3</a:t>
            </a:r>
          </a:p>
          <a:p>
            <a:pPr indent="-342900">
              <a:buAutoNum type="arabic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rabic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0901345-22CA-92D6-E705-BE5EE26C24CE}"/>
              </a:ext>
            </a:extLst>
          </p:cNvPr>
          <p:cNvSpPr txBox="1"/>
          <p:nvPr/>
        </p:nvSpPr>
        <p:spPr>
          <a:xfrm>
            <a:off x="32385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7150" indent="-400050">
              <a:buAutoNum type="romanLcParenBoth" startAt="3"/>
            </a:pPr>
            <a:r>
              <a:rPr lang="de-DE">
                <a:latin typeface="Aptos" panose="020B0004020202020204" pitchFamily="34" charset="0"/>
              </a:rPr>
              <a:t>Scheme 4</a:t>
            </a:r>
          </a:p>
          <a:p>
            <a:pPr marL="57150" indent="-400050">
              <a:buAutoNum type="romanLcParenBoth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marL="57150" indent="-400050">
              <a:buAutoNum type="romanLcParenBoth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F14D8C9-CBCD-B56C-0189-AF411A51B25E}"/>
              </a:ext>
            </a:extLst>
          </p:cNvPr>
          <p:cNvSpPr txBox="1"/>
          <p:nvPr/>
        </p:nvSpPr>
        <p:spPr>
          <a:xfrm>
            <a:off x="32385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7150" indent="-400050">
              <a:buAutoNum type="romanLcParenR" startAt="3"/>
            </a:pPr>
            <a:r>
              <a:rPr lang="de-DE">
                <a:latin typeface="Aptos" panose="020B0004020202020204" pitchFamily="34" charset="0"/>
              </a:rPr>
              <a:t>Scheme 5</a:t>
            </a:r>
          </a:p>
          <a:p>
            <a:pPr marL="57150" indent="-400050">
              <a:buAutoNum type="romanLcParenR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marL="57150" indent="-400050">
              <a:buAutoNum type="romanLcParenR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E4F4BDB-36DE-36C9-5389-6060C3010B39}"/>
              </a:ext>
            </a:extLst>
          </p:cNvPr>
          <p:cNvSpPr txBox="1"/>
          <p:nvPr/>
        </p:nvSpPr>
        <p:spPr>
          <a:xfrm>
            <a:off x="32385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7150" indent="-400050">
              <a:buAutoNum type="romanLcPeriod" startAt="3"/>
            </a:pPr>
            <a:r>
              <a:rPr lang="de-DE">
                <a:latin typeface="Aptos" panose="020B0004020202020204" pitchFamily="34" charset="0"/>
              </a:rPr>
              <a:t>Scheme 6</a:t>
            </a:r>
          </a:p>
          <a:p>
            <a:pPr marL="57150" indent="-400050">
              <a:buAutoNum type="romanLc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marL="57150" indent="-400050">
              <a:buAutoNum type="romanLc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62352E0-A418-2E33-6170-2CB9EA2502AD}"/>
              </a:ext>
            </a:extLst>
          </p:cNvPr>
          <p:cNvSpPr txBox="1"/>
          <p:nvPr/>
        </p:nvSpPr>
        <p:spPr>
          <a:xfrm>
            <a:off x="32385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7150" indent="-400050">
              <a:buAutoNum type="romanUcPeriod" startAt="3"/>
            </a:pPr>
            <a:r>
              <a:rPr lang="de-DE">
                <a:latin typeface="Aptos" panose="020B0004020202020204" pitchFamily="34" charset="0"/>
              </a:rPr>
              <a:t>Scheme 7</a:t>
            </a:r>
          </a:p>
          <a:p>
            <a:pPr marL="57150" indent="-400050">
              <a:buAutoNum type="romanUc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marL="57150" indent="-400050">
              <a:buAutoNum type="romanUc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AB9C822-0DD4-AA5B-AE91-9A4DC166AD80}"/>
              </a:ext>
            </a:extLst>
          </p:cNvPr>
          <p:cNvSpPr txBox="1"/>
          <p:nvPr/>
        </p:nvSpPr>
        <p:spPr>
          <a:xfrm>
            <a:off x="62230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lphaLcParenBoth" startAt="3"/>
            </a:pPr>
            <a:r>
              <a:rPr lang="de-DE">
                <a:latin typeface="Aptos" panose="020B0004020202020204" pitchFamily="34" charset="0"/>
              </a:rPr>
              <a:t>Scheme 8</a:t>
            </a:r>
          </a:p>
          <a:p>
            <a:pPr indent="-342900">
              <a:buAutoNum type="alphaLcParenBoth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lphaLcParenBoth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C1191A0-77CD-1389-9585-6EF28F118B18}"/>
              </a:ext>
            </a:extLst>
          </p:cNvPr>
          <p:cNvSpPr txBox="1"/>
          <p:nvPr/>
        </p:nvSpPr>
        <p:spPr>
          <a:xfrm>
            <a:off x="62230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lphaLcParenR" startAt="3"/>
            </a:pPr>
            <a:r>
              <a:rPr lang="de-DE">
                <a:latin typeface="Aptos" panose="020B0004020202020204" pitchFamily="34" charset="0"/>
              </a:rPr>
              <a:t>Scheme 9</a:t>
            </a:r>
          </a:p>
          <a:p>
            <a:pPr indent="-342900">
              <a:buAutoNum type="alphaLcParenR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lphaLcParenR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494D9F9-8478-3E91-A71D-FD2201E8BA86}"/>
              </a:ext>
            </a:extLst>
          </p:cNvPr>
          <p:cNvSpPr txBox="1"/>
          <p:nvPr/>
        </p:nvSpPr>
        <p:spPr>
          <a:xfrm>
            <a:off x="62230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lphaUcParenBoth" startAt="3"/>
            </a:pPr>
            <a:r>
              <a:rPr lang="de-DE">
                <a:latin typeface="Aptos" panose="020B0004020202020204" pitchFamily="34" charset="0"/>
              </a:rPr>
              <a:t>Scheme 10</a:t>
            </a:r>
          </a:p>
          <a:p>
            <a:pPr indent="-342900">
              <a:buAutoNum type="alphaUcParenBoth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lphaUcParenBoth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B68D2C2-8458-4B90-C946-5C97B069313D}"/>
              </a:ext>
            </a:extLst>
          </p:cNvPr>
          <p:cNvSpPr txBox="1"/>
          <p:nvPr/>
        </p:nvSpPr>
        <p:spPr>
          <a:xfrm>
            <a:off x="62230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lphaUcParenR" startAt="3"/>
            </a:pPr>
            <a:r>
              <a:rPr lang="de-DE">
                <a:latin typeface="Aptos" panose="020B0004020202020204" pitchFamily="34" charset="0"/>
              </a:rPr>
              <a:t>Scheme 11</a:t>
            </a:r>
          </a:p>
          <a:p>
            <a:pPr indent="-342900">
              <a:buAutoNum type="alphaUcParenR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lphaUcParenR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74EE0ED-252A-E2AE-BBBC-A864F19AD787}"/>
              </a:ext>
            </a:extLst>
          </p:cNvPr>
          <p:cNvSpPr txBox="1"/>
          <p:nvPr/>
        </p:nvSpPr>
        <p:spPr>
          <a:xfrm>
            <a:off x="92075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rabicParenBoth" startAt="3"/>
            </a:pPr>
            <a:r>
              <a:rPr lang="de-DE">
                <a:latin typeface="Aptos" panose="020B0004020202020204" pitchFamily="34" charset="0"/>
              </a:rPr>
              <a:t>Scheme 12</a:t>
            </a:r>
          </a:p>
          <a:p>
            <a:pPr indent="-342900">
              <a:buAutoNum type="arabicParenBoth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rabicParenBoth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E435C4E-C76B-C0D1-F9AE-BCA4096EFA53}"/>
              </a:ext>
            </a:extLst>
          </p:cNvPr>
          <p:cNvSpPr txBox="1"/>
          <p:nvPr/>
        </p:nvSpPr>
        <p:spPr>
          <a:xfrm>
            <a:off x="92075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rabicPlain" startAt="3"/>
            </a:pPr>
            <a:r>
              <a:rPr lang="de-DE">
                <a:latin typeface="Aptos" panose="020B0004020202020204" pitchFamily="34" charset="0"/>
              </a:rPr>
              <a:t>Scheme 13</a:t>
            </a:r>
          </a:p>
          <a:p>
            <a:pPr indent="-342900">
              <a:buAutoNum type="arabicPlain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rabicPlain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66577C6-F905-1A3B-ED42-0B49461E999A}"/>
              </a:ext>
            </a:extLst>
          </p:cNvPr>
          <p:cNvSpPr txBox="1"/>
          <p:nvPr/>
        </p:nvSpPr>
        <p:spPr>
          <a:xfrm>
            <a:off x="92075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7150" indent="-400050">
              <a:buAutoNum type="romanUcParenBoth" startAt="3"/>
            </a:pPr>
            <a:r>
              <a:rPr lang="de-DE">
                <a:latin typeface="Aptos" panose="020B0004020202020204" pitchFamily="34" charset="0"/>
              </a:rPr>
              <a:t>Scheme 14</a:t>
            </a:r>
          </a:p>
          <a:p>
            <a:pPr marL="57150" indent="-400050">
              <a:buAutoNum type="romanUcParenBoth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marL="57150" indent="-400050">
              <a:buAutoNum type="romanUcParenBoth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235E52D-7A96-D5F2-8AFB-7BEA6B012707}"/>
              </a:ext>
            </a:extLst>
          </p:cNvPr>
          <p:cNvSpPr txBox="1"/>
          <p:nvPr/>
        </p:nvSpPr>
        <p:spPr>
          <a:xfrm>
            <a:off x="92075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7150" indent="-400050">
              <a:buAutoNum type="romanUcParenR" startAt="3"/>
            </a:pPr>
            <a:r>
              <a:rPr lang="de-DE">
                <a:latin typeface="Aptos" panose="020B0004020202020204" pitchFamily="34" charset="0"/>
              </a:rPr>
              <a:t>Scheme 15</a:t>
            </a:r>
          </a:p>
          <a:p>
            <a:pPr marL="57150" indent="-400050">
              <a:buAutoNum type="romanUcParenR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marL="57150" indent="-400050">
              <a:buAutoNum type="romanUcParenR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</p:spTree>
    <p:extLst>
      <p:ext uri="{BB962C8B-B14F-4D97-AF65-F5344CB8AC3E}">
        <p14:creationId xmlns:p14="http://schemas.microsoft.com/office/powerpoint/2010/main" val="14483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ECA2575-C5EB-D6A4-05C3-1D8E054532F6}"/>
              </a:ext>
            </a:extLst>
          </p:cNvPr>
          <p:cNvSpPr txBox="1"/>
          <p:nvPr/>
        </p:nvSpPr>
        <p:spPr>
          <a:xfrm>
            <a:off x="2540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ea1ChsPlain" startAt="3"/>
            </a:pPr>
            <a:r>
              <a:rPr lang="de-DE">
                <a:latin typeface="Aptos" panose="020B0004020202020204" pitchFamily="34" charset="0"/>
              </a:rPr>
              <a:t>Scheme 16</a:t>
            </a:r>
          </a:p>
          <a:p>
            <a:pPr indent="-342900">
              <a:buAutoNum type="ea1ChsPlain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ea1ChsPlain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FD12B7E-89E6-D8D1-CD13-E61955C045DE}"/>
              </a:ext>
            </a:extLst>
          </p:cNvPr>
          <p:cNvSpPr txBox="1"/>
          <p:nvPr/>
        </p:nvSpPr>
        <p:spPr>
          <a:xfrm>
            <a:off x="2540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ea1ChsPeriod" startAt="3"/>
            </a:pPr>
            <a:r>
              <a:rPr lang="de-DE">
                <a:latin typeface="Aptos" panose="020B0004020202020204" pitchFamily="34" charset="0"/>
              </a:rPr>
              <a:t>Scheme 17</a:t>
            </a:r>
          </a:p>
          <a:p>
            <a:pPr indent="-342900">
              <a:buAutoNum type="ea1Chs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ea1Chs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C891F58-D637-E206-3BAF-858118B5D77A}"/>
              </a:ext>
            </a:extLst>
          </p:cNvPr>
          <p:cNvSpPr txBox="1"/>
          <p:nvPr/>
        </p:nvSpPr>
        <p:spPr>
          <a:xfrm>
            <a:off x="2540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circleNumDbPlain" startAt="3"/>
            </a:pPr>
            <a:r>
              <a:rPr lang="de-DE">
                <a:latin typeface="Aptos" panose="020B0004020202020204" pitchFamily="34" charset="0"/>
              </a:rPr>
              <a:t>Scheme 18</a:t>
            </a:r>
          </a:p>
          <a:p>
            <a:pPr indent="-342900">
              <a:buAutoNum type="circleNumDbPlain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circleNumDbPlain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5D98BD1-D757-5EF3-64C8-10C178F1F989}"/>
              </a:ext>
            </a:extLst>
          </p:cNvPr>
          <p:cNvSpPr txBox="1"/>
          <p:nvPr/>
        </p:nvSpPr>
        <p:spPr>
          <a:xfrm>
            <a:off x="2540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circleNumWdWhitePlain" startAt="3"/>
            </a:pPr>
            <a:r>
              <a:rPr lang="de-DE">
                <a:latin typeface="Aptos" panose="020B0004020202020204" pitchFamily="34" charset="0"/>
              </a:rPr>
              <a:t>Scheme 19</a:t>
            </a:r>
          </a:p>
          <a:p>
            <a:pPr indent="-342900">
              <a:buAutoNum type="circleNumWdWhitePlain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circleNumWdWhitePlain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9F90B7D-180B-069B-95E2-233328DE9592}"/>
              </a:ext>
            </a:extLst>
          </p:cNvPr>
          <p:cNvSpPr txBox="1"/>
          <p:nvPr/>
        </p:nvSpPr>
        <p:spPr>
          <a:xfrm>
            <a:off x="32385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circleNumWdBlackPlain" startAt="3"/>
            </a:pPr>
            <a:r>
              <a:rPr lang="de-DE">
                <a:latin typeface="Aptos" panose="020B0004020202020204" pitchFamily="34" charset="0"/>
              </a:rPr>
              <a:t>Scheme 20</a:t>
            </a:r>
          </a:p>
          <a:p>
            <a:pPr indent="-342900">
              <a:buAutoNum type="circleNumWdBlackPlain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circleNumWdBlackPlain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9157EB1-987F-3168-72D8-5EED01C568F6}"/>
              </a:ext>
            </a:extLst>
          </p:cNvPr>
          <p:cNvSpPr txBox="1"/>
          <p:nvPr/>
        </p:nvSpPr>
        <p:spPr>
          <a:xfrm>
            <a:off x="32385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ea1ChtPlain" startAt="3"/>
            </a:pPr>
            <a:r>
              <a:rPr lang="de-DE">
                <a:latin typeface="Aptos" panose="020B0004020202020204" pitchFamily="34" charset="0"/>
              </a:rPr>
              <a:t>Scheme 21</a:t>
            </a:r>
          </a:p>
          <a:p>
            <a:pPr indent="-342900">
              <a:buAutoNum type="ea1ChtPlain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ea1ChtPlain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299E56E-42B6-A39B-880A-76A676D437E5}"/>
              </a:ext>
            </a:extLst>
          </p:cNvPr>
          <p:cNvSpPr txBox="1"/>
          <p:nvPr/>
        </p:nvSpPr>
        <p:spPr>
          <a:xfrm>
            <a:off x="32385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ea1ChtPeriod" startAt="3"/>
            </a:pPr>
            <a:r>
              <a:rPr lang="de-DE">
                <a:latin typeface="Aptos" panose="020B0004020202020204" pitchFamily="34" charset="0"/>
              </a:rPr>
              <a:t>Scheme 22</a:t>
            </a:r>
          </a:p>
          <a:p>
            <a:pPr indent="-342900">
              <a:buAutoNum type="ea1Cht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ea1Cht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37861B3-EF5A-99B9-0CE4-99BEDE5E351B}"/>
              </a:ext>
            </a:extLst>
          </p:cNvPr>
          <p:cNvSpPr txBox="1"/>
          <p:nvPr/>
        </p:nvSpPr>
        <p:spPr>
          <a:xfrm>
            <a:off x="32385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rabic2Minus" startAt="3"/>
            </a:pPr>
            <a:r>
              <a:rPr lang="de-DE">
                <a:latin typeface="Aptos" panose="020B0004020202020204" pitchFamily="34" charset="0"/>
              </a:rPr>
              <a:t>Scheme 23</a:t>
            </a:r>
          </a:p>
          <a:p>
            <a:pPr indent="-342900">
              <a:buAutoNum type="arabic2Minus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rabic2Minus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0F2FFAC-818A-62BD-014A-690A824C7FB4}"/>
              </a:ext>
            </a:extLst>
          </p:cNvPr>
          <p:cNvSpPr txBox="1"/>
          <p:nvPr/>
        </p:nvSpPr>
        <p:spPr>
          <a:xfrm>
            <a:off x="62230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rabic1Minus" startAt="3"/>
            </a:pPr>
            <a:r>
              <a:rPr lang="de-DE">
                <a:latin typeface="Aptos" panose="020B0004020202020204" pitchFamily="34" charset="0"/>
              </a:rPr>
              <a:t>Scheme 24</a:t>
            </a:r>
          </a:p>
          <a:p>
            <a:pPr indent="-342900">
              <a:buAutoNum type="arabic1Minus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rabic1Minus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F75F8AE-3BA8-A543-44C2-5F21D7A5029B}"/>
              </a:ext>
            </a:extLst>
          </p:cNvPr>
          <p:cNvSpPr txBox="1"/>
          <p:nvPr/>
        </p:nvSpPr>
        <p:spPr>
          <a:xfrm>
            <a:off x="62230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hebrew2Minus" startAt="3"/>
            </a:pPr>
            <a:r>
              <a:rPr lang="de-DE">
                <a:latin typeface="Aptos" panose="020B0004020202020204" pitchFamily="34" charset="0"/>
              </a:rPr>
              <a:t>Scheme 25</a:t>
            </a:r>
          </a:p>
          <a:p>
            <a:pPr indent="-342900">
              <a:buAutoNum type="hebrew2Minus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hebrew2Minus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CB665FC-7736-8D99-0F69-F681F7E3A91C}"/>
              </a:ext>
            </a:extLst>
          </p:cNvPr>
          <p:cNvSpPr txBox="1"/>
          <p:nvPr/>
        </p:nvSpPr>
        <p:spPr>
          <a:xfrm>
            <a:off x="62230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ea1JpnKorPlain" startAt="3"/>
            </a:pPr>
            <a:r>
              <a:rPr lang="de-DE">
                <a:latin typeface="Aptos" panose="020B0004020202020204" pitchFamily="34" charset="0"/>
              </a:rPr>
              <a:t>Scheme 26</a:t>
            </a:r>
          </a:p>
          <a:p>
            <a:pPr indent="-342900">
              <a:buAutoNum type="ea1JpnKorPlain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ea1JpnKorPlain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6B22838-C83D-A3DC-0BAD-4E9FFAB9D8C3}"/>
              </a:ext>
            </a:extLst>
          </p:cNvPr>
          <p:cNvSpPr txBox="1"/>
          <p:nvPr/>
        </p:nvSpPr>
        <p:spPr>
          <a:xfrm>
            <a:off x="62230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ea1JpnKorPeriod" startAt="3"/>
            </a:pPr>
            <a:r>
              <a:rPr lang="de-DE">
                <a:latin typeface="Aptos" panose="020B0004020202020204" pitchFamily="34" charset="0"/>
              </a:rPr>
              <a:t>Scheme 27</a:t>
            </a:r>
          </a:p>
          <a:p>
            <a:pPr indent="-342900">
              <a:buAutoNum type="ea1JpnKor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ea1JpnKor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E624983-7867-AFB8-5ECC-40E1A9F90CF5}"/>
              </a:ext>
            </a:extLst>
          </p:cNvPr>
          <p:cNvSpPr txBox="1"/>
          <p:nvPr/>
        </p:nvSpPr>
        <p:spPr>
          <a:xfrm>
            <a:off x="92075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rabicDbPlain" startAt="3"/>
            </a:pPr>
            <a:r>
              <a:rPr lang="de-DE">
                <a:latin typeface="Aptos" panose="020B0004020202020204" pitchFamily="34" charset="0"/>
              </a:rPr>
              <a:t>Scheme 28</a:t>
            </a:r>
          </a:p>
          <a:p>
            <a:pPr indent="-342900">
              <a:buAutoNum type="arabicDbPlain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rabicDbPlain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BDECA33-920D-08F5-7BEE-ACB004090885}"/>
              </a:ext>
            </a:extLst>
          </p:cNvPr>
          <p:cNvSpPr txBox="1"/>
          <p:nvPr/>
        </p:nvSpPr>
        <p:spPr>
          <a:xfrm>
            <a:off x="92075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rabicDbPeriod" startAt="3"/>
            </a:pPr>
            <a:r>
              <a:rPr lang="de-DE">
                <a:latin typeface="Aptos" panose="020B0004020202020204" pitchFamily="34" charset="0"/>
              </a:rPr>
              <a:t>Scheme 29</a:t>
            </a:r>
          </a:p>
          <a:p>
            <a:pPr indent="-342900">
              <a:buAutoNum type="arabicDb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arabicDb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4EA221E-715D-47F0-786F-239EBAA5A197}"/>
              </a:ext>
            </a:extLst>
          </p:cNvPr>
          <p:cNvSpPr txBox="1"/>
          <p:nvPr/>
        </p:nvSpPr>
        <p:spPr>
          <a:xfrm>
            <a:off x="92075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thaiAlphaPeriod" startAt="3"/>
            </a:pPr>
            <a:r>
              <a:rPr lang="de-DE">
                <a:latin typeface="Aptos" panose="020B0004020202020204" pitchFamily="34" charset="0"/>
              </a:rPr>
              <a:t>Scheme 30</a:t>
            </a:r>
          </a:p>
          <a:p>
            <a:pPr indent="-342900">
              <a:buAutoNum type="thaiAlpha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thaiAlpha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F93DE1B-F8FC-05B0-ED8A-FD574FFF9E35}"/>
              </a:ext>
            </a:extLst>
          </p:cNvPr>
          <p:cNvSpPr txBox="1"/>
          <p:nvPr/>
        </p:nvSpPr>
        <p:spPr>
          <a:xfrm>
            <a:off x="92075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thaiAlphaParenR" startAt="3"/>
            </a:pPr>
            <a:r>
              <a:rPr lang="de-DE">
                <a:latin typeface="Aptos" panose="020B0004020202020204" pitchFamily="34" charset="0"/>
              </a:rPr>
              <a:t>Scheme 31</a:t>
            </a:r>
          </a:p>
          <a:p>
            <a:pPr indent="-342900">
              <a:buAutoNum type="thaiAlphaParenR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thaiAlphaParenR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</p:spTree>
    <p:extLst>
      <p:ext uri="{BB962C8B-B14F-4D97-AF65-F5344CB8AC3E}">
        <p14:creationId xmlns:p14="http://schemas.microsoft.com/office/powerpoint/2010/main" val="226702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EF7EF46-A723-5E28-6BDE-1F007D39FA12}"/>
              </a:ext>
            </a:extLst>
          </p:cNvPr>
          <p:cNvSpPr txBox="1"/>
          <p:nvPr/>
        </p:nvSpPr>
        <p:spPr>
          <a:xfrm>
            <a:off x="2540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thaiAlphaParenBoth" startAt="3"/>
            </a:pPr>
            <a:r>
              <a:rPr lang="de-DE">
                <a:latin typeface="Aptos" panose="020B0004020202020204" pitchFamily="34" charset="0"/>
              </a:rPr>
              <a:t>Scheme 32</a:t>
            </a:r>
          </a:p>
          <a:p>
            <a:pPr indent="-342900">
              <a:buAutoNum type="thaiAlphaParenBoth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thaiAlphaParenBoth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647015F-83E7-1D19-FFAB-6DE7E8CA8F44}"/>
              </a:ext>
            </a:extLst>
          </p:cNvPr>
          <p:cNvSpPr txBox="1"/>
          <p:nvPr/>
        </p:nvSpPr>
        <p:spPr>
          <a:xfrm>
            <a:off x="2540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thaiNumPeriod" startAt="3"/>
            </a:pPr>
            <a:r>
              <a:rPr lang="de-DE">
                <a:latin typeface="Aptos" panose="020B0004020202020204" pitchFamily="34" charset="0"/>
              </a:rPr>
              <a:t>Scheme 33</a:t>
            </a:r>
          </a:p>
          <a:p>
            <a:pPr indent="-342900">
              <a:buAutoNum type="thaiNum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thaiNum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807CE03-B103-06F8-1D16-FF589BA70E2E}"/>
              </a:ext>
            </a:extLst>
          </p:cNvPr>
          <p:cNvSpPr txBox="1"/>
          <p:nvPr/>
        </p:nvSpPr>
        <p:spPr>
          <a:xfrm>
            <a:off x="2540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thaiNumParenR" startAt="3"/>
            </a:pPr>
            <a:r>
              <a:rPr lang="de-DE">
                <a:latin typeface="Aptos" panose="020B0004020202020204" pitchFamily="34" charset="0"/>
              </a:rPr>
              <a:t>Scheme 34</a:t>
            </a:r>
          </a:p>
          <a:p>
            <a:pPr indent="-342900">
              <a:buAutoNum type="thaiNumParenR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thaiNumParenR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7ABD94A-3C4A-1F18-F274-78762F429F6E}"/>
              </a:ext>
            </a:extLst>
          </p:cNvPr>
          <p:cNvSpPr txBox="1"/>
          <p:nvPr/>
        </p:nvSpPr>
        <p:spPr>
          <a:xfrm>
            <a:off x="2540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thaiNumParenBoth" startAt="3"/>
            </a:pPr>
            <a:r>
              <a:rPr lang="de-DE">
                <a:latin typeface="Aptos" panose="020B0004020202020204" pitchFamily="34" charset="0"/>
              </a:rPr>
              <a:t>Scheme 35</a:t>
            </a:r>
          </a:p>
          <a:p>
            <a:pPr indent="-342900">
              <a:buAutoNum type="thaiNumParenBoth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thaiNumParenBoth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80B9590-7174-58CF-F80C-81949F575346}"/>
              </a:ext>
            </a:extLst>
          </p:cNvPr>
          <p:cNvSpPr txBox="1"/>
          <p:nvPr/>
        </p:nvSpPr>
        <p:spPr>
          <a:xfrm>
            <a:off x="32385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hindiAlphaPeriod" startAt="3"/>
            </a:pPr>
            <a:r>
              <a:rPr lang="de-DE">
                <a:latin typeface="Aptos" panose="020B0004020202020204" pitchFamily="34" charset="0"/>
              </a:rPr>
              <a:t>Scheme 36</a:t>
            </a:r>
          </a:p>
          <a:p>
            <a:pPr indent="-342900">
              <a:buAutoNum type="hindiAlpha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hindiAlpha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5B7D2FA-B087-4170-1740-792724DE54F2}"/>
              </a:ext>
            </a:extLst>
          </p:cNvPr>
          <p:cNvSpPr txBox="1"/>
          <p:nvPr/>
        </p:nvSpPr>
        <p:spPr>
          <a:xfrm>
            <a:off x="3238500" y="18796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hindiNumPeriod" startAt="3"/>
            </a:pPr>
            <a:r>
              <a:rPr lang="de-DE">
                <a:latin typeface="Aptos" panose="020B0004020202020204" pitchFamily="34" charset="0"/>
              </a:rPr>
              <a:t>Scheme 37</a:t>
            </a:r>
          </a:p>
          <a:p>
            <a:pPr indent="-342900">
              <a:buAutoNum type="hindiNum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hindiNum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169941A-ADC3-A3A8-D36C-89DADA255B0B}"/>
              </a:ext>
            </a:extLst>
          </p:cNvPr>
          <p:cNvSpPr txBox="1"/>
          <p:nvPr/>
        </p:nvSpPr>
        <p:spPr>
          <a:xfrm>
            <a:off x="3238500" y="35052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7150" indent="-400050">
              <a:buAutoNum type="ea1JpnChsDbPeriod" startAt="3"/>
            </a:pPr>
            <a:r>
              <a:rPr lang="de-DE">
                <a:latin typeface="Aptos" panose="020B0004020202020204" pitchFamily="34" charset="0"/>
              </a:rPr>
              <a:t>Scheme 38</a:t>
            </a:r>
          </a:p>
          <a:p>
            <a:pPr marL="57150" indent="-400050">
              <a:buAutoNum type="ea1JpnChsDb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marL="57150" indent="-400050">
              <a:buAutoNum type="ea1JpnChsDb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0454C6-F29C-4634-CD3B-C0BA2772B4D2}"/>
              </a:ext>
            </a:extLst>
          </p:cNvPr>
          <p:cNvSpPr txBox="1"/>
          <p:nvPr/>
        </p:nvSpPr>
        <p:spPr>
          <a:xfrm>
            <a:off x="3238500" y="51308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hindiNumParenR" startAt="3"/>
            </a:pPr>
            <a:r>
              <a:rPr lang="de-DE">
                <a:latin typeface="Aptos" panose="020B0004020202020204" pitchFamily="34" charset="0"/>
              </a:rPr>
              <a:t>Scheme 39</a:t>
            </a:r>
          </a:p>
          <a:p>
            <a:pPr indent="-342900">
              <a:buAutoNum type="hindiNumParenR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hindiNumParenR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F9A92CF-1175-EE3B-2295-F2C3EB1BCB12}"/>
              </a:ext>
            </a:extLst>
          </p:cNvPr>
          <p:cNvSpPr txBox="1"/>
          <p:nvPr/>
        </p:nvSpPr>
        <p:spPr>
          <a:xfrm>
            <a:off x="6223000" y="254000"/>
            <a:ext cx="28575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hindiAlpha1Period" startAt="3"/>
            </a:pPr>
            <a:r>
              <a:rPr lang="de-DE">
                <a:latin typeface="Aptos" panose="020B0004020202020204" pitchFamily="34" charset="0"/>
              </a:rPr>
              <a:t>Scheme 40</a:t>
            </a:r>
          </a:p>
          <a:p>
            <a:pPr indent="-342900">
              <a:buAutoNum type="hindiAlpha1Period" startAt="3"/>
            </a:pPr>
            <a:r>
              <a:rPr lang="de-DE">
                <a:latin typeface="Aptos" panose="020B0004020202020204" pitchFamily="34" charset="0"/>
              </a:rPr>
              <a:t>Second</a:t>
            </a:r>
          </a:p>
          <a:p>
            <a:pPr indent="-342900">
              <a:buAutoNum type="hindiAlpha1Period" startAt="3"/>
            </a:pPr>
            <a:r>
              <a:rPr lang="de-DE">
                <a:latin typeface="Aptos" panose="020B0004020202020204" pitchFamily="34" charset="0"/>
              </a:rPr>
              <a:t>Third</a:t>
            </a:r>
          </a:p>
        </p:txBody>
      </p:sp>
    </p:spTree>
    <p:extLst>
      <p:ext uri="{BB962C8B-B14F-4D97-AF65-F5344CB8AC3E}">
        <p14:creationId xmlns:p14="http://schemas.microsoft.com/office/powerpoint/2010/main" val="258918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D82FFF5-373E-9D85-0FE0-C6D8CF8E444D}"/>
              </a:ext>
            </a:extLst>
          </p:cNvPr>
          <p:cNvSpPr txBox="1"/>
          <p:nvPr/>
        </p:nvSpPr>
        <p:spPr>
          <a:xfrm>
            <a:off x="254000" y="381000"/>
            <a:ext cx="3810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Clr>
                <a:srgbClr val="C8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200">
                <a:latin typeface="Aptos" panose="020B0004020202020204" pitchFamily="34" charset="0"/>
              </a:rPr>
              <a:t>First item</a:t>
            </a:r>
          </a:p>
          <a:p>
            <a:pPr indent="-342900">
              <a:buClr>
                <a:srgbClr val="C8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200">
                <a:latin typeface="Aptos" panose="020B0004020202020204" pitchFamily="34" charset="0"/>
              </a:rPr>
              <a:t>Second item</a:t>
            </a:r>
          </a:p>
          <a:p>
            <a:pPr indent="-342900">
              <a:buClr>
                <a:srgbClr val="C8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200">
                <a:latin typeface="Aptos" panose="020B0004020202020204" pitchFamily="34" charset="0"/>
              </a:rPr>
              <a:t>Third item</a:t>
            </a:r>
            <a:endParaRPr lang="de-DE" sz="2200">
              <a:latin typeface="Aptos" panose="020B00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4AE582F-C1F5-6B43-B65A-4D2141C63B96}"/>
              </a:ext>
            </a:extLst>
          </p:cNvPr>
          <p:cNvSpPr txBox="1"/>
          <p:nvPr/>
        </p:nvSpPr>
        <p:spPr>
          <a:xfrm>
            <a:off x="4191000" y="381000"/>
            <a:ext cx="3810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Clr>
                <a:srgbClr val="008C00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2200">
                <a:latin typeface="Aptos" panose="020B0004020202020204" pitchFamily="34" charset="0"/>
              </a:rPr>
              <a:t>First item</a:t>
            </a:r>
          </a:p>
          <a:p>
            <a:pPr indent="-342900">
              <a:buClr>
                <a:srgbClr val="008C00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2200">
                <a:latin typeface="Aptos" panose="020B0004020202020204" pitchFamily="34" charset="0"/>
              </a:rPr>
              <a:t>Second item</a:t>
            </a:r>
          </a:p>
          <a:p>
            <a:pPr indent="-342900">
              <a:buClr>
                <a:srgbClr val="008C00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2200">
                <a:latin typeface="Aptos" panose="020B0004020202020204" pitchFamily="34" charset="0"/>
              </a:rPr>
              <a:t>Third item</a:t>
            </a:r>
            <a:endParaRPr lang="de-DE" sz="2200">
              <a:latin typeface="Aptos" panose="020B00040202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0FFD4EE-2D6E-5D7A-C2E5-2090AC683DFA}"/>
              </a:ext>
            </a:extLst>
          </p:cNvPr>
          <p:cNvSpPr txBox="1"/>
          <p:nvPr/>
        </p:nvSpPr>
        <p:spPr>
          <a:xfrm>
            <a:off x="8128000" y="381000"/>
            <a:ext cx="3810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Clr>
                <a:srgbClr val="000000"/>
              </a:buClr>
              <a:buSzPct val="100000"/>
              <a:buFont typeface="Symbol" panose="05050102010706020507" pitchFamily="18" charset="2"/>
              <a:buChar char="·"/>
            </a:pPr>
            <a:r>
              <a:rPr lang="en-US" sz="2200">
                <a:latin typeface="Aptos" panose="020B0004020202020204" pitchFamily="34" charset="0"/>
              </a:rPr>
              <a:t>First item</a:t>
            </a:r>
          </a:p>
          <a:p>
            <a:pPr indent="-342900">
              <a:buClr>
                <a:srgbClr val="000000"/>
              </a:buClr>
              <a:buSzPct val="100000"/>
              <a:buFont typeface="Symbol" panose="05050102010706020507" pitchFamily="18" charset="2"/>
              <a:buChar char="·"/>
            </a:pPr>
            <a:r>
              <a:rPr lang="en-US" sz="2200">
                <a:latin typeface="Aptos" panose="020B0004020202020204" pitchFamily="34" charset="0"/>
              </a:rPr>
              <a:t>Second item</a:t>
            </a:r>
          </a:p>
          <a:p>
            <a:pPr indent="-342900">
              <a:buClr>
                <a:srgbClr val="000000"/>
              </a:buClr>
              <a:buSzPct val="100000"/>
              <a:buFont typeface="Symbol" panose="05050102010706020507" pitchFamily="18" charset="2"/>
              <a:buChar char="·"/>
            </a:pPr>
            <a:r>
              <a:rPr lang="en-US" sz="2200">
                <a:latin typeface="Aptos" panose="020B0004020202020204" pitchFamily="34" charset="0"/>
              </a:rPr>
              <a:t>Third item</a:t>
            </a:r>
            <a:endParaRPr lang="de-DE" sz="2200">
              <a:latin typeface="Aptos" panose="020B00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C0C6D08-96AC-34E9-8644-C6667C6EDDB4}"/>
              </a:ext>
            </a:extLst>
          </p:cNvPr>
          <p:cNvSpPr txBox="1"/>
          <p:nvPr/>
        </p:nvSpPr>
        <p:spPr>
          <a:xfrm>
            <a:off x="254000" y="3429000"/>
            <a:ext cx="3810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Clr>
                <a:srgbClr val="005AC8"/>
              </a:buClr>
              <a:buSzPct val="80000"/>
              <a:buFont typeface="Arial" panose="020B0604020202020204" pitchFamily="34" charset="0"/>
              <a:buChar char="–"/>
            </a:pPr>
            <a:r>
              <a:rPr lang="en-US" sz="2200">
                <a:latin typeface="Aptos" panose="020B0004020202020204" pitchFamily="34" charset="0"/>
              </a:rPr>
              <a:t>First item</a:t>
            </a:r>
          </a:p>
          <a:p>
            <a:pPr indent="-342900">
              <a:buClr>
                <a:srgbClr val="005AC8"/>
              </a:buClr>
              <a:buSzPct val="80000"/>
              <a:buFont typeface="Arial" panose="020B0604020202020204" pitchFamily="34" charset="0"/>
              <a:buChar char="–"/>
            </a:pPr>
            <a:r>
              <a:rPr lang="en-US" sz="2200">
                <a:latin typeface="Aptos" panose="020B0004020202020204" pitchFamily="34" charset="0"/>
              </a:rPr>
              <a:t>Second item</a:t>
            </a:r>
          </a:p>
          <a:p>
            <a:pPr indent="-342900">
              <a:buClr>
                <a:srgbClr val="005AC8"/>
              </a:buClr>
              <a:buSzPct val="80000"/>
              <a:buFont typeface="Arial" panose="020B0604020202020204" pitchFamily="34" charset="0"/>
              <a:buChar char="–"/>
            </a:pPr>
            <a:r>
              <a:rPr lang="en-US" sz="2200">
                <a:latin typeface="Aptos" panose="020B0004020202020204" pitchFamily="34" charset="0"/>
              </a:rPr>
              <a:t>Third item</a:t>
            </a:r>
            <a:endParaRPr lang="de-DE" sz="2200">
              <a:latin typeface="Aptos" panose="020B00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29A890E-EAE0-DCEF-3812-E5A0C6CBA18A}"/>
              </a:ext>
            </a:extLst>
          </p:cNvPr>
          <p:cNvSpPr txBox="1"/>
          <p:nvPr/>
        </p:nvSpPr>
        <p:spPr>
          <a:xfrm>
            <a:off x="4191000" y="3429000"/>
            <a:ext cx="3810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Clr>
                <a:srgbClr val="7800A0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2200">
                <a:latin typeface="Aptos" panose="020B0004020202020204" pitchFamily="34" charset="0"/>
              </a:rPr>
              <a:t>First item</a:t>
            </a:r>
          </a:p>
          <a:p>
            <a:pPr indent="-342900">
              <a:buClr>
                <a:srgbClr val="7800A0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2200">
                <a:latin typeface="Aptos" panose="020B0004020202020204" pitchFamily="34" charset="0"/>
              </a:rPr>
              <a:t>Second item</a:t>
            </a:r>
          </a:p>
          <a:p>
            <a:pPr indent="-342900">
              <a:buClr>
                <a:srgbClr val="7800A0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2200">
                <a:latin typeface="Aptos" panose="020B0004020202020204" pitchFamily="34" charset="0"/>
              </a:rPr>
              <a:t>Third item</a:t>
            </a:r>
            <a:endParaRPr lang="de-DE" sz="2200">
              <a:latin typeface="Aptos" panose="020B00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3E8BB8F-86E3-B09A-2C2B-E98265711EF8}"/>
              </a:ext>
            </a:extLst>
          </p:cNvPr>
          <p:cNvSpPr txBox="1"/>
          <p:nvPr/>
        </p:nvSpPr>
        <p:spPr>
          <a:xfrm>
            <a:off x="8128000" y="3429000"/>
            <a:ext cx="3810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Clr>
                <a:srgbClr val="E6A000"/>
              </a:buClr>
              <a:buSzPct val="100000"/>
              <a:buFont typeface="Segoe UI Symbol" panose="020B0502040204020203" pitchFamily="34" charset="0"/>
              <a:buChar char="★"/>
            </a:pPr>
            <a:r>
              <a:rPr lang="en-US" sz="2200">
                <a:latin typeface="Aptos" panose="020B0004020202020204" pitchFamily="34" charset="0"/>
              </a:rPr>
              <a:t>First item</a:t>
            </a:r>
          </a:p>
          <a:p>
            <a:pPr indent="-342900">
              <a:buClr>
                <a:srgbClr val="E6A000"/>
              </a:buClr>
              <a:buSzPct val="100000"/>
              <a:buFont typeface="Segoe UI Symbol" panose="020B0502040204020203" pitchFamily="34" charset="0"/>
              <a:buChar char="★"/>
            </a:pPr>
            <a:r>
              <a:rPr lang="en-US" sz="2200">
                <a:latin typeface="Aptos" panose="020B0004020202020204" pitchFamily="34" charset="0"/>
              </a:rPr>
              <a:t>Second item</a:t>
            </a:r>
          </a:p>
          <a:p>
            <a:pPr indent="-342900">
              <a:buClr>
                <a:srgbClr val="E6A000"/>
              </a:buClr>
              <a:buSzPct val="100000"/>
              <a:buFont typeface="Segoe UI Symbol" panose="020B0502040204020203" pitchFamily="34" charset="0"/>
              <a:buChar char="★"/>
            </a:pPr>
            <a:r>
              <a:rPr lang="en-US" sz="2200">
                <a:latin typeface="Aptos" panose="020B0004020202020204" pitchFamily="34" charset="0"/>
              </a:rPr>
              <a:t>Third item</a:t>
            </a:r>
            <a:endParaRPr lang="de-DE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97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59AEF9-6111-21ED-CB04-5414C1C4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Levels and a picture bullet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5CDF65-AC3D-FA92-EFB2-11D6D0B46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Level one</a:t>
            </a:r>
          </a:p>
          <a:p>
            <a:pPr lvl="1"/>
            <a:r>
              <a:rPr lang="en-US"/>
              <a:t>Level two</a:t>
            </a:r>
          </a:p>
          <a:p>
            <a:pPr lvl="2"/>
            <a:r>
              <a:rPr lang="en-US"/>
              <a:t>Level three</a:t>
            </a:r>
          </a:p>
          <a:p>
            <a:pPr lvl="3"/>
            <a:r>
              <a:rPr lang="en-US"/>
              <a:t>Level four</a:t>
            </a:r>
          </a:p>
          <a:p>
            <a:pPr lvl="4"/>
            <a:r>
              <a:rPr lang="en-US"/>
              <a:t>Level five</a:t>
            </a:r>
          </a:p>
          <a:p>
            <a:pPr>
              <a:buBlip>
                <a:blip r:embed="rId2"/>
              </a:buBlip>
            </a:pPr>
            <a:r>
              <a:rPr lang="en-US"/>
              <a:t>Back to one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453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Benutzerdefiniert</PresentationFormat>
  <Paragraphs>148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Segoe UI Symbol</vt:lpstr>
      <vt:lpstr>Symbol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Levels and a picture bullet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2026-10-08T13:10:37Z</dcterms:created>
  <dcterms:modified xsi:type="dcterms:W3CDTF">2026-10-08T13:10:37Z</dcterms:modified>
</cp:coreProperties>
</file>