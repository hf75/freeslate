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C3D564E-8682-7F06-60E6-E9D63320A20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37E6852C-D43C-E92A-A946-4531E4B8B9B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C52E7B0-35E5-DD33-E0C7-3F6344E62F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684ADC-D2CA-42DC-82D5-4A0F87D2394B}" type="datetimeFigureOut">
              <a:rPr lang="de-DE" smtClean="0"/>
              <a:t>08.10.2026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43957F0A-9214-DE96-FFCA-95670554AE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5E9591F5-B1F4-D2B0-4E55-F1217FBD3A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E64693-ABC3-44AF-B0FE-5B5E3A5BE0A9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978227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AB531E9-56F7-7570-A425-32B806C332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A6DB9400-4091-FEB8-0A80-542DA33672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8FFCEF32-3CDF-121B-B8EE-15C6C8E6B4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684ADC-D2CA-42DC-82D5-4A0F87D2394B}" type="datetimeFigureOut">
              <a:rPr lang="de-DE" smtClean="0"/>
              <a:t>08.10.2026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988E4AC0-DF4C-36A0-1E18-DA82390C30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7C8B321D-C6EA-99FD-A1BE-DDABBA7596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E64693-ABC3-44AF-B0FE-5B5E3A5BE0A9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0874429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3D4A661-E8D5-ED53-FEDE-3560945B5C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C55F6429-E37E-8E8F-22EC-20E233CC58C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ECAD72C3-F4D0-90B4-9902-4C689CBAE4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684ADC-D2CA-42DC-82D5-4A0F87D2394B}" type="datetimeFigureOut">
              <a:rPr lang="de-DE" smtClean="0"/>
              <a:t>08.10.2026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937F8C16-13EE-CA19-4F0C-23EE287109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C83E15C6-88AE-6B42-BEBF-36A3D52149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E64693-ABC3-44AF-B0FE-5B5E3A5BE0A9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0163510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FCAB0DF-120C-24D1-79CB-289393F08A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4B2FCC30-ACD6-53C2-70F5-7DA1CBA3645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B541414E-4512-E2B7-729B-F7FCCF19F7D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BF2764E6-6D4F-BC58-8B18-0B821F0DC1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684ADC-D2CA-42DC-82D5-4A0F87D2394B}" type="datetimeFigureOut">
              <a:rPr lang="de-DE" smtClean="0"/>
              <a:t>08.10.2026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B2FD7589-65B1-30E6-42ED-B6F77FC462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B397A4F1-0671-9EA8-FC22-29FFF06160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E64693-ABC3-44AF-B0FE-5B5E3A5BE0A9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4501093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A5944C5-F468-8CD1-BE1D-2C786C9628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A9433931-9BDC-3C9E-3A65-8A24FDD8AA7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7DED4898-6642-D410-FD3E-311FD7C6E19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73DA30B4-4B57-E2E7-95EC-CED9A9645FB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39FFE5F5-766A-4DFE-63EC-44D6485A7D0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989F5E47-C6A4-D7B7-0CAE-27E2B7C64A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684ADC-D2CA-42DC-82D5-4A0F87D2394B}" type="datetimeFigureOut">
              <a:rPr lang="de-DE" smtClean="0"/>
              <a:t>08.10.2026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BAB888DC-127E-F31D-0C7E-E2954BA875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B450140C-E729-9E6E-5FA8-193AA8046A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E64693-ABC3-44AF-B0FE-5B5E3A5BE0A9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0617530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A58CBB5-0061-BDBD-B061-B760A74AEA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4EE2904E-F0B8-B340-D0A5-B8ECFE55A8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684ADC-D2CA-42DC-82D5-4A0F87D2394B}" type="datetimeFigureOut">
              <a:rPr lang="de-DE" smtClean="0"/>
              <a:t>08.10.2026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42DD767B-D63F-C5F6-ABCA-8F9BC06712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D12CD55B-A140-8071-006E-6EAD4AFEFD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E64693-ABC3-44AF-B0FE-5B5E3A5BE0A9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9311633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28D2B2AE-B23E-8E42-EF74-39BDC52362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684ADC-D2CA-42DC-82D5-4A0F87D2394B}" type="datetimeFigureOut">
              <a:rPr lang="de-DE" smtClean="0"/>
              <a:t>08.10.2026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ED7BCF30-0816-5F62-FF49-271817C3A4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C79FD8EC-7280-DF13-99C4-CB97EC7C8F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E64693-ABC3-44AF-B0FE-5B5E3A5BE0A9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2724699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A896824-4179-3C00-9909-2536F519A3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0C99F15E-C547-B72D-AE20-8E72B5D595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9FC973B9-73BD-FF05-229F-A49D9CD68F7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FBDA81C2-8C3C-875E-3256-6633BF4FD8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684ADC-D2CA-42DC-82D5-4A0F87D2394B}" type="datetimeFigureOut">
              <a:rPr lang="de-DE" smtClean="0"/>
              <a:t>08.10.2026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134469B7-B03F-200A-DA4A-19DE2980BD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CA1D171B-5715-A103-07DC-87779622D3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E64693-ABC3-44AF-B0FE-5B5E3A5BE0A9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5431302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C7A0FFF-87E7-9A8D-977F-B1EB1C9FA4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B0FEADDA-E327-F576-8898-1B9BC5234765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4F7E62DB-AF6C-A413-7081-A3FD23F2A6B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AA721D11-E27D-455D-6023-6216C22EBD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684ADC-D2CA-42DC-82D5-4A0F87D2394B}" type="datetimeFigureOut">
              <a:rPr lang="de-DE" smtClean="0"/>
              <a:t>08.10.2026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9B79D188-D056-82FA-774E-899DBB8207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5AD0B6A9-BD83-0A03-909D-5173A7E8DE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E64693-ABC3-44AF-B0FE-5B5E3A5BE0A9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3411232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F91D4C4-F6B2-CBE3-B5DA-DF40A07AEA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682C8C4C-2EB3-B3D3-6919-ED181AD2EA8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650D2F42-FFB7-5DC9-0E40-C73D63E177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684ADC-D2CA-42DC-82D5-4A0F87D2394B}" type="datetimeFigureOut">
              <a:rPr lang="de-DE" smtClean="0"/>
              <a:t>08.10.2026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EA9B8746-D25B-0B63-B307-4FB911072A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19C2C87C-357F-62B6-56AD-2E2B5012FE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E64693-ABC3-44AF-B0FE-5B5E3A5BE0A9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0673951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80EC9419-8C8F-C754-92C2-6C8195952BB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3033139D-CB05-FA5E-214D-64DC13EACCB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9552C279-4A40-BEBD-D3C4-56D258BB8B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684ADC-D2CA-42DC-82D5-4A0F87D2394B}" type="datetimeFigureOut">
              <a:rPr lang="de-DE" smtClean="0"/>
              <a:t>08.10.2026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30B1C035-B57C-C9B2-EE65-618FC8CCD3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E6A9B048-8951-AEF1-988E-1FE25C2DAF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E64693-ABC3-44AF-B0FE-5B5E3A5BE0A9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470025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AB11E2A2-0889-2D5A-469C-41542CDD68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8B61B382-92C6-BBB5-9A13-D04BC847410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BBB95678-A9CB-47B5-1F33-A8991202976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7684ADC-D2CA-42DC-82D5-4A0F87D2394B}" type="datetimeFigureOut">
              <a:rPr lang="de-DE" smtClean="0"/>
              <a:t>08.10.2026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E787C2B6-7ABA-74EA-4A06-9E17A657C3B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A633EA78-20BC-15F9-E68E-016F8D84654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6E64693-ABC3-44AF-B0FE-5B5E3A5BE0A9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4016660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rad-lin0">
            <a:extLst>
              <a:ext uri="{FF2B5EF4-FFF2-40B4-BE49-F238E27FC236}">
                <a16:creationId xmlns:a16="http://schemas.microsoft.com/office/drawing/2014/main" id="{87D57365-9F02-9B13-6215-520393A0B809}"/>
              </a:ext>
            </a:extLst>
          </p:cNvPr>
          <p:cNvSpPr/>
          <p:nvPr/>
        </p:nvSpPr>
        <p:spPr>
          <a:xfrm>
            <a:off x="508000" y="508000"/>
            <a:ext cx="3302000" cy="2032000"/>
          </a:xfrm>
          <a:prstGeom prst="rect">
            <a:avLst/>
          </a:prstGeom>
          <a:solidFill>
            <a:srgbClr val="DEEBF7"/>
          </a:solidFill>
          <a:ln w="127000">
            <a:gradFill rotWithShape="1">
              <a:gsLst>
                <a:gs pos="0">
                  <a:srgbClr val="C00000"/>
                </a:gs>
                <a:gs pos="50000">
                  <a:srgbClr val="FFC000"/>
                </a:gs>
                <a:gs pos="100000">
                  <a:srgbClr val="0070C0"/>
                </a:gs>
              </a:gsLst>
              <a:lin ang="0" scaled="0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" name="grad-lin45">
            <a:extLst>
              <a:ext uri="{FF2B5EF4-FFF2-40B4-BE49-F238E27FC236}">
                <a16:creationId xmlns:a16="http://schemas.microsoft.com/office/drawing/2014/main" id="{25CCBA36-0542-5317-D119-5CD78AD119BF}"/>
              </a:ext>
            </a:extLst>
          </p:cNvPr>
          <p:cNvSpPr/>
          <p:nvPr/>
        </p:nvSpPr>
        <p:spPr>
          <a:xfrm>
            <a:off x="4445000" y="508000"/>
            <a:ext cx="3302000" cy="2032000"/>
          </a:xfrm>
          <a:prstGeom prst="ellipse">
            <a:avLst/>
          </a:prstGeom>
          <a:solidFill>
            <a:srgbClr val="DEEBF7"/>
          </a:solidFill>
          <a:ln w="127000">
            <a:gradFill rotWithShape="1">
              <a:gsLst>
                <a:gs pos="0">
                  <a:srgbClr val="C00000"/>
                </a:gs>
                <a:gs pos="50000">
                  <a:srgbClr val="FFC000"/>
                </a:gs>
                <a:gs pos="100000">
                  <a:srgbClr val="0070C0"/>
                </a:gs>
              </a:gsLst>
              <a:lin ang="2700000" scaled="0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" name="grad-path">
            <a:extLst>
              <a:ext uri="{FF2B5EF4-FFF2-40B4-BE49-F238E27FC236}">
                <a16:creationId xmlns:a16="http://schemas.microsoft.com/office/drawing/2014/main" id="{B5B77C14-B8E9-22F6-D9AB-8F33FAFD5586}"/>
              </a:ext>
            </a:extLst>
          </p:cNvPr>
          <p:cNvSpPr/>
          <p:nvPr/>
        </p:nvSpPr>
        <p:spPr>
          <a:xfrm>
            <a:off x="8382000" y="381000"/>
            <a:ext cx="2540000" cy="2413000"/>
          </a:xfrm>
          <a:prstGeom prst="star5">
            <a:avLst/>
          </a:prstGeom>
          <a:solidFill>
            <a:srgbClr val="DEEBF7"/>
          </a:solidFill>
          <a:ln w="127000">
            <a:gradFill rotWithShape="1">
              <a:gsLst>
                <a:gs pos="0">
                  <a:srgbClr val="C00000"/>
                </a:gs>
                <a:gs pos="50000">
                  <a:srgbClr val="FFC000"/>
                </a:gs>
                <a:gs pos="100000">
                  <a:srgbClr val="0070C0"/>
                </a:gs>
              </a:gsLst>
              <a:path path="circle">
                <a:fillToRect l="50000" t="50000" r="50000" b="50000"/>
              </a:path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5" name="grad-lin90">
            <a:extLst>
              <a:ext uri="{FF2B5EF4-FFF2-40B4-BE49-F238E27FC236}">
                <a16:creationId xmlns:a16="http://schemas.microsoft.com/office/drawing/2014/main" id="{4999D3F8-7D42-3706-D7A4-7B26FE53F8BC}"/>
              </a:ext>
            </a:extLst>
          </p:cNvPr>
          <p:cNvSpPr/>
          <p:nvPr/>
        </p:nvSpPr>
        <p:spPr>
          <a:xfrm>
            <a:off x="508000" y="3429000"/>
            <a:ext cx="3302000" cy="2032000"/>
          </a:xfrm>
          <a:prstGeom prst="rightArrow">
            <a:avLst/>
          </a:prstGeom>
          <a:solidFill>
            <a:srgbClr val="DEEBF7"/>
          </a:solidFill>
          <a:ln w="127000">
            <a:gradFill rotWithShape="1">
              <a:gsLst>
                <a:gs pos="0">
                  <a:srgbClr val="C00000"/>
                </a:gs>
                <a:gs pos="50000">
                  <a:srgbClr val="FFC000"/>
                </a:gs>
                <a:gs pos="100000">
                  <a:srgbClr val="0070C0"/>
                </a:gs>
              </a:gsLst>
              <a:lin ang="5400000" scaled="0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cxnSp>
        <p:nvCxnSpPr>
          <p:cNvPr id="6" name="grad-line">
            <a:extLst>
              <a:ext uri="{FF2B5EF4-FFF2-40B4-BE49-F238E27FC236}">
                <a16:creationId xmlns:a16="http://schemas.microsoft.com/office/drawing/2014/main" id="{A2886F0E-8FB7-E9B6-77CA-0F37041572C1}"/>
              </a:ext>
            </a:extLst>
          </p:cNvPr>
          <p:cNvCxnSpPr/>
          <p:nvPr/>
        </p:nvCxnSpPr>
        <p:spPr>
          <a:xfrm>
            <a:off x="4572000" y="3810000"/>
            <a:ext cx="6858000" cy="1524000"/>
          </a:xfrm>
          <a:prstGeom prst="line">
            <a:avLst/>
          </a:prstGeom>
          <a:ln w="152400">
            <a:gradFill rotWithShape="1">
              <a:gsLst>
                <a:gs pos="0">
                  <a:srgbClr val="C00000"/>
                </a:gs>
                <a:gs pos="50000">
                  <a:srgbClr val="FFC000"/>
                </a:gs>
                <a:gs pos="100000">
                  <a:srgbClr val="0070C0"/>
                </a:gs>
              </a:gsLst>
              <a:lin ang="0" scaled="0"/>
            </a:gra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248617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tt-0">
            <a:extLst>
              <a:ext uri="{FF2B5EF4-FFF2-40B4-BE49-F238E27FC236}">
                <a16:creationId xmlns:a16="http://schemas.microsoft.com/office/drawing/2014/main" id="{30E36E14-123B-A0EC-D7A6-FFC61BAA970C}"/>
              </a:ext>
            </a:extLst>
          </p:cNvPr>
          <p:cNvSpPr/>
          <p:nvPr/>
        </p:nvSpPr>
        <p:spPr>
          <a:xfrm>
            <a:off x="508000" y="508000"/>
            <a:ext cx="3048000" cy="2286000"/>
          </a:xfrm>
          <a:prstGeom prst="rect">
            <a:avLst/>
          </a:prstGeom>
          <a:solidFill>
            <a:srgbClr val="DEEBF7"/>
          </a:solidFill>
          <a:ln w="177800">
            <a:pattFill prst="dkDnDiag">
              <a:fgClr>
                <a:srgbClr val="1F3864"/>
              </a:fgClr>
              <a:bgClr>
                <a:srgbClr val="FFE699"/>
              </a:bgClr>
            </a:patt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" name="patt-1">
            <a:extLst>
              <a:ext uri="{FF2B5EF4-FFF2-40B4-BE49-F238E27FC236}">
                <a16:creationId xmlns:a16="http://schemas.microsoft.com/office/drawing/2014/main" id="{9791E9E5-AD6B-5890-1A7E-34B9D695EB7C}"/>
              </a:ext>
            </a:extLst>
          </p:cNvPr>
          <p:cNvSpPr/>
          <p:nvPr/>
        </p:nvSpPr>
        <p:spPr>
          <a:xfrm>
            <a:off x="4318000" y="508000"/>
            <a:ext cx="3048000" cy="2286000"/>
          </a:xfrm>
          <a:prstGeom prst="ellipse">
            <a:avLst/>
          </a:prstGeom>
          <a:solidFill>
            <a:srgbClr val="DEEBF7"/>
          </a:solidFill>
          <a:ln w="177800">
            <a:pattFill prst="lgCheck">
              <a:fgClr>
                <a:srgbClr val="1F3864"/>
              </a:fgClr>
              <a:bgClr>
                <a:srgbClr val="FFE699"/>
              </a:bgClr>
            </a:patt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" name="patt-2">
            <a:extLst>
              <a:ext uri="{FF2B5EF4-FFF2-40B4-BE49-F238E27FC236}">
                <a16:creationId xmlns:a16="http://schemas.microsoft.com/office/drawing/2014/main" id="{6903D47E-3258-5D99-A94F-C6B2704EB7F1}"/>
              </a:ext>
            </a:extLst>
          </p:cNvPr>
          <p:cNvSpPr/>
          <p:nvPr/>
        </p:nvSpPr>
        <p:spPr>
          <a:xfrm>
            <a:off x="8128000" y="508000"/>
            <a:ext cx="3048000" cy="2286000"/>
          </a:xfrm>
          <a:prstGeom prst="rect">
            <a:avLst/>
          </a:prstGeom>
          <a:solidFill>
            <a:srgbClr val="DEEBF7"/>
          </a:solidFill>
          <a:ln w="177800">
            <a:pattFill prst="pct50">
              <a:fgClr>
                <a:srgbClr val="1F3864"/>
              </a:fgClr>
              <a:bgClr>
                <a:srgbClr val="FFE699"/>
              </a:bgClr>
            </a:patt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5" name="patt-3">
            <a:extLst>
              <a:ext uri="{FF2B5EF4-FFF2-40B4-BE49-F238E27FC236}">
                <a16:creationId xmlns:a16="http://schemas.microsoft.com/office/drawing/2014/main" id="{A516782E-1AD4-C3E2-9A65-0E43B22EDE6D}"/>
              </a:ext>
            </a:extLst>
          </p:cNvPr>
          <p:cNvSpPr/>
          <p:nvPr/>
        </p:nvSpPr>
        <p:spPr>
          <a:xfrm>
            <a:off x="508000" y="3556000"/>
            <a:ext cx="3048000" cy="2286000"/>
          </a:xfrm>
          <a:prstGeom prst="ellipse">
            <a:avLst/>
          </a:prstGeom>
          <a:solidFill>
            <a:srgbClr val="DEEBF7"/>
          </a:solidFill>
          <a:ln w="177800">
            <a:pattFill prst="horz">
              <a:fgClr>
                <a:srgbClr val="1F3864"/>
              </a:fgClr>
              <a:bgClr>
                <a:srgbClr val="FFE699"/>
              </a:bgClr>
            </a:patt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6" name="patt-4">
            <a:extLst>
              <a:ext uri="{FF2B5EF4-FFF2-40B4-BE49-F238E27FC236}">
                <a16:creationId xmlns:a16="http://schemas.microsoft.com/office/drawing/2014/main" id="{E21D04EB-FC27-F59F-7AAC-E9C801F0ECF0}"/>
              </a:ext>
            </a:extLst>
          </p:cNvPr>
          <p:cNvSpPr/>
          <p:nvPr/>
        </p:nvSpPr>
        <p:spPr>
          <a:xfrm>
            <a:off x="4318000" y="3556000"/>
            <a:ext cx="3048000" cy="2286000"/>
          </a:xfrm>
          <a:prstGeom prst="rect">
            <a:avLst/>
          </a:prstGeom>
          <a:solidFill>
            <a:srgbClr val="DEEBF7"/>
          </a:solidFill>
          <a:ln w="177800">
            <a:pattFill prst="divot">
              <a:fgClr>
                <a:srgbClr val="1F3864"/>
              </a:fgClr>
              <a:bgClr>
                <a:srgbClr val="FFE699"/>
              </a:bgClr>
            </a:patt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7" name="patt-5">
            <a:extLst>
              <a:ext uri="{FF2B5EF4-FFF2-40B4-BE49-F238E27FC236}">
                <a16:creationId xmlns:a16="http://schemas.microsoft.com/office/drawing/2014/main" id="{2DBD397F-54B6-FD99-4BA1-FD1FE8AC7329}"/>
              </a:ext>
            </a:extLst>
          </p:cNvPr>
          <p:cNvSpPr/>
          <p:nvPr/>
        </p:nvSpPr>
        <p:spPr>
          <a:xfrm>
            <a:off x="8128000" y="3556000"/>
            <a:ext cx="3048000" cy="2286000"/>
          </a:xfrm>
          <a:prstGeom prst="ellipse">
            <a:avLst/>
          </a:prstGeom>
          <a:solidFill>
            <a:srgbClr val="DEEBF7"/>
          </a:solidFill>
          <a:ln w="177800">
            <a:pattFill prst="shingle">
              <a:fgClr>
                <a:srgbClr val="1F3864"/>
              </a:fgClr>
              <a:bgClr>
                <a:srgbClr val="FFE699"/>
              </a:bgClr>
            </a:patt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9942927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lur-4">
            <a:extLst>
              <a:ext uri="{FF2B5EF4-FFF2-40B4-BE49-F238E27FC236}">
                <a16:creationId xmlns:a16="http://schemas.microsoft.com/office/drawing/2014/main" id="{5F86AE0A-AF91-9E79-CCDE-22C8392F0DF2}"/>
              </a:ext>
            </a:extLst>
          </p:cNvPr>
          <p:cNvSpPr/>
          <p:nvPr/>
        </p:nvSpPr>
        <p:spPr>
          <a:xfrm>
            <a:off x="508000" y="508000"/>
            <a:ext cx="3302000" cy="2032000"/>
          </a:xfrm>
          <a:prstGeom prst="rect">
            <a:avLst/>
          </a:prstGeom>
          <a:solidFill>
            <a:srgbClr val="DEEBF7"/>
          </a:solidFill>
          <a:ln w="127000">
            <a:solidFill>
              <a:srgbClr val="4472C4"/>
            </a:solidFill>
          </a:ln>
          <a:effectLst>
            <a:blur rad="50800" grow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" name="blur-10">
            <a:extLst>
              <a:ext uri="{FF2B5EF4-FFF2-40B4-BE49-F238E27FC236}">
                <a16:creationId xmlns:a16="http://schemas.microsoft.com/office/drawing/2014/main" id="{F5DD8266-0A35-B356-A736-1EC00951353D}"/>
              </a:ext>
            </a:extLst>
          </p:cNvPr>
          <p:cNvSpPr/>
          <p:nvPr/>
        </p:nvSpPr>
        <p:spPr>
          <a:xfrm>
            <a:off x="4445000" y="381000"/>
            <a:ext cx="2540000" cy="2413000"/>
          </a:xfrm>
          <a:prstGeom prst="star5">
            <a:avLst/>
          </a:prstGeom>
          <a:solidFill>
            <a:srgbClr val="DEEBF7"/>
          </a:solidFill>
          <a:ln w="127000">
            <a:solidFill>
              <a:srgbClr val="4472C4"/>
            </a:solidFill>
          </a:ln>
          <a:effectLst>
            <a:blur rad="127000" grow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" name="blur-grow">
            <a:extLst>
              <a:ext uri="{FF2B5EF4-FFF2-40B4-BE49-F238E27FC236}">
                <a16:creationId xmlns:a16="http://schemas.microsoft.com/office/drawing/2014/main" id="{B85091FD-A49B-4620-672C-064D4390AB8C}"/>
              </a:ext>
            </a:extLst>
          </p:cNvPr>
          <p:cNvSpPr/>
          <p:nvPr/>
        </p:nvSpPr>
        <p:spPr>
          <a:xfrm>
            <a:off x="8255000" y="508000"/>
            <a:ext cx="3302000" cy="2032000"/>
          </a:xfrm>
          <a:prstGeom prst="ellipse">
            <a:avLst/>
          </a:prstGeom>
          <a:solidFill>
            <a:srgbClr val="DEEBF7"/>
          </a:solidFill>
          <a:ln w="127000">
            <a:solidFill>
              <a:srgbClr val="4472C4"/>
            </a:solidFill>
          </a:ln>
          <a:effectLst>
            <a:blur rad="127000" grow="1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5" name="overlay-mult">
            <a:extLst>
              <a:ext uri="{FF2B5EF4-FFF2-40B4-BE49-F238E27FC236}">
                <a16:creationId xmlns:a16="http://schemas.microsoft.com/office/drawing/2014/main" id="{40070042-92EC-DEAE-DFA8-65DFAB86EA56}"/>
              </a:ext>
            </a:extLst>
          </p:cNvPr>
          <p:cNvSpPr/>
          <p:nvPr/>
        </p:nvSpPr>
        <p:spPr>
          <a:xfrm>
            <a:off x="508000" y="3683000"/>
            <a:ext cx="3302000" cy="2032000"/>
          </a:xfrm>
          <a:prstGeom prst="rect">
            <a:avLst/>
          </a:prstGeom>
          <a:solidFill>
            <a:srgbClr val="DEEBF7"/>
          </a:solidFill>
          <a:ln w="127000">
            <a:solidFill>
              <a:srgbClr val="4472C4"/>
            </a:solidFill>
          </a:ln>
          <a:effectLst>
            <a:fillOverlay blend="mult">
              <a:gradFill>
                <a:gsLst>
                  <a:gs pos="0">
                    <a:srgbClr val="C00000"/>
                  </a:gs>
                  <a:gs pos="100000">
                    <a:srgbClr val="FFC000"/>
                  </a:gs>
                </a:gsLst>
                <a:lin ang="0" scaled="0"/>
              </a:gradFill>
            </a:fillOverlay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6" name="overlay-screen">
            <a:extLst>
              <a:ext uri="{FF2B5EF4-FFF2-40B4-BE49-F238E27FC236}">
                <a16:creationId xmlns:a16="http://schemas.microsoft.com/office/drawing/2014/main" id="{F828D393-2DF1-16F6-962B-0BFC7197D5A7}"/>
              </a:ext>
            </a:extLst>
          </p:cNvPr>
          <p:cNvSpPr/>
          <p:nvPr/>
        </p:nvSpPr>
        <p:spPr>
          <a:xfrm>
            <a:off x="4445000" y="3683000"/>
            <a:ext cx="3302000" cy="2032000"/>
          </a:xfrm>
          <a:prstGeom prst="ellipse">
            <a:avLst/>
          </a:prstGeom>
          <a:solidFill>
            <a:srgbClr val="DEEBF7"/>
          </a:solidFill>
          <a:ln w="127000">
            <a:solidFill>
              <a:srgbClr val="4472C4"/>
            </a:solidFill>
          </a:ln>
          <a:effectLst>
            <a:fillOverlay blend="screen">
              <a:gradFill>
                <a:gsLst>
                  <a:gs pos="0">
                    <a:srgbClr val="C00000"/>
                  </a:gs>
                  <a:gs pos="100000">
                    <a:srgbClr val="FFC000"/>
                  </a:gs>
                </a:gsLst>
                <a:lin ang="0" scaled="0"/>
              </a:gradFill>
            </a:fillOverlay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7" name="overlay-darken">
            <a:extLst>
              <a:ext uri="{FF2B5EF4-FFF2-40B4-BE49-F238E27FC236}">
                <a16:creationId xmlns:a16="http://schemas.microsoft.com/office/drawing/2014/main" id="{3360CD0F-9C68-354D-984B-CD9FCD2992B7}"/>
              </a:ext>
            </a:extLst>
          </p:cNvPr>
          <p:cNvSpPr/>
          <p:nvPr/>
        </p:nvSpPr>
        <p:spPr>
          <a:xfrm>
            <a:off x="8382000" y="3556000"/>
            <a:ext cx="2540000" cy="2413000"/>
          </a:xfrm>
          <a:prstGeom prst="star5">
            <a:avLst/>
          </a:prstGeom>
          <a:solidFill>
            <a:srgbClr val="DEEBF7"/>
          </a:solidFill>
          <a:ln w="127000">
            <a:solidFill>
              <a:srgbClr val="4472C4"/>
            </a:solidFill>
          </a:ln>
          <a:effectLst>
            <a:fillOverlay blend="darken">
              <a:gradFill>
                <a:gsLst>
                  <a:gs pos="0">
                    <a:srgbClr val="C00000"/>
                  </a:gs>
                  <a:gs pos="100000">
                    <a:srgbClr val="FFC000"/>
                  </a:gs>
                </a:gsLst>
                <a:lin ang="0" scaled="0"/>
              </a:gradFill>
            </a:fillOverlay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56948526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Benutzerdefiniert</PresentationFormat>
  <Paragraphs>0</Paragraphs>
  <Slides>3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3</vt:i4>
      </vt:variant>
    </vt:vector>
  </HeadingPairs>
  <TitlesOfParts>
    <vt:vector size="7" baseType="lpstr">
      <vt:lpstr>Aptos</vt:lpstr>
      <vt:lpstr>Aptos Display</vt:lpstr>
      <vt:lpstr>Arial</vt:lpstr>
      <vt:lpstr>Office</vt:lpstr>
      <vt:lpstr>PowerPoint-Präsentation</vt:lpstr>
      <vt:lpstr>PowerPoint-Präsentation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Fidelity generator</dc:creator>
  <cp:lastModifiedBy>Fidelity generator</cp:lastModifiedBy>
  <cp:revision>1</cp:revision>
  <dcterms:created xsi:type="dcterms:W3CDTF">2026-10-08T14:22:13Z</dcterms:created>
  <dcterms:modified xsi:type="dcterms:W3CDTF">2026-10-08T14:22:13Z</dcterms:modified>
</cp:coreProperties>
</file>