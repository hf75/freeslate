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50-429C-8484-7A9F9D750299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50-429C-8484-7A9F9D750299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50-429C-8484-7A9F9D7502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05276048"/>
        <c:axId val="932446960"/>
      </c:barChart>
      <c:catAx>
        <c:axId val="100527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32446960"/>
        <c:crosses val="autoZero"/>
        <c:auto val="1"/>
        <c:lblAlgn val="ctr"/>
        <c:lblOffset val="100"/>
        <c:noMultiLvlLbl val="0"/>
      </c:catAx>
      <c:valAx>
        <c:axId val="932446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0527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66-4ECA-B321-1974268234B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66-4ECA-B321-1974268234BC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66-4ECA-B321-197426823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5282544"/>
        <c:axId val="932471440"/>
      </c:lineChart>
      <c:catAx>
        <c:axId val="100528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32471440"/>
        <c:crosses val="autoZero"/>
        <c:auto val="1"/>
        <c:lblAlgn val="ctr"/>
        <c:lblOffset val="100"/>
        <c:noMultiLvlLbl val="0"/>
      </c:catAx>
      <c:valAx>
        <c:axId val="932471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05282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75-4AF5-AA72-D9BB3F481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49-4FA4-9DB0-D7DEA51809F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49-4FA4-9DB0-D7DEA51809FC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49-4FA4-9DB0-D7DEA51809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05278368"/>
        <c:axId val="932676400"/>
      </c:barChart>
      <c:catAx>
        <c:axId val="1005278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32676400"/>
        <c:crosses val="autoZero"/>
        <c:auto val="1"/>
        <c:lblAlgn val="ctr"/>
        <c:lblOffset val="100"/>
        <c:noMultiLvlLbl val="0"/>
      </c:catAx>
      <c:valAx>
        <c:axId val="9326764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05278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6F5228-07C1-4918-A08D-8CDD5E76C7F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FD8927EE-F974-4505-A38B-D3B751F0BAEB}">
      <dgm:prSet phldrT="[Text]"/>
      <dgm:spPr/>
      <dgm:t>
        <a:bodyPr/>
        <a:lstStyle/>
        <a:p>
          <a:r>
            <a:rPr lang="de-DE"/>
            <a:t>Item 1</a:t>
          </a:r>
        </a:p>
      </dgm:t>
    </dgm:pt>
    <dgm:pt modelId="{4337737B-1C22-4483-B280-71405E9C3F21}" type="parTrans" cxnId="{EA3F307F-7EA5-4469-A112-63F7B3C96086}">
      <dgm:prSet/>
      <dgm:spPr/>
      <dgm:t>
        <a:bodyPr/>
        <a:lstStyle/>
        <a:p>
          <a:endParaRPr lang="de-DE"/>
        </a:p>
      </dgm:t>
    </dgm:pt>
    <dgm:pt modelId="{EFDF08ED-65E0-4414-A766-BC85A9263146}" type="sibTrans" cxnId="{EA3F307F-7EA5-4469-A112-63F7B3C96086}">
      <dgm:prSet/>
      <dgm:spPr/>
      <dgm:t>
        <a:bodyPr/>
        <a:lstStyle/>
        <a:p>
          <a:endParaRPr lang="de-DE"/>
        </a:p>
      </dgm:t>
    </dgm:pt>
    <dgm:pt modelId="{E58BE960-F9F3-4724-B023-397C3148E7AC}">
      <dgm:prSet phldrT="[Text]"/>
      <dgm:spPr/>
      <dgm:t>
        <a:bodyPr/>
        <a:lstStyle/>
        <a:p>
          <a:r>
            <a:rPr lang="de-DE"/>
            <a:t>Item 2</a:t>
          </a:r>
        </a:p>
      </dgm:t>
    </dgm:pt>
    <dgm:pt modelId="{9F2A9CF7-10C7-4797-90B7-3BD4C7A4A3F4}" type="parTrans" cxnId="{1A6C2F44-4BB2-4274-9F3B-CCA87343B09B}">
      <dgm:prSet/>
      <dgm:spPr/>
      <dgm:t>
        <a:bodyPr/>
        <a:lstStyle/>
        <a:p>
          <a:endParaRPr lang="de-DE"/>
        </a:p>
      </dgm:t>
    </dgm:pt>
    <dgm:pt modelId="{4B5BDE81-9ED7-4AA0-A230-D0A76ADD6FE5}" type="sibTrans" cxnId="{1A6C2F44-4BB2-4274-9F3B-CCA87343B09B}">
      <dgm:prSet/>
      <dgm:spPr/>
      <dgm:t>
        <a:bodyPr/>
        <a:lstStyle/>
        <a:p>
          <a:endParaRPr lang="de-DE"/>
        </a:p>
      </dgm:t>
    </dgm:pt>
    <dgm:pt modelId="{9B127B6F-D379-4177-BDC9-70B7B52B4E75}">
      <dgm:prSet phldrT="[Text]"/>
      <dgm:spPr/>
      <dgm:t>
        <a:bodyPr/>
        <a:lstStyle/>
        <a:p>
          <a:r>
            <a:rPr lang="de-DE"/>
            <a:t>Item 3</a:t>
          </a:r>
        </a:p>
      </dgm:t>
    </dgm:pt>
    <dgm:pt modelId="{BB94F01B-0E53-4C0B-9B4C-A9B94EFC90D4}" type="parTrans" cxnId="{FF1261B2-EC01-4A32-9586-E5AE317B9893}">
      <dgm:prSet/>
      <dgm:spPr/>
      <dgm:t>
        <a:bodyPr/>
        <a:lstStyle/>
        <a:p>
          <a:endParaRPr lang="de-DE"/>
        </a:p>
      </dgm:t>
    </dgm:pt>
    <dgm:pt modelId="{80186024-54FA-4801-B7B1-3072244B98F0}" type="sibTrans" cxnId="{FF1261B2-EC01-4A32-9586-E5AE317B9893}">
      <dgm:prSet/>
      <dgm:spPr/>
      <dgm:t>
        <a:bodyPr/>
        <a:lstStyle/>
        <a:p>
          <a:endParaRPr lang="de-DE"/>
        </a:p>
      </dgm:t>
    </dgm:pt>
    <dgm:pt modelId="{183C652C-25DB-400C-9611-DA987A6DF567}">
      <dgm:prSet phldrT="[Text]"/>
      <dgm:spPr/>
      <dgm:t>
        <a:bodyPr/>
        <a:lstStyle/>
        <a:p>
          <a:r>
            <a:rPr lang="de-DE"/>
            <a:t>Item 4</a:t>
          </a:r>
        </a:p>
      </dgm:t>
    </dgm:pt>
    <dgm:pt modelId="{79E96C08-64F6-4D55-ADE1-7489534FA2E0}" type="parTrans" cxnId="{C9BC248A-E6C2-4F13-AA00-25A9D28C7327}">
      <dgm:prSet/>
      <dgm:spPr/>
      <dgm:t>
        <a:bodyPr/>
        <a:lstStyle/>
        <a:p>
          <a:endParaRPr lang="de-DE"/>
        </a:p>
      </dgm:t>
    </dgm:pt>
    <dgm:pt modelId="{824FBC7E-263E-4770-A18C-BA18FDFE6E15}" type="sibTrans" cxnId="{C9BC248A-E6C2-4F13-AA00-25A9D28C7327}">
      <dgm:prSet/>
      <dgm:spPr/>
      <dgm:t>
        <a:bodyPr/>
        <a:lstStyle/>
        <a:p>
          <a:endParaRPr lang="de-DE"/>
        </a:p>
      </dgm:t>
    </dgm:pt>
    <dgm:pt modelId="{90CBAACC-FF1D-4C4A-A652-100054767F07}">
      <dgm:prSet phldrT="[Text]"/>
      <dgm:spPr/>
      <dgm:t>
        <a:bodyPr/>
        <a:lstStyle/>
        <a:p>
          <a:r>
            <a:rPr lang="de-DE"/>
            <a:t>Item 5</a:t>
          </a:r>
        </a:p>
      </dgm:t>
    </dgm:pt>
    <dgm:pt modelId="{CBBDAD5C-D33B-4226-A018-6A91BD5ECAC8}" type="parTrans" cxnId="{92F4C443-FA50-4564-9BD8-E131E80C1F32}">
      <dgm:prSet/>
      <dgm:spPr/>
      <dgm:t>
        <a:bodyPr/>
        <a:lstStyle/>
        <a:p>
          <a:endParaRPr lang="de-DE"/>
        </a:p>
      </dgm:t>
    </dgm:pt>
    <dgm:pt modelId="{19DF7A1B-1AF3-4F6C-B466-AEFF121EB4EA}" type="sibTrans" cxnId="{92F4C443-FA50-4564-9BD8-E131E80C1F32}">
      <dgm:prSet/>
      <dgm:spPr/>
      <dgm:t>
        <a:bodyPr/>
        <a:lstStyle/>
        <a:p>
          <a:endParaRPr lang="de-DE"/>
        </a:p>
      </dgm:t>
    </dgm:pt>
    <dgm:pt modelId="{5088A34E-8A6D-4714-AD1B-4723D2AA2A77}" type="pres">
      <dgm:prSet presAssocID="{5F6F5228-07C1-4918-A08D-8CDD5E76C7F2}" presName="diagram" presStyleCnt="0">
        <dgm:presLayoutVars>
          <dgm:dir/>
          <dgm:resizeHandles val="exact"/>
        </dgm:presLayoutVars>
      </dgm:prSet>
      <dgm:spPr/>
    </dgm:pt>
    <dgm:pt modelId="{37BEFA49-D03C-4336-B184-B6DA4E4B968B}" type="pres">
      <dgm:prSet presAssocID="{FD8927EE-F974-4505-A38B-D3B751F0BAEB}" presName="node" presStyleLbl="node1" presStyleIdx="0" presStyleCnt="5">
        <dgm:presLayoutVars>
          <dgm:bulletEnabled val="1"/>
        </dgm:presLayoutVars>
      </dgm:prSet>
      <dgm:spPr/>
    </dgm:pt>
    <dgm:pt modelId="{1C09ECAC-B6B2-4DF4-8F51-85D2FBE2BCB3}" type="pres">
      <dgm:prSet presAssocID="{EFDF08ED-65E0-4414-A766-BC85A9263146}" presName="sibTrans" presStyleCnt="0"/>
      <dgm:spPr/>
    </dgm:pt>
    <dgm:pt modelId="{1C8D93E1-9CF5-44C7-98F2-7D4C85863394}" type="pres">
      <dgm:prSet presAssocID="{E58BE960-F9F3-4724-B023-397C3148E7AC}" presName="node" presStyleLbl="node1" presStyleIdx="1" presStyleCnt="5">
        <dgm:presLayoutVars>
          <dgm:bulletEnabled val="1"/>
        </dgm:presLayoutVars>
      </dgm:prSet>
      <dgm:spPr/>
    </dgm:pt>
    <dgm:pt modelId="{F058AF7C-9811-4D38-9945-DFB55A675488}" type="pres">
      <dgm:prSet presAssocID="{4B5BDE81-9ED7-4AA0-A230-D0A76ADD6FE5}" presName="sibTrans" presStyleCnt="0"/>
      <dgm:spPr/>
    </dgm:pt>
    <dgm:pt modelId="{A796FA2E-8DDD-4CB6-ACA4-C225292D3182}" type="pres">
      <dgm:prSet presAssocID="{9B127B6F-D379-4177-BDC9-70B7B52B4E75}" presName="node" presStyleLbl="node1" presStyleIdx="2" presStyleCnt="5">
        <dgm:presLayoutVars>
          <dgm:bulletEnabled val="1"/>
        </dgm:presLayoutVars>
      </dgm:prSet>
      <dgm:spPr/>
    </dgm:pt>
    <dgm:pt modelId="{D61BA8D4-5CAE-4F24-AD7B-8A22DCA7EE12}" type="pres">
      <dgm:prSet presAssocID="{80186024-54FA-4801-B7B1-3072244B98F0}" presName="sibTrans" presStyleCnt="0"/>
      <dgm:spPr/>
    </dgm:pt>
    <dgm:pt modelId="{98F7AB5B-0669-415D-B9B3-97D38ABD1382}" type="pres">
      <dgm:prSet presAssocID="{183C652C-25DB-400C-9611-DA987A6DF567}" presName="node" presStyleLbl="node1" presStyleIdx="3" presStyleCnt="5">
        <dgm:presLayoutVars>
          <dgm:bulletEnabled val="1"/>
        </dgm:presLayoutVars>
      </dgm:prSet>
      <dgm:spPr/>
    </dgm:pt>
    <dgm:pt modelId="{ECD6D3AD-6736-40A7-900F-513B20E9DFE0}" type="pres">
      <dgm:prSet presAssocID="{824FBC7E-263E-4770-A18C-BA18FDFE6E15}" presName="sibTrans" presStyleCnt="0"/>
      <dgm:spPr/>
    </dgm:pt>
    <dgm:pt modelId="{9AB78B76-9824-4263-87D9-F7868B2C3688}" type="pres">
      <dgm:prSet presAssocID="{90CBAACC-FF1D-4C4A-A652-100054767F07}" presName="node" presStyleLbl="node1" presStyleIdx="4" presStyleCnt="5">
        <dgm:presLayoutVars>
          <dgm:bulletEnabled val="1"/>
        </dgm:presLayoutVars>
      </dgm:prSet>
      <dgm:spPr/>
    </dgm:pt>
  </dgm:ptLst>
  <dgm:cxnLst>
    <dgm:cxn modelId="{73A23823-3589-4CB7-997F-3016234B996C}" type="presOf" srcId="{E58BE960-F9F3-4724-B023-397C3148E7AC}" destId="{1C8D93E1-9CF5-44C7-98F2-7D4C85863394}" srcOrd="0" destOrd="0" presId="urn:microsoft.com/office/officeart/2005/8/layout/default"/>
    <dgm:cxn modelId="{05C2FA34-8B1A-44F5-AFAB-C3F1496A5F61}" type="presOf" srcId="{5F6F5228-07C1-4918-A08D-8CDD5E76C7F2}" destId="{5088A34E-8A6D-4714-AD1B-4723D2AA2A77}" srcOrd="0" destOrd="0" presId="urn:microsoft.com/office/officeart/2005/8/layout/default"/>
    <dgm:cxn modelId="{92F4C443-FA50-4564-9BD8-E131E80C1F32}" srcId="{5F6F5228-07C1-4918-A08D-8CDD5E76C7F2}" destId="{90CBAACC-FF1D-4C4A-A652-100054767F07}" srcOrd="4" destOrd="0" parTransId="{CBBDAD5C-D33B-4226-A018-6A91BD5ECAC8}" sibTransId="{19DF7A1B-1AF3-4F6C-B466-AEFF121EB4EA}"/>
    <dgm:cxn modelId="{1A6C2F44-4BB2-4274-9F3B-CCA87343B09B}" srcId="{5F6F5228-07C1-4918-A08D-8CDD5E76C7F2}" destId="{E58BE960-F9F3-4724-B023-397C3148E7AC}" srcOrd="1" destOrd="0" parTransId="{9F2A9CF7-10C7-4797-90B7-3BD4C7A4A3F4}" sibTransId="{4B5BDE81-9ED7-4AA0-A230-D0A76ADD6FE5}"/>
    <dgm:cxn modelId="{E6B17F44-C5C6-4FC0-A637-4779EE0401A4}" type="presOf" srcId="{183C652C-25DB-400C-9611-DA987A6DF567}" destId="{98F7AB5B-0669-415D-B9B3-97D38ABD1382}" srcOrd="0" destOrd="0" presId="urn:microsoft.com/office/officeart/2005/8/layout/default"/>
    <dgm:cxn modelId="{9B956E7D-0E02-43BA-B03F-0EBF5290A9DA}" type="presOf" srcId="{FD8927EE-F974-4505-A38B-D3B751F0BAEB}" destId="{37BEFA49-D03C-4336-B184-B6DA4E4B968B}" srcOrd="0" destOrd="0" presId="urn:microsoft.com/office/officeart/2005/8/layout/default"/>
    <dgm:cxn modelId="{EA3F307F-7EA5-4469-A112-63F7B3C96086}" srcId="{5F6F5228-07C1-4918-A08D-8CDD5E76C7F2}" destId="{FD8927EE-F974-4505-A38B-D3B751F0BAEB}" srcOrd="0" destOrd="0" parTransId="{4337737B-1C22-4483-B280-71405E9C3F21}" sibTransId="{EFDF08ED-65E0-4414-A766-BC85A9263146}"/>
    <dgm:cxn modelId="{C9BC248A-E6C2-4F13-AA00-25A9D28C7327}" srcId="{5F6F5228-07C1-4918-A08D-8CDD5E76C7F2}" destId="{183C652C-25DB-400C-9611-DA987A6DF567}" srcOrd="3" destOrd="0" parTransId="{79E96C08-64F6-4D55-ADE1-7489534FA2E0}" sibTransId="{824FBC7E-263E-4770-A18C-BA18FDFE6E15}"/>
    <dgm:cxn modelId="{EC041EB0-EE92-48D7-A09A-22DCDEA755B6}" type="presOf" srcId="{90CBAACC-FF1D-4C4A-A652-100054767F07}" destId="{9AB78B76-9824-4263-87D9-F7868B2C3688}" srcOrd="0" destOrd="0" presId="urn:microsoft.com/office/officeart/2005/8/layout/default"/>
    <dgm:cxn modelId="{FF1261B2-EC01-4A32-9586-E5AE317B9893}" srcId="{5F6F5228-07C1-4918-A08D-8CDD5E76C7F2}" destId="{9B127B6F-D379-4177-BDC9-70B7B52B4E75}" srcOrd="2" destOrd="0" parTransId="{BB94F01B-0E53-4C0B-9B4C-A9B94EFC90D4}" sibTransId="{80186024-54FA-4801-B7B1-3072244B98F0}"/>
    <dgm:cxn modelId="{900C71C8-9150-4531-8BBF-B25ED88A699A}" type="presOf" srcId="{9B127B6F-D379-4177-BDC9-70B7B52B4E75}" destId="{A796FA2E-8DDD-4CB6-ACA4-C225292D3182}" srcOrd="0" destOrd="0" presId="urn:microsoft.com/office/officeart/2005/8/layout/default"/>
    <dgm:cxn modelId="{9D7834BB-382B-45E9-B16F-FB8B9327E287}" type="presParOf" srcId="{5088A34E-8A6D-4714-AD1B-4723D2AA2A77}" destId="{37BEFA49-D03C-4336-B184-B6DA4E4B968B}" srcOrd="0" destOrd="0" presId="urn:microsoft.com/office/officeart/2005/8/layout/default"/>
    <dgm:cxn modelId="{DBA26C68-24A8-40EA-A8B5-921247802936}" type="presParOf" srcId="{5088A34E-8A6D-4714-AD1B-4723D2AA2A77}" destId="{1C09ECAC-B6B2-4DF4-8F51-85D2FBE2BCB3}" srcOrd="1" destOrd="0" presId="urn:microsoft.com/office/officeart/2005/8/layout/default"/>
    <dgm:cxn modelId="{BDAB5ECB-5C0E-4CAA-AAC9-1C6B2960F87C}" type="presParOf" srcId="{5088A34E-8A6D-4714-AD1B-4723D2AA2A77}" destId="{1C8D93E1-9CF5-44C7-98F2-7D4C85863394}" srcOrd="2" destOrd="0" presId="urn:microsoft.com/office/officeart/2005/8/layout/default"/>
    <dgm:cxn modelId="{0E241427-B32F-44DC-A384-6D1F0653E1B1}" type="presParOf" srcId="{5088A34E-8A6D-4714-AD1B-4723D2AA2A77}" destId="{F058AF7C-9811-4D38-9945-DFB55A675488}" srcOrd="3" destOrd="0" presId="urn:microsoft.com/office/officeart/2005/8/layout/default"/>
    <dgm:cxn modelId="{4034A643-49A6-46EC-83A5-C9E64171EB9F}" type="presParOf" srcId="{5088A34E-8A6D-4714-AD1B-4723D2AA2A77}" destId="{A796FA2E-8DDD-4CB6-ACA4-C225292D3182}" srcOrd="4" destOrd="0" presId="urn:microsoft.com/office/officeart/2005/8/layout/default"/>
    <dgm:cxn modelId="{58947646-4635-480B-95C5-BA35B5912FFA}" type="presParOf" srcId="{5088A34E-8A6D-4714-AD1B-4723D2AA2A77}" destId="{D61BA8D4-5CAE-4F24-AD7B-8A22DCA7EE12}" srcOrd="5" destOrd="0" presId="urn:microsoft.com/office/officeart/2005/8/layout/default"/>
    <dgm:cxn modelId="{F1697065-F0C5-4614-A1E4-7889741C6CD5}" type="presParOf" srcId="{5088A34E-8A6D-4714-AD1B-4723D2AA2A77}" destId="{98F7AB5B-0669-415D-B9B3-97D38ABD1382}" srcOrd="6" destOrd="0" presId="urn:microsoft.com/office/officeart/2005/8/layout/default"/>
    <dgm:cxn modelId="{09C40582-3D9A-4052-A189-DD4C489CADBE}" type="presParOf" srcId="{5088A34E-8A6D-4714-AD1B-4723D2AA2A77}" destId="{ECD6D3AD-6736-40A7-900F-513B20E9DFE0}" srcOrd="7" destOrd="0" presId="urn:microsoft.com/office/officeart/2005/8/layout/default"/>
    <dgm:cxn modelId="{2A971A2F-F4F9-45D5-B7F0-D174F27F119D}" type="presParOf" srcId="{5088A34E-8A6D-4714-AD1B-4723D2AA2A77}" destId="{9AB78B76-9824-4263-87D9-F7868B2C368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AD2EBB-95F2-472E-9B89-5DBBAF4B2AF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7669811-3915-4F26-A539-51F02E7AD8F5}">
      <dgm:prSet phldrT="[Text]"/>
      <dgm:spPr/>
      <dgm:t>
        <a:bodyPr/>
        <a:lstStyle/>
        <a:p>
          <a:r>
            <a:rPr lang="de-DE"/>
            <a:t>Item 1</a:t>
          </a:r>
        </a:p>
      </dgm:t>
    </dgm:pt>
    <dgm:pt modelId="{F00A02F6-FC24-42FB-86A6-892D7D430CBF}" type="parTrans" cxnId="{08AB631A-27BB-4525-A18A-9F2D248902BA}">
      <dgm:prSet/>
      <dgm:spPr/>
    </dgm:pt>
    <dgm:pt modelId="{BA15784E-42E1-4347-AF29-F6DBC364322D}" type="sibTrans" cxnId="{08AB631A-27BB-4525-A18A-9F2D248902BA}">
      <dgm:prSet/>
      <dgm:spPr/>
      <dgm:t>
        <a:bodyPr/>
        <a:lstStyle/>
        <a:p>
          <a:endParaRPr lang="de-DE"/>
        </a:p>
      </dgm:t>
    </dgm:pt>
    <dgm:pt modelId="{45B6E6C7-D6F7-41CD-B099-6867C69E5255}">
      <dgm:prSet phldrT="[Text]"/>
      <dgm:spPr/>
      <dgm:t>
        <a:bodyPr/>
        <a:lstStyle/>
        <a:p>
          <a:r>
            <a:rPr lang="de-DE"/>
            <a:t>Item 2</a:t>
          </a:r>
        </a:p>
      </dgm:t>
    </dgm:pt>
    <dgm:pt modelId="{E120B451-3E87-43E9-A0A3-374C7DC0C256}" type="parTrans" cxnId="{0CD32C8D-0497-436F-92C7-94FFA6C91913}">
      <dgm:prSet/>
      <dgm:spPr/>
    </dgm:pt>
    <dgm:pt modelId="{784E43C3-60FA-4ACA-B673-FBF2E108DE7F}" type="sibTrans" cxnId="{0CD32C8D-0497-436F-92C7-94FFA6C91913}">
      <dgm:prSet/>
      <dgm:spPr/>
      <dgm:t>
        <a:bodyPr/>
        <a:lstStyle/>
        <a:p>
          <a:endParaRPr lang="de-DE"/>
        </a:p>
      </dgm:t>
    </dgm:pt>
    <dgm:pt modelId="{FE114ACD-D499-4B72-AD28-67E30321EEC2}">
      <dgm:prSet phldrT="[Text]"/>
      <dgm:spPr/>
      <dgm:t>
        <a:bodyPr/>
        <a:lstStyle/>
        <a:p>
          <a:r>
            <a:rPr lang="de-DE"/>
            <a:t>Item 3</a:t>
          </a:r>
        </a:p>
      </dgm:t>
    </dgm:pt>
    <dgm:pt modelId="{D2DDC31F-6ED9-453E-8D70-9C8A0D77ABF8}" type="parTrans" cxnId="{175C214D-6004-40F2-BB3C-ED5AF8E82214}">
      <dgm:prSet/>
      <dgm:spPr/>
    </dgm:pt>
    <dgm:pt modelId="{9D81D52C-F0EB-467D-9E35-B81664452045}" type="sibTrans" cxnId="{175C214D-6004-40F2-BB3C-ED5AF8E82214}">
      <dgm:prSet/>
      <dgm:spPr/>
    </dgm:pt>
    <dgm:pt modelId="{0190F59A-2A64-4AD5-8E8D-9CED8CED7A76}" type="pres">
      <dgm:prSet presAssocID="{1CAD2EBB-95F2-472E-9B89-5DBBAF4B2AF6}" presName="Name0" presStyleCnt="0">
        <dgm:presLayoutVars>
          <dgm:dir/>
          <dgm:resizeHandles val="exact"/>
        </dgm:presLayoutVars>
      </dgm:prSet>
      <dgm:spPr/>
    </dgm:pt>
    <dgm:pt modelId="{32F568D2-6C31-40C8-8012-8B876535D73F}" type="pres">
      <dgm:prSet presAssocID="{D7669811-3915-4F26-A539-51F02E7AD8F5}" presName="node" presStyleLbl="node1" presStyleIdx="0" presStyleCnt="3">
        <dgm:presLayoutVars>
          <dgm:bulletEnabled val="1"/>
        </dgm:presLayoutVars>
      </dgm:prSet>
      <dgm:spPr/>
    </dgm:pt>
    <dgm:pt modelId="{541CB929-BA89-4703-B6D2-CED037B41B09}" type="pres">
      <dgm:prSet presAssocID="{BA15784E-42E1-4347-AF29-F6DBC364322D}" presName="sibTrans" presStyleLbl="sibTrans2D1" presStyleIdx="0" presStyleCnt="2"/>
      <dgm:spPr/>
    </dgm:pt>
    <dgm:pt modelId="{AF3BFA27-8FA5-46EF-BA00-192605B2465F}" type="pres">
      <dgm:prSet presAssocID="{BA15784E-42E1-4347-AF29-F6DBC364322D}" presName="connectorText" presStyleLbl="sibTrans2D1" presStyleIdx="0" presStyleCnt="2"/>
      <dgm:spPr/>
    </dgm:pt>
    <dgm:pt modelId="{9143B72F-EB81-421E-903F-B2F150F4BF9E}" type="pres">
      <dgm:prSet presAssocID="{45B6E6C7-D6F7-41CD-B099-6867C69E5255}" presName="node" presStyleLbl="node1" presStyleIdx="1" presStyleCnt="3">
        <dgm:presLayoutVars>
          <dgm:bulletEnabled val="1"/>
        </dgm:presLayoutVars>
      </dgm:prSet>
      <dgm:spPr/>
    </dgm:pt>
    <dgm:pt modelId="{60BD1362-A074-4F89-AE48-A7D6E117E406}" type="pres">
      <dgm:prSet presAssocID="{784E43C3-60FA-4ACA-B673-FBF2E108DE7F}" presName="sibTrans" presStyleLbl="sibTrans2D1" presStyleIdx="1" presStyleCnt="2"/>
      <dgm:spPr/>
    </dgm:pt>
    <dgm:pt modelId="{F4910F49-E4B4-448F-BB6E-9689F7460919}" type="pres">
      <dgm:prSet presAssocID="{784E43C3-60FA-4ACA-B673-FBF2E108DE7F}" presName="connectorText" presStyleLbl="sibTrans2D1" presStyleIdx="1" presStyleCnt="2"/>
      <dgm:spPr/>
    </dgm:pt>
    <dgm:pt modelId="{0C3AA57D-A51E-48D5-986F-5839649A21FF}" type="pres">
      <dgm:prSet presAssocID="{FE114ACD-D499-4B72-AD28-67E30321EEC2}" presName="node" presStyleLbl="node1" presStyleIdx="2" presStyleCnt="3">
        <dgm:presLayoutVars>
          <dgm:bulletEnabled val="1"/>
        </dgm:presLayoutVars>
      </dgm:prSet>
      <dgm:spPr/>
    </dgm:pt>
  </dgm:ptLst>
  <dgm:cxnLst>
    <dgm:cxn modelId="{08AB631A-27BB-4525-A18A-9F2D248902BA}" srcId="{1CAD2EBB-95F2-472E-9B89-5DBBAF4B2AF6}" destId="{D7669811-3915-4F26-A539-51F02E7AD8F5}" srcOrd="0" destOrd="0" parTransId="{F00A02F6-FC24-42FB-86A6-892D7D430CBF}" sibTransId="{BA15784E-42E1-4347-AF29-F6DBC364322D}"/>
    <dgm:cxn modelId="{EACCED1F-AAE5-49B2-A51A-9561D384A83C}" type="presOf" srcId="{1CAD2EBB-95F2-472E-9B89-5DBBAF4B2AF6}" destId="{0190F59A-2A64-4AD5-8E8D-9CED8CED7A76}" srcOrd="0" destOrd="0" presId="urn:microsoft.com/office/officeart/2005/8/layout/process1"/>
    <dgm:cxn modelId="{C0FEEF38-90E9-4403-9160-665421864D75}" type="presOf" srcId="{FE114ACD-D499-4B72-AD28-67E30321EEC2}" destId="{0C3AA57D-A51E-48D5-986F-5839649A21FF}" srcOrd="0" destOrd="0" presId="urn:microsoft.com/office/officeart/2005/8/layout/process1"/>
    <dgm:cxn modelId="{D4D80B3F-91DB-492A-967B-0047374A468B}" type="presOf" srcId="{784E43C3-60FA-4ACA-B673-FBF2E108DE7F}" destId="{F4910F49-E4B4-448F-BB6E-9689F7460919}" srcOrd="1" destOrd="0" presId="urn:microsoft.com/office/officeart/2005/8/layout/process1"/>
    <dgm:cxn modelId="{4DDBA145-2B57-4673-B0BE-DEF26801EA32}" type="presOf" srcId="{784E43C3-60FA-4ACA-B673-FBF2E108DE7F}" destId="{60BD1362-A074-4F89-AE48-A7D6E117E406}" srcOrd="0" destOrd="0" presId="urn:microsoft.com/office/officeart/2005/8/layout/process1"/>
    <dgm:cxn modelId="{11F1E76C-47FB-4E6A-9920-AE0CDE011AC6}" type="presOf" srcId="{BA15784E-42E1-4347-AF29-F6DBC364322D}" destId="{AF3BFA27-8FA5-46EF-BA00-192605B2465F}" srcOrd="1" destOrd="0" presId="urn:microsoft.com/office/officeart/2005/8/layout/process1"/>
    <dgm:cxn modelId="{175C214D-6004-40F2-BB3C-ED5AF8E82214}" srcId="{1CAD2EBB-95F2-472E-9B89-5DBBAF4B2AF6}" destId="{FE114ACD-D499-4B72-AD28-67E30321EEC2}" srcOrd="2" destOrd="0" parTransId="{D2DDC31F-6ED9-453E-8D70-9C8A0D77ABF8}" sibTransId="{9D81D52C-F0EB-467D-9E35-B81664452045}"/>
    <dgm:cxn modelId="{0CD32C8D-0497-436F-92C7-94FFA6C91913}" srcId="{1CAD2EBB-95F2-472E-9B89-5DBBAF4B2AF6}" destId="{45B6E6C7-D6F7-41CD-B099-6867C69E5255}" srcOrd="1" destOrd="0" parTransId="{E120B451-3E87-43E9-A0A3-374C7DC0C256}" sibTransId="{784E43C3-60FA-4ACA-B673-FBF2E108DE7F}"/>
    <dgm:cxn modelId="{89CC05AC-BC6B-46DF-88F8-F1C54D79A874}" type="presOf" srcId="{D7669811-3915-4F26-A539-51F02E7AD8F5}" destId="{32F568D2-6C31-40C8-8012-8B876535D73F}" srcOrd="0" destOrd="0" presId="urn:microsoft.com/office/officeart/2005/8/layout/process1"/>
    <dgm:cxn modelId="{8C1976E1-EF5A-44D7-8247-547D030BB09D}" type="presOf" srcId="{BA15784E-42E1-4347-AF29-F6DBC364322D}" destId="{541CB929-BA89-4703-B6D2-CED037B41B09}" srcOrd="0" destOrd="0" presId="urn:microsoft.com/office/officeart/2005/8/layout/process1"/>
    <dgm:cxn modelId="{88EBF5E6-529A-4A02-95CE-940A56A394C9}" type="presOf" srcId="{45B6E6C7-D6F7-41CD-B099-6867C69E5255}" destId="{9143B72F-EB81-421E-903F-B2F150F4BF9E}" srcOrd="0" destOrd="0" presId="urn:microsoft.com/office/officeart/2005/8/layout/process1"/>
    <dgm:cxn modelId="{C206B37C-1CE7-4B2E-89D9-D62B76B9FD28}" type="presParOf" srcId="{0190F59A-2A64-4AD5-8E8D-9CED8CED7A76}" destId="{32F568D2-6C31-40C8-8012-8B876535D73F}" srcOrd="0" destOrd="0" presId="urn:microsoft.com/office/officeart/2005/8/layout/process1"/>
    <dgm:cxn modelId="{2B9D749F-E1B4-4F7B-B4B3-14E3DEB3E75F}" type="presParOf" srcId="{0190F59A-2A64-4AD5-8E8D-9CED8CED7A76}" destId="{541CB929-BA89-4703-B6D2-CED037B41B09}" srcOrd="1" destOrd="0" presId="urn:microsoft.com/office/officeart/2005/8/layout/process1"/>
    <dgm:cxn modelId="{29CCCCF3-89B3-4B54-A2E0-7495FF8F9EC2}" type="presParOf" srcId="{541CB929-BA89-4703-B6D2-CED037B41B09}" destId="{AF3BFA27-8FA5-46EF-BA00-192605B2465F}" srcOrd="0" destOrd="0" presId="urn:microsoft.com/office/officeart/2005/8/layout/process1"/>
    <dgm:cxn modelId="{F2BE9E86-1039-48D4-9825-A2693EAB91E4}" type="presParOf" srcId="{0190F59A-2A64-4AD5-8E8D-9CED8CED7A76}" destId="{9143B72F-EB81-421E-903F-B2F150F4BF9E}" srcOrd="2" destOrd="0" presId="urn:microsoft.com/office/officeart/2005/8/layout/process1"/>
    <dgm:cxn modelId="{26D465A3-4C8E-4E77-A8C8-C5050C1BE498}" type="presParOf" srcId="{0190F59A-2A64-4AD5-8E8D-9CED8CED7A76}" destId="{60BD1362-A074-4F89-AE48-A7D6E117E406}" srcOrd="3" destOrd="0" presId="urn:microsoft.com/office/officeart/2005/8/layout/process1"/>
    <dgm:cxn modelId="{329AD722-17E2-4EEA-A581-7033D9F6400F}" type="presParOf" srcId="{60BD1362-A074-4F89-AE48-A7D6E117E406}" destId="{F4910F49-E4B4-448F-BB6E-9689F7460919}" srcOrd="0" destOrd="0" presId="urn:microsoft.com/office/officeart/2005/8/layout/process1"/>
    <dgm:cxn modelId="{ACD6E90D-AAD3-469D-AC27-ED653B66E6E9}" type="presParOf" srcId="{0190F59A-2A64-4AD5-8E8D-9CED8CED7A76}" destId="{0C3AA57D-A51E-48D5-986F-5839649A21F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322AD3-8249-4260-A204-086EECBA170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AEB157B-96D9-4D4E-9709-74EBB2130AEC}">
      <dgm:prSet phldrT="[Text]"/>
      <dgm:spPr/>
      <dgm:t>
        <a:bodyPr/>
        <a:lstStyle/>
        <a:p>
          <a:r>
            <a:rPr lang="de-DE"/>
            <a:t>Item 1</a:t>
          </a:r>
        </a:p>
      </dgm:t>
    </dgm:pt>
    <dgm:pt modelId="{4B7E54C0-DFAF-4B7A-8D2B-22D8222C839B}" type="parTrans" cxnId="{11DE89B1-87F7-4AEB-9970-504515262DF7}">
      <dgm:prSet/>
      <dgm:spPr/>
      <dgm:t>
        <a:bodyPr/>
        <a:lstStyle/>
        <a:p>
          <a:endParaRPr lang="de-DE"/>
        </a:p>
      </dgm:t>
    </dgm:pt>
    <dgm:pt modelId="{A997B1FF-4510-4A4C-9365-0727281AA848}" type="sibTrans" cxnId="{11DE89B1-87F7-4AEB-9970-504515262DF7}">
      <dgm:prSet/>
      <dgm:spPr/>
      <dgm:t>
        <a:bodyPr/>
        <a:lstStyle/>
        <a:p>
          <a:endParaRPr lang="de-DE"/>
        </a:p>
      </dgm:t>
    </dgm:pt>
    <dgm:pt modelId="{62EEF900-49F3-44E9-985C-75AA70E46087}">
      <dgm:prSet phldrT="[Text]"/>
      <dgm:spPr/>
      <dgm:t>
        <a:bodyPr/>
        <a:lstStyle/>
        <a:p>
          <a:r>
            <a:rPr lang="de-DE"/>
            <a:t>Item 2</a:t>
          </a:r>
        </a:p>
      </dgm:t>
    </dgm:pt>
    <dgm:pt modelId="{2E9FD2FB-095F-47BE-B5A9-013830611E8D}" type="parTrans" cxnId="{F57AB0DE-F57F-4BD9-B11A-5D28425C93C1}">
      <dgm:prSet/>
      <dgm:spPr/>
      <dgm:t>
        <a:bodyPr/>
        <a:lstStyle/>
        <a:p>
          <a:endParaRPr lang="de-DE"/>
        </a:p>
      </dgm:t>
    </dgm:pt>
    <dgm:pt modelId="{AF8690EE-FAF5-4441-B29A-227C1411AB1C}" type="sibTrans" cxnId="{F57AB0DE-F57F-4BD9-B11A-5D28425C93C1}">
      <dgm:prSet/>
      <dgm:spPr/>
      <dgm:t>
        <a:bodyPr/>
        <a:lstStyle/>
        <a:p>
          <a:endParaRPr lang="de-DE"/>
        </a:p>
      </dgm:t>
    </dgm:pt>
    <dgm:pt modelId="{C33D3555-28DA-4970-97C8-3B38084DDC99}">
      <dgm:prSet phldrT="[Text]"/>
      <dgm:spPr/>
      <dgm:t>
        <a:bodyPr/>
        <a:lstStyle/>
        <a:p>
          <a:r>
            <a:rPr lang="de-DE"/>
            <a:t>Item 3</a:t>
          </a:r>
        </a:p>
      </dgm:t>
    </dgm:pt>
    <dgm:pt modelId="{B13AF3F5-0891-4587-8D11-9F274B76DE61}" type="parTrans" cxnId="{FED398C4-43EE-4C76-B578-E55B4AED9ECA}">
      <dgm:prSet/>
      <dgm:spPr/>
      <dgm:t>
        <a:bodyPr/>
        <a:lstStyle/>
        <a:p>
          <a:endParaRPr lang="de-DE"/>
        </a:p>
      </dgm:t>
    </dgm:pt>
    <dgm:pt modelId="{3E6498A6-73CE-4C77-AC25-F471DB1943FA}" type="sibTrans" cxnId="{FED398C4-43EE-4C76-B578-E55B4AED9ECA}">
      <dgm:prSet/>
      <dgm:spPr/>
      <dgm:t>
        <a:bodyPr/>
        <a:lstStyle/>
        <a:p>
          <a:endParaRPr lang="de-DE"/>
        </a:p>
      </dgm:t>
    </dgm:pt>
    <dgm:pt modelId="{31DB4A20-F8DC-47E6-86A1-D9F493C88AF2}">
      <dgm:prSet phldrT="[Text]"/>
      <dgm:spPr/>
      <dgm:t>
        <a:bodyPr/>
        <a:lstStyle/>
        <a:p>
          <a:r>
            <a:rPr lang="de-DE"/>
            <a:t>Item 4</a:t>
          </a:r>
        </a:p>
      </dgm:t>
    </dgm:pt>
    <dgm:pt modelId="{A1F96A70-5480-4B11-88CD-C5CC5C26C6DC}" type="parTrans" cxnId="{75B28260-4C30-4F47-88CD-4D5029411C11}">
      <dgm:prSet/>
      <dgm:spPr/>
      <dgm:t>
        <a:bodyPr/>
        <a:lstStyle/>
        <a:p>
          <a:endParaRPr lang="de-DE"/>
        </a:p>
      </dgm:t>
    </dgm:pt>
    <dgm:pt modelId="{6EB9E0DD-B85E-4D8A-8F07-FAA3A9590C40}" type="sibTrans" cxnId="{75B28260-4C30-4F47-88CD-4D5029411C11}">
      <dgm:prSet/>
      <dgm:spPr/>
      <dgm:t>
        <a:bodyPr/>
        <a:lstStyle/>
        <a:p>
          <a:endParaRPr lang="de-DE"/>
        </a:p>
      </dgm:t>
    </dgm:pt>
    <dgm:pt modelId="{B6A002B2-C300-42A0-AFD7-8E5B438C0628}">
      <dgm:prSet phldrT="[Text]"/>
      <dgm:spPr/>
      <dgm:t>
        <a:bodyPr/>
        <a:lstStyle/>
        <a:p>
          <a:r>
            <a:rPr lang="de-DE"/>
            <a:t>Item 5</a:t>
          </a:r>
        </a:p>
      </dgm:t>
    </dgm:pt>
    <dgm:pt modelId="{CB81F5CB-CFEE-44A4-9E54-B068DFBA5BB4}" type="parTrans" cxnId="{E4A18FA6-DFA6-46E7-AAB4-30AE627DD7DB}">
      <dgm:prSet/>
      <dgm:spPr/>
      <dgm:t>
        <a:bodyPr/>
        <a:lstStyle/>
        <a:p>
          <a:endParaRPr lang="de-DE"/>
        </a:p>
      </dgm:t>
    </dgm:pt>
    <dgm:pt modelId="{A1EB5C91-1D62-4BD7-8418-265975009B50}" type="sibTrans" cxnId="{E4A18FA6-DFA6-46E7-AAB4-30AE627DD7DB}">
      <dgm:prSet/>
      <dgm:spPr/>
      <dgm:t>
        <a:bodyPr/>
        <a:lstStyle/>
        <a:p>
          <a:endParaRPr lang="de-DE"/>
        </a:p>
      </dgm:t>
    </dgm:pt>
    <dgm:pt modelId="{E86F9523-AF64-4950-8F10-1DE910ECB7AE}" type="pres">
      <dgm:prSet presAssocID="{0B322AD3-8249-4260-A204-086EECBA170F}" presName="cycle" presStyleCnt="0">
        <dgm:presLayoutVars>
          <dgm:dir/>
          <dgm:resizeHandles val="exact"/>
        </dgm:presLayoutVars>
      </dgm:prSet>
      <dgm:spPr/>
    </dgm:pt>
    <dgm:pt modelId="{5610FDCE-2FFB-4DE3-B5F0-3EDF8E5E9979}" type="pres">
      <dgm:prSet presAssocID="{CAEB157B-96D9-4D4E-9709-74EBB2130AEC}" presName="node" presStyleLbl="node1" presStyleIdx="0" presStyleCnt="5">
        <dgm:presLayoutVars>
          <dgm:bulletEnabled val="1"/>
        </dgm:presLayoutVars>
      </dgm:prSet>
      <dgm:spPr/>
    </dgm:pt>
    <dgm:pt modelId="{82C1F7F4-4635-41EE-B87E-1EAF4A732BF4}" type="pres">
      <dgm:prSet presAssocID="{A997B1FF-4510-4A4C-9365-0727281AA848}" presName="sibTrans" presStyleLbl="sibTrans2D1" presStyleIdx="0" presStyleCnt="5"/>
      <dgm:spPr/>
    </dgm:pt>
    <dgm:pt modelId="{6BFD000C-5162-4DBF-B4CC-F653ED0FABF9}" type="pres">
      <dgm:prSet presAssocID="{A997B1FF-4510-4A4C-9365-0727281AA848}" presName="connectorText" presStyleLbl="sibTrans2D1" presStyleIdx="0" presStyleCnt="5"/>
      <dgm:spPr/>
    </dgm:pt>
    <dgm:pt modelId="{7ADE0F25-1BAE-47D8-8846-5E4C7F2C11E2}" type="pres">
      <dgm:prSet presAssocID="{62EEF900-49F3-44E9-985C-75AA70E46087}" presName="node" presStyleLbl="node1" presStyleIdx="1" presStyleCnt="5">
        <dgm:presLayoutVars>
          <dgm:bulletEnabled val="1"/>
        </dgm:presLayoutVars>
      </dgm:prSet>
      <dgm:spPr/>
    </dgm:pt>
    <dgm:pt modelId="{C201A9D5-40DA-4C41-A156-F1CB66D86F53}" type="pres">
      <dgm:prSet presAssocID="{AF8690EE-FAF5-4441-B29A-227C1411AB1C}" presName="sibTrans" presStyleLbl="sibTrans2D1" presStyleIdx="1" presStyleCnt="5"/>
      <dgm:spPr/>
    </dgm:pt>
    <dgm:pt modelId="{B4F12F84-501A-47FB-9A07-5A4A50BA528B}" type="pres">
      <dgm:prSet presAssocID="{AF8690EE-FAF5-4441-B29A-227C1411AB1C}" presName="connectorText" presStyleLbl="sibTrans2D1" presStyleIdx="1" presStyleCnt="5"/>
      <dgm:spPr/>
    </dgm:pt>
    <dgm:pt modelId="{54899836-D95B-4324-9449-7C37189CAEDB}" type="pres">
      <dgm:prSet presAssocID="{C33D3555-28DA-4970-97C8-3B38084DDC99}" presName="node" presStyleLbl="node1" presStyleIdx="2" presStyleCnt="5">
        <dgm:presLayoutVars>
          <dgm:bulletEnabled val="1"/>
        </dgm:presLayoutVars>
      </dgm:prSet>
      <dgm:spPr/>
    </dgm:pt>
    <dgm:pt modelId="{2AB09EC2-44F9-4C4B-9BA9-7C68F317DCF2}" type="pres">
      <dgm:prSet presAssocID="{3E6498A6-73CE-4C77-AC25-F471DB1943FA}" presName="sibTrans" presStyleLbl="sibTrans2D1" presStyleIdx="2" presStyleCnt="5"/>
      <dgm:spPr/>
    </dgm:pt>
    <dgm:pt modelId="{8C86BCBB-19FE-49EA-9478-65E092432AB3}" type="pres">
      <dgm:prSet presAssocID="{3E6498A6-73CE-4C77-AC25-F471DB1943FA}" presName="connectorText" presStyleLbl="sibTrans2D1" presStyleIdx="2" presStyleCnt="5"/>
      <dgm:spPr/>
    </dgm:pt>
    <dgm:pt modelId="{EF14F152-DFF8-4614-8814-AAA6725252B6}" type="pres">
      <dgm:prSet presAssocID="{31DB4A20-F8DC-47E6-86A1-D9F493C88AF2}" presName="node" presStyleLbl="node1" presStyleIdx="3" presStyleCnt="5">
        <dgm:presLayoutVars>
          <dgm:bulletEnabled val="1"/>
        </dgm:presLayoutVars>
      </dgm:prSet>
      <dgm:spPr/>
    </dgm:pt>
    <dgm:pt modelId="{F5DD06C2-FBBA-4F18-8DC0-A80CA68E4C3E}" type="pres">
      <dgm:prSet presAssocID="{6EB9E0DD-B85E-4D8A-8F07-FAA3A9590C40}" presName="sibTrans" presStyleLbl="sibTrans2D1" presStyleIdx="3" presStyleCnt="5"/>
      <dgm:spPr/>
    </dgm:pt>
    <dgm:pt modelId="{8708C12E-53F8-4F1A-9091-39185AFA93AF}" type="pres">
      <dgm:prSet presAssocID="{6EB9E0DD-B85E-4D8A-8F07-FAA3A9590C40}" presName="connectorText" presStyleLbl="sibTrans2D1" presStyleIdx="3" presStyleCnt="5"/>
      <dgm:spPr/>
    </dgm:pt>
    <dgm:pt modelId="{EC5EB11A-08C9-4DD0-94FD-FF0AD2729741}" type="pres">
      <dgm:prSet presAssocID="{B6A002B2-C300-42A0-AFD7-8E5B438C0628}" presName="node" presStyleLbl="node1" presStyleIdx="4" presStyleCnt="5">
        <dgm:presLayoutVars>
          <dgm:bulletEnabled val="1"/>
        </dgm:presLayoutVars>
      </dgm:prSet>
      <dgm:spPr/>
    </dgm:pt>
    <dgm:pt modelId="{1F5417C0-A1C6-4DD8-96E2-029D4897B3E1}" type="pres">
      <dgm:prSet presAssocID="{A1EB5C91-1D62-4BD7-8418-265975009B50}" presName="sibTrans" presStyleLbl="sibTrans2D1" presStyleIdx="4" presStyleCnt="5"/>
      <dgm:spPr/>
    </dgm:pt>
    <dgm:pt modelId="{CC8E2C02-E366-4645-8418-4417F97FF6A1}" type="pres">
      <dgm:prSet presAssocID="{A1EB5C91-1D62-4BD7-8418-265975009B50}" presName="connectorText" presStyleLbl="sibTrans2D1" presStyleIdx="4" presStyleCnt="5"/>
      <dgm:spPr/>
    </dgm:pt>
  </dgm:ptLst>
  <dgm:cxnLst>
    <dgm:cxn modelId="{14539B33-CE9D-4E64-97E6-C058BE360D62}" type="presOf" srcId="{B6A002B2-C300-42A0-AFD7-8E5B438C0628}" destId="{EC5EB11A-08C9-4DD0-94FD-FF0AD2729741}" srcOrd="0" destOrd="0" presId="urn:microsoft.com/office/officeart/2005/8/layout/cycle2"/>
    <dgm:cxn modelId="{75B28260-4C30-4F47-88CD-4D5029411C11}" srcId="{0B322AD3-8249-4260-A204-086EECBA170F}" destId="{31DB4A20-F8DC-47E6-86A1-D9F493C88AF2}" srcOrd="3" destOrd="0" parTransId="{A1F96A70-5480-4B11-88CD-C5CC5C26C6DC}" sibTransId="{6EB9E0DD-B85E-4D8A-8F07-FAA3A9590C40}"/>
    <dgm:cxn modelId="{2AEEF264-6CFF-4C4B-BCE7-D00675221292}" type="presOf" srcId="{0B322AD3-8249-4260-A204-086EECBA170F}" destId="{E86F9523-AF64-4950-8F10-1DE910ECB7AE}" srcOrd="0" destOrd="0" presId="urn:microsoft.com/office/officeart/2005/8/layout/cycle2"/>
    <dgm:cxn modelId="{0F9F0D69-9F8C-462E-B2E0-EEFB5B0461FF}" type="presOf" srcId="{A1EB5C91-1D62-4BD7-8418-265975009B50}" destId="{1F5417C0-A1C6-4DD8-96E2-029D4897B3E1}" srcOrd="0" destOrd="0" presId="urn:microsoft.com/office/officeart/2005/8/layout/cycle2"/>
    <dgm:cxn modelId="{32BB424E-AC56-4F58-8C31-45F228140E4C}" type="presOf" srcId="{C33D3555-28DA-4970-97C8-3B38084DDC99}" destId="{54899836-D95B-4324-9449-7C37189CAEDB}" srcOrd="0" destOrd="0" presId="urn:microsoft.com/office/officeart/2005/8/layout/cycle2"/>
    <dgm:cxn modelId="{E6FE627F-EE0E-4A9D-A4F0-4BE0BE3BA47E}" type="presOf" srcId="{6EB9E0DD-B85E-4D8A-8F07-FAA3A9590C40}" destId="{8708C12E-53F8-4F1A-9091-39185AFA93AF}" srcOrd="1" destOrd="0" presId="urn:microsoft.com/office/officeart/2005/8/layout/cycle2"/>
    <dgm:cxn modelId="{8EACCC93-3CA9-4B56-A52E-C0C16B8D5B74}" type="presOf" srcId="{AF8690EE-FAF5-4441-B29A-227C1411AB1C}" destId="{B4F12F84-501A-47FB-9A07-5A4A50BA528B}" srcOrd="1" destOrd="0" presId="urn:microsoft.com/office/officeart/2005/8/layout/cycle2"/>
    <dgm:cxn modelId="{8F4831A3-ED8D-4A5D-990D-851CAB33BACB}" type="presOf" srcId="{3E6498A6-73CE-4C77-AC25-F471DB1943FA}" destId="{2AB09EC2-44F9-4C4B-9BA9-7C68F317DCF2}" srcOrd="0" destOrd="0" presId="urn:microsoft.com/office/officeart/2005/8/layout/cycle2"/>
    <dgm:cxn modelId="{0774F3A4-8708-4893-B852-65FB4EFE3F15}" type="presOf" srcId="{A1EB5C91-1D62-4BD7-8418-265975009B50}" destId="{CC8E2C02-E366-4645-8418-4417F97FF6A1}" srcOrd="1" destOrd="0" presId="urn:microsoft.com/office/officeart/2005/8/layout/cycle2"/>
    <dgm:cxn modelId="{992EA0A5-B96A-4010-8460-DA9080E4E119}" type="presOf" srcId="{6EB9E0DD-B85E-4D8A-8F07-FAA3A9590C40}" destId="{F5DD06C2-FBBA-4F18-8DC0-A80CA68E4C3E}" srcOrd="0" destOrd="0" presId="urn:microsoft.com/office/officeart/2005/8/layout/cycle2"/>
    <dgm:cxn modelId="{F81562A6-1D7B-4B56-9C11-1F792FB9A89F}" type="presOf" srcId="{3E6498A6-73CE-4C77-AC25-F471DB1943FA}" destId="{8C86BCBB-19FE-49EA-9478-65E092432AB3}" srcOrd="1" destOrd="0" presId="urn:microsoft.com/office/officeart/2005/8/layout/cycle2"/>
    <dgm:cxn modelId="{E4A18FA6-DFA6-46E7-AAB4-30AE627DD7DB}" srcId="{0B322AD3-8249-4260-A204-086EECBA170F}" destId="{B6A002B2-C300-42A0-AFD7-8E5B438C0628}" srcOrd="4" destOrd="0" parTransId="{CB81F5CB-CFEE-44A4-9E54-B068DFBA5BB4}" sibTransId="{A1EB5C91-1D62-4BD7-8418-265975009B50}"/>
    <dgm:cxn modelId="{AEFB51B0-804D-493F-941D-B96321BC4317}" type="presOf" srcId="{A997B1FF-4510-4A4C-9365-0727281AA848}" destId="{6BFD000C-5162-4DBF-B4CC-F653ED0FABF9}" srcOrd="1" destOrd="0" presId="urn:microsoft.com/office/officeart/2005/8/layout/cycle2"/>
    <dgm:cxn modelId="{11DE89B1-87F7-4AEB-9970-504515262DF7}" srcId="{0B322AD3-8249-4260-A204-086EECBA170F}" destId="{CAEB157B-96D9-4D4E-9709-74EBB2130AEC}" srcOrd="0" destOrd="0" parTransId="{4B7E54C0-DFAF-4B7A-8D2B-22D8222C839B}" sibTransId="{A997B1FF-4510-4A4C-9365-0727281AA848}"/>
    <dgm:cxn modelId="{054F27BA-951E-4595-B19E-DACE726DB628}" type="presOf" srcId="{AF8690EE-FAF5-4441-B29A-227C1411AB1C}" destId="{C201A9D5-40DA-4C41-A156-F1CB66D86F53}" srcOrd="0" destOrd="0" presId="urn:microsoft.com/office/officeart/2005/8/layout/cycle2"/>
    <dgm:cxn modelId="{E78D09BD-D6B4-4B28-AF2F-BD6EFD3539E8}" type="presOf" srcId="{CAEB157B-96D9-4D4E-9709-74EBB2130AEC}" destId="{5610FDCE-2FFB-4DE3-B5F0-3EDF8E5E9979}" srcOrd="0" destOrd="0" presId="urn:microsoft.com/office/officeart/2005/8/layout/cycle2"/>
    <dgm:cxn modelId="{FED398C4-43EE-4C76-B578-E55B4AED9ECA}" srcId="{0B322AD3-8249-4260-A204-086EECBA170F}" destId="{C33D3555-28DA-4970-97C8-3B38084DDC99}" srcOrd="2" destOrd="0" parTransId="{B13AF3F5-0891-4587-8D11-9F274B76DE61}" sibTransId="{3E6498A6-73CE-4C77-AC25-F471DB1943FA}"/>
    <dgm:cxn modelId="{D288D1DA-0C55-4517-9204-F27258935BED}" type="presOf" srcId="{31DB4A20-F8DC-47E6-86A1-D9F493C88AF2}" destId="{EF14F152-DFF8-4614-8814-AAA6725252B6}" srcOrd="0" destOrd="0" presId="urn:microsoft.com/office/officeart/2005/8/layout/cycle2"/>
    <dgm:cxn modelId="{F57AB0DE-F57F-4BD9-B11A-5D28425C93C1}" srcId="{0B322AD3-8249-4260-A204-086EECBA170F}" destId="{62EEF900-49F3-44E9-985C-75AA70E46087}" srcOrd="1" destOrd="0" parTransId="{2E9FD2FB-095F-47BE-B5A9-013830611E8D}" sibTransId="{AF8690EE-FAF5-4441-B29A-227C1411AB1C}"/>
    <dgm:cxn modelId="{BA8D97EE-F34B-4781-8A5B-C6003661A843}" type="presOf" srcId="{62EEF900-49F3-44E9-985C-75AA70E46087}" destId="{7ADE0F25-1BAE-47D8-8846-5E4C7F2C11E2}" srcOrd="0" destOrd="0" presId="urn:microsoft.com/office/officeart/2005/8/layout/cycle2"/>
    <dgm:cxn modelId="{7A0682F7-ACC7-46D6-BA5B-C6A325BC615A}" type="presOf" srcId="{A997B1FF-4510-4A4C-9365-0727281AA848}" destId="{82C1F7F4-4635-41EE-B87E-1EAF4A732BF4}" srcOrd="0" destOrd="0" presId="urn:microsoft.com/office/officeart/2005/8/layout/cycle2"/>
    <dgm:cxn modelId="{607190CC-E998-4D64-B9CB-D0FDDBBBC0DC}" type="presParOf" srcId="{E86F9523-AF64-4950-8F10-1DE910ECB7AE}" destId="{5610FDCE-2FFB-4DE3-B5F0-3EDF8E5E9979}" srcOrd="0" destOrd="0" presId="urn:microsoft.com/office/officeart/2005/8/layout/cycle2"/>
    <dgm:cxn modelId="{FCDEA106-7540-4840-8E20-C5D2B26B738C}" type="presParOf" srcId="{E86F9523-AF64-4950-8F10-1DE910ECB7AE}" destId="{82C1F7F4-4635-41EE-B87E-1EAF4A732BF4}" srcOrd="1" destOrd="0" presId="urn:microsoft.com/office/officeart/2005/8/layout/cycle2"/>
    <dgm:cxn modelId="{6104173F-FD4C-41BF-B06D-E15A44A307FE}" type="presParOf" srcId="{82C1F7F4-4635-41EE-B87E-1EAF4A732BF4}" destId="{6BFD000C-5162-4DBF-B4CC-F653ED0FABF9}" srcOrd="0" destOrd="0" presId="urn:microsoft.com/office/officeart/2005/8/layout/cycle2"/>
    <dgm:cxn modelId="{5300C29B-56A4-4484-BC3D-AD677680BF4C}" type="presParOf" srcId="{E86F9523-AF64-4950-8F10-1DE910ECB7AE}" destId="{7ADE0F25-1BAE-47D8-8846-5E4C7F2C11E2}" srcOrd="2" destOrd="0" presId="urn:microsoft.com/office/officeart/2005/8/layout/cycle2"/>
    <dgm:cxn modelId="{8DB3A38E-8D7A-4B7E-A108-BDDFB032F191}" type="presParOf" srcId="{E86F9523-AF64-4950-8F10-1DE910ECB7AE}" destId="{C201A9D5-40DA-4C41-A156-F1CB66D86F53}" srcOrd="3" destOrd="0" presId="urn:microsoft.com/office/officeart/2005/8/layout/cycle2"/>
    <dgm:cxn modelId="{B336AEF7-1D47-4DE4-BCE9-E6327926BBF6}" type="presParOf" srcId="{C201A9D5-40DA-4C41-A156-F1CB66D86F53}" destId="{B4F12F84-501A-47FB-9A07-5A4A50BA528B}" srcOrd="0" destOrd="0" presId="urn:microsoft.com/office/officeart/2005/8/layout/cycle2"/>
    <dgm:cxn modelId="{4F44277C-B11F-43E5-9E2F-A9A13D65B2E5}" type="presParOf" srcId="{E86F9523-AF64-4950-8F10-1DE910ECB7AE}" destId="{54899836-D95B-4324-9449-7C37189CAEDB}" srcOrd="4" destOrd="0" presId="urn:microsoft.com/office/officeart/2005/8/layout/cycle2"/>
    <dgm:cxn modelId="{18F2D9FC-E53C-4929-849E-DDC3A469E661}" type="presParOf" srcId="{E86F9523-AF64-4950-8F10-1DE910ECB7AE}" destId="{2AB09EC2-44F9-4C4B-9BA9-7C68F317DCF2}" srcOrd="5" destOrd="0" presId="urn:microsoft.com/office/officeart/2005/8/layout/cycle2"/>
    <dgm:cxn modelId="{5EBF05A9-F110-4166-B256-C0F2E1BFDEC7}" type="presParOf" srcId="{2AB09EC2-44F9-4C4B-9BA9-7C68F317DCF2}" destId="{8C86BCBB-19FE-49EA-9478-65E092432AB3}" srcOrd="0" destOrd="0" presId="urn:microsoft.com/office/officeart/2005/8/layout/cycle2"/>
    <dgm:cxn modelId="{0BA62285-5766-4CF7-8C9E-DD0CFE4853EA}" type="presParOf" srcId="{E86F9523-AF64-4950-8F10-1DE910ECB7AE}" destId="{EF14F152-DFF8-4614-8814-AAA6725252B6}" srcOrd="6" destOrd="0" presId="urn:microsoft.com/office/officeart/2005/8/layout/cycle2"/>
    <dgm:cxn modelId="{D42703D1-68AE-4502-8DF5-97CD0F7E874D}" type="presParOf" srcId="{E86F9523-AF64-4950-8F10-1DE910ECB7AE}" destId="{F5DD06C2-FBBA-4F18-8DC0-A80CA68E4C3E}" srcOrd="7" destOrd="0" presId="urn:microsoft.com/office/officeart/2005/8/layout/cycle2"/>
    <dgm:cxn modelId="{FAED98FB-725C-4A5B-BFD0-348B34CEDA93}" type="presParOf" srcId="{F5DD06C2-FBBA-4F18-8DC0-A80CA68E4C3E}" destId="{8708C12E-53F8-4F1A-9091-39185AFA93AF}" srcOrd="0" destOrd="0" presId="urn:microsoft.com/office/officeart/2005/8/layout/cycle2"/>
    <dgm:cxn modelId="{0072C833-A4B2-4316-89D2-AD2880F9259A}" type="presParOf" srcId="{E86F9523-AF64-4950-8F10-1DE910ECB7AE}" destId="{EC5EB11A-08C9-4DD0-94FD-FF0AD2729741}" srcOrd="8" destOrd="0" presId="urn:microsoft.com/office/officeart/2005/8/layout/cycle2"/>
    <dgm:cxn modelId="{9B565B13-D5FD-43B1-8CFF-F94FDA4B091E}" type="presParOf" srcId="{E86F9523-AF64-4950-8F10-1DE910ECB7AE}" destId="{1F5417C0-A1C6-4DD8-96E2-029D4897B3E1}" srcOrd="9" destOrd="0" presId="urn:microsoft.com/office/officeart/2005/8/layout/cycle2"/>
    <dgm:cxn modelId="{46ECF221-AC1A-4BC6-B37A-27FAA8842D77}" type="presParOf" srcId="{1F5417C0-A1C6-4DD8-96E2-029D4897B3E1}" destId="{CC8E2C02-E366-4645-8418-4417F97FF6A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B4A0C9F-7849-4928-A1C9-AF7D6A102E9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F2281EA-280F-47C6-83A4-BB448DA7C867}">
      <dgm:prSet phldrT="[Text]"/>
      <dgm:spPr/>
      <dgm:t>
        <a:bodyPr/>
        <a:lstStyle/>
        <a:p>
          <a:r>
            <a:rPr lang="de-DE"/>
            <a:t>Item 1</a:t>
          </a:r>
        </a:p>
      </dgm:t>
    </dgm:pt>
    <dgm:pt modelId="{69DFDD5E-D9D2-44BD-A35C-A541738AF86F}" type="parTrans" cxnId="{939E61DE-589D-4810-8E3F-8F4689CF87C6}">
      <dgm:prSet/>
      <dgm:spPr/>
      <dgm:t>
        <a:bodyPr/>
        <a:lstStyle/>
        <a:p>
          <a:endParaRPr lang="de-DE"/>
        </a:p>
      </dgm:t>
    </dgm:pt>
    <dgm:pt modelId="{953DD574-F377-4901-9918-1A3D9841D958}" type="sibTrans" cxnId="{939E61DE-589D-4810-8E3F-8F4689CF87C6}">
      <dgm:prSet/>
      <dgm:spPr/>
      <dgm:t>
        <a:bodyPr/>
        <a:lstStyle/>
        <a:p>
          <a:endParaRPr lang="de-DE"/>
        </a:p>
      </dgm:t>
    </dgm:pt>
    <dgm:pt modelId="{8D94710E-7917-431B-BF6C-5571524435B4}">
      <dgm:prSet phldrT="[Text]"/>
      <dgm:spPr/>
      <dgm:t>
        <a:bodyPr/>
        <a:lstStyle/>
        <a:p>
          <a:r>
            <a:rPr lang="de-DE"/>
            <a:t>Item 2</a:t>
          </a:r>
        </a:p>
      </dgm:t>
    </dgm:pt>
    <dgm:pt modelId="{82563D8A-8FB2-42DF-B7C1-FB0E5E9E8513}" type="parTrans" cxnId="{1F9DD03E-E8A0-4303-BD00-B50CF52BAD8E}">
      <dgm:prSet/>
      <dgm:spPr/>
      <dgm:t>
        <a:bodyPr/>
        <a:lstStyle/>
        <a:p>
          <a:endParaRPr lang="de-DE"/>
        </a:p>
      </dgm:t>
    </dgm:pt>
    <dgm:pt modelId="{29C23939-8B91-4624-9DD5-5507FA4A7442}" type="sibTrans" cxnId="{1F9DD03E-E8A0-4303-BD00-B50CF52BAD8E}">
      <dgm:prSet/>
      <dgm:spPr/>
      <dgm:t>
        <a:bodyPr/>
        <a:lstStyle/>
        <a:p>
          <a:endParaRPr lang="de-DE"/>
        </a:p>
      </dgm:t>
    </dgm:pt>
    <dgm:pt modelId="{B0F8BB69-7575-4FEF-B4EA-574A2ED2EF81}">
      <dgm:prSet phldrT="[Text]"/>
      <dgm:spPr/>
      <dgm:t>
        <a:bodyPr/>
        <a:lstStyle/>
        <a:p>
          <a:r>
            <a:rPr lang="de-DE"/>
            <a:t>Item 3</a:t>
          </a:r>
        </a:p>
      </dgm:t>
    </dgm:pt>
    <dgm:pt modelId="{592AD9E5-C82B-40C6-95E7-49759E7A1ADB}" type="parTrans" cxnId="{E043B881-B0E0-41BD-BE94-AD0AF6E23E53}">
      <dgm:prSet/>
      <dgm:spPr/>
      <dgm:t>
        <a:bodyPr/>
        <a:lstStyle/>
        <a:p>
          <a:endParaRPr lang="de-DE"/>
        </a:p>
      </dgm:t>
    </dgm:pt>
    <dgm:pt modelId="{5D396BC0-397E-46F8-8DDC-028702C87872}" type="sibTrans" cxnId="{E043B881-B0E0-41BD-BE94-AD0AF6E23E53}">
      <dgm:prSet/>
      <dgm:spPr/>
      <dgm:t>
        <a:bodyPr/>
        <a:lstStyle/>
        <a:p>
          <a:endParaRPr lang="de-DE"/>
        </a:p>
      </dgm:t>
    </dgm:pt>
    <dgm:pt modelId="{FE7BB5D7-CEF8-4248-B945-D0205A165027}">
      <dgm:prSet phldrT="[Text]"/>
      <dgm:spPr/>
      <dgm:t>
        <a:bodyPr/>
        <a:lstStyle/>
        <a:p>
          <a:r>
            <a:rPr lang="de-DE"/>
            <a:t>Item 4</a:t>
          </a:r>
        </a:p>
      </dgm:t>
    </dgm:pt>
    <dgm:pt modelId="{08A4EDD0-4143-435D-9E0F-9D66C98D0984}" type="parTrans" cxnId="{D9C729FE-1909-46F6-9527-C825CA7A4F54}">
      <dgm:prSet/>
      <dgm:spPr/>
      <dgm:t>
        <a:bodyPr/>
        <a:lstStyle/>
        <a:p>
          <a:endParaRPr lang="de-DE"/>
        </a:p>
      </dgm:t>
    </dgm:pt>
    <dgm:pt modelId="{FF71932D-EA16-43AB-8664-9C5FD8281EAC}" type="sibTrans" cxnId="{D9C729FE-1909-46F6-9527-C825CA7A4F54}">
      <dgm:prSet/>
      <dgm:spPr/>
      <dgm:t>
        <a:bodyPr/>
        <a:lstStyle/>
        <a:p>
          <a:endParaRPr lang="de-DE"/>
        </a:p>
      </dgm:t>
    </dgm:pt>
    <dgm:pt modelId="{F92B8DC1-4077-47CC-A4EB-1FE3A9293067}">
      <dgm:prSet phldrT="[Text]"/>
      <dgm:spPr/>
      <dgm:t>
        <a:bodyPr/>
        <a:lstStyle/>
        <a:p>
          <a:r>
            <a:rPr lang="de-DE"/>
            <a:t>Item 5</a:t>
          </a:r>
        </a:p>
      </dgm:t>
    </dgm:pt>
    <dgm:pt modelId="{F6B93B85-4697-4701-8A78-A7CE05ADFDE8}" type="parTrans" cxnId="{C8AEBD3B-F48C-4D4D-B390-704240ECA2A7}">
      <dgm:prSet/>
      <dgm:spPr/>
      <dgm:t>
        <a:bodyPr/>
        <a:lstStyle/>
        <a:p>
          <a:endParaRPr lang="de-DE"/>
        </a:p>
      </dgm:t>
    </dgm:pt>
    <dgm:pt modelId="{8B4A6923-E0CC-49AA-8ADB-BE3EED7453AD}" type="sibTrans" cxnId="{C8AEBD3B-F48C-4D4D-B390-704240ECA2A7}">
      <dgm:prSet/>
      <dgm:spPr/>
      <dgm:t>
        <a:bodyPr/>
        <a:lstStyle/>
        <a:p>
          <a:endParaRPr lang="de-DE"/>
        </a:p>
      </dgm:t>
    </dgm:pt>
    <dgm:pt modelId="{6B3DBC1C-B00F-427B-A0D9-4175F03CFB63}">
      <dgm:prSet phldrT="[Text]"/>
      <dgm:spPr/>
      <dgm:t>
        <a:bodyPr/>
        <a:lstStyle/>
        <a:p>
          <a:r>
            <a:rPr lang="de-DE"/>
            <a:t>Item 6</a:t>
          </a:r>
        </a:p>
      </dgm:t>
    </dgm:pt>
    <dgm:pt modelId="{864FE5BB-779C-4DA2-BEB9-8A319898A36B}" type="parTrans" cxnId="{45C66D89-0650-48B2-A50E-BE96451A72EA}">
      <dgm:prSet/>
      <dgm:spPr/>
      <dgm:t>
        <a:bodyPr/>
        <a:lstStyle/>
        <a:p>
          <a:endParaRPr lang="de-DE"/>
        </a:p>
      </dgm:t>
    </dgm:pt>
    <dgm:pt modelId="{78205C8B-A06D-47F2-B579-A7FE32A742E9}" type="sibTrans" cxnId="{45C66D89-0650-48B2-A50E-BE96451A72EA}">
      <dgm:prSet/>
      <dgm:spPr/>
      <dgm:t>
        <a:bodyPr/>
        <a:lstStyle/>
        <a:p>
          <a:endParaRPr lang="de-DE"/>
        </a:p>
      </dgm:t>
    </dgm:pt>
    <dgm:pt modelId="{CC9CB2C4-FC55-4DC2-B47B-23FE2B67CA2B}" type="pres">
      <dgm:prSet presAssocID="{DB4A0C9F-7849-4928-A1C9-AF7D6A102E9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C1C3511-E739-4FF5-A56B-B251A9B42F7E}" type="pres">
      <dgm:prSet presAssocID="{7F2281EA-280F-47C6-83A4-BB448DA7C867}" presName="hierRoot1" presStyleCnt="0"/>
      <dgm:spPr/>
    </dgm:pt>
    <dgm:pt modelId="{29D16AFC-D314-43E8-A408-BD4D9E41E2DB}" type="pres">
      <dgm:prSet presAssocID="{7F2281EA-280F-47C6-83A4-BB448DA7C867}" presName="composite" presStyleCnt="0"/>
      <dgm:spPr/>
    </dgm:pt>
    <dgm:pt modelId="{43BF999B-65D7-406D-BB0A-53D2BF41CE06}" type="pres">
      <dgm:prSet presAssocID="{7F2281EA-280F-47C6-83A4-BB448DA7C867}" presName="background" presStyleLbl="node0" presStyleIdx="0" presStyleCnt="1"/>
      <dgm:spPr/>
    </dgm:pt>
    <dgm:pt modelId="{5CAC1C5A-573F-408F-BF59-A34C4CFDC398}" type="pres">
      <dgm:prSet presAssocID="{7F2281EA-280F-47C6-83A4-BB448DA7C867}" presName="text" presStyleLbl="fgAcc0" presStyleIdx="0" presStyleCnt="1">
        <dgm:presLayoutVars>
          <dgm:chPref val="3"/>
        </dgm:presLayoutVars>
      </dgm:prSet>
      <dgm:spPr/>
    </dgm:pt>
    <dgm:pt modelId="{F0F76F99-DCB1-4A11-A49F-967F82EDDF88}" type="pres">
      <dgm:prSet presAssocID="{7F2281EA-280F-47C6-83A4-BB448DA7C867}" presName="hierChild2" presStyleCnt="0"/>
      <dgm:spPr/>
    </dgm:pt>
    <dgm:pt modelId="{9672B95C-6080-41C9-9FD1-AF80FDC110F0}" type="pres">
      <dgm:prSet presAssocID="{82563D8A-8FB2-42DF-B7C1-FB0E5E9E8513}" presName="Name10" presStyleLbl="parChTrans1D2" presStyleIdx="0" presStyleCnt="2"/>
      <dgm:spPr/>
    </dgm:pt>
    <dgm:pt modelId="{C1215781-1C93-43B7-93F8-F23DDF3CD97E}" type="pres">
      <dgm:prSet presAssocID="{8D94710E-7917-431B-BF6C-5571524435B4}" presName="hierRoot2" presStyleCnt="0"/>
      <dgm:spPr/>
    </dgm:pt>
    <dgm:pt modelId="{596F8E55-0475-4C94-9371-4749ABAC5885}" type="pres">
      <dgm:prSet presAssocID="{8D94710E-7917-431B-BF6C-5571524435B4}" presName="composite2" presStyleCnt="0"/>
      <dgm:spPr/>
    </dgm:pt>
    <dgm:pt modelId="{625C3427-FEDC-482E-9629-E0AB14C9AD39}" type="pres">
      <dgm:prSet presAssocID="{8D94710E-7917-431B-BF6C-5571524435B4}" presName="background2" presStyleLbl="node2" presStyleIdx="0" presStyleCnt="2"/>
      <dgm:spPr/>
    </dgm:pt>
    <dgm:pt modelId="{8A6AD60E-091C-4333-BCCD-7D4DB8AFC340}" type="pres">
      <dgm:prSet presAssocID="{8D94710E-7917-431B-BF6C-5571524435B4}" presName="text2" presStyleLbl="fgAcc2" presStyleIdx="0" presStyleCnt="2">
        <dgm:presLayoutVars>
          <dgm:chPref val="3"/>
        </dgm:presLayoutVars>
      </dgm:prSet>
      <dgm:spPr/>
    </dgm:pt>
    <dgm:pt modelId="{ACDAEBE3-4C44-4F83-B540-29FF0DBD851B}" type="pres">
      <dgm:prSet presAssocID="{8D94710E-7917-431B-BF6C-5571524435B4}" presName="hierChild3" presStyleCnt="0"/>
      <dgm:spPr/>
    </dgm:pt>
    <dgm:pt modelId="{A76E1476-6699-4443-A363-0AAF51E98B35}" type="pres">
      <dgm:prSet presAssocID="{592AD9E5-C82B-40C6-95E7-49759E7A1ADB}" presName="Name17" presStyleLbl="parChTrans1D3" presStyleIdx="0" presStyleCnt="3"/>
      <dgm:spPr/>
    </dgm:pt>
    <dgm:pt modelId="{50A69657-F684-429A-AAE3-D260F9D363AB}" type="pres">
      <dgm:prSet presAssocID="{B0F8BB69-7575-4FEF-B4EA-574A2ED2EF81}" presName="hierRoot3" presStyleCnt="0"/>
      <dgm:spPr/>
    </dgm:pt>
    <dgm:pt modelId="{E16C2EF1-C064-45D5-A57D-74C1C01433CB}" type="pres">
      <dgm:prSet presAssocID="{B0F8BB69-7575-4FEF-B4EA-574A2ED2EF81}" presName="composite3" presStyleCnt="0"/>
      <dgm:spPr/>
    </dgm:pt>
    <dgm:pt modelId="{0DAA03C2-3239-4A86-8812-C4306B07E071}" type="pres">
      <dgm:prSet presAssocID="{B0F8BB69-7575-4FEF-B4EA-574A2ED2EF81}" presName="background3" presStyleLbl="node3" presStyleIdx="0" presStyleCnt="3"/>
      <dgm:spPr/>
    </dgm:pt>
    <dgm:pt modelId="{942711F9-DBCC-435D-A382-B60BDB83B821}" type="pres">
      <dgm:prSet presAssocID="{B0F8BB69-7575-4FEF-B4EA-574A2ED2EF81}" presName="text3" presStyleLbl="fgAcc3" presStyleIdx="0" presStyleCnt="3">
        <dgm:presLayoutVars>
          <dgm:chPref val="3"/>
        </dgm:presLayoutVars>
      </dgm:prSet>
      <dgm:spPr/>
    </dgm:pt>
    <dgm:pt modelId="{CF538D26-2D58-4324-B01F-E90B4611027E}" type="pres">
      <dgm:prSet presAssocID="{B0F8BB69-7575-4FEF-B4EA-574A2ED2EF81}" presName="hierChild4" presStyleCnt="0"/>
      <dgm:spPr/>
    </dgm:pt>
    <dgm:pt modelId="{9CC4FCA2-769B-47BC-BEE5-D387D4DC3A43}" type="pres">
      <dgm:prSet presAssocID="{08A4EDD0-4143-435D-9E0F-9D66C98D0984}" presName="Name17" presStyleLbl="parChTrans1D3" presStyleIdx="1" presStyleCnt="3"/>
      <dgm:spPr/>
    </dgm:pt>
    <dgm:pt modelId="{F0F73D82-E0EC-41F1-97A1-0A20019B5CFE}" type="pres">
      <dgm:prSet presAssocID="{FE7BB5D7-CEF8-4248-B945-D0205A165027}" presName="hierRoot3" presStyleCnt="0"/>
      <dgm:spPr/>
    </dgm:pt>
    <dgm:pt modelId="{E3C9013D-2BB2-4583-932A-FA2815B6EC1B}" type="pres">
      <dgm:prSet presAssocID="{FE7BB5D7-CEF8-4248-B945-D0205A165027}" presName="composite3" presStyleCnt="0"/>
      <dgm:spPr/>
    </dgm:pt>
    <dgm:pt modelId="{D7B939D7-4101-48CB-8BE2-8405FF88342D}" type="pres">
      <dgm:prSet presAssocID="{FE7BB5D7-CEF8-4248-B945-D0205A165027}" presName="background3" presStyleLbl="node3" presStyleIdx="1" presStyleCnt="3"/>
      <dgm:spPr/>
    </dgm:pt>
    <dgm:pt modelId="{F974E894-3E14-49DF-BEF6-3A33668D2A14}" type="pres">
      <dgm:prSet presAssocID="{FE7BB5D7-CEF8-4248-B945-D0205A165027}" presName="text3" presStyleLbl="fgAcc3" presStyleIdx="1" presStyleCnt="3">
        <dgm:presLayoutVars>
          <dgm:chPref val="3"/>
        </dgm:presLayoutVars>
      </dgm:prSet>
      <dgm:spPr/>
    </dgm:pt>
    <dgm:pt modelId="{66482137-E12A-40F7-9857-84288C924158}" type="pres">
      <dgm:prSet presAssocID="{FE7BB5D7-CEF8-4248-B945-D0205A165027}" presName="hierChild4" presStyleCnt="0"/>
      <dgm:spPr/>
    </dgm:pt>
    <dgm:pt modelId="{6BFEF74C-3805-486E-91C0-070E28FB4632}" type="pres">
      <dgm:prSet presAssocID="{F6B93B85-4697-4701-8A78-A7CE05ADFDE8}" presName="Name10" presStyleLbl="parChTrans1D2" presStyleIdx="1" presStyleCnt="2"/>
      <dgm:spPr/>
    </dgm:pt>
    <dgm:pt modelId="{C349A283-3BDB-4697-817A-D1ADDA2D6A3A}" type="pres">
      <dgm:prSet presAssocID="{F92B8DC1-4077-47CC-A4EB-1FE3A9293067}" presName="hierRoot2" presStyleCnt="0"/>
      <dgm:spPr/>
    </dgm:pt>
    <dgm:pt modelId="{824D929A-B3C2-440D-B50D-D56129DCABD5}" type="pres">
      <dgm:prSet presAssocID="{F92B8DC1-4077-47CC-A4EB-1FE3A9293067}" presName="composite2" presStyleCnt="0"/>
      <dgm:spPr/>
    </dgm:pt>
    <dgm:pt modelId="{570F80A0-23F5-4B8D-BE76-1FB3B3DC7951}" type="pres">
      <dgm:prSet presAssocID="{F92B8DC1-4077-47CC-A4EB-1FE3A9293067}" presName="background2" presStyleLbl="node2" presStyleIdx="1" presStyleCnt="2"/>
      <dgm:spPr/>
    </dgm:pt>
    <dgm:pt modelId="{1F4CA955-B9E5-4DE2-83B5-C7344D7B1C36}" type="pres">
      <dgm:prSet presAssocID="{F92B8DC1-4077-47CC-A4EB-1FE3A9293067}" presName="text2" presStyleLbl="fgAcc2" presStyleIdx="1" presStyleCnt="2">
        <dgm:presLayoutVars>
          <dgm:chPref val="3"/>
        </dgm:presLayoutVars>
      </dgm:prSet>
      <dgm:spPr/>
    </dgm:pt>
    <dgm:pt modelId="{9074E86F-4ABC-40F8-947B-960F8C0889DC}" type="pres">
      <dgm:prSet presAssocID="{F92B8DC1-4077-47CC-A4EB-1FE3A9293067}" presName="hierChild3" presStyleCnt="0"/>
      <dgm:spPr/>
    </dgm:pt>
    <dgm:pt modelId="{1B903046-1C77-4339-9B95-9AE0C79A68CC}" type="pres">
      <dgm:prSet presAssocID="{864FE5BB-779C-4DA2-BEB9-8A319898A36B}" presName="Name17" presStyleLbl="parChTrans1D3" presStyleIdx="2" presStyleCnt="3"/>
      <dgm:spPr/>
    </dgm:pt>
    <dgm:pt modelId="{7D9155FF-43F6-4BD7-B6CB-5AD8C5BB831B}" type="pres">
      <dgm:prSet presAssocID="{6B3DBC1C-B00F-427B-A0D9-4175F03CFB63}" presName="hierRoot3" presStyleCnt="0"/>
      <dgm:spPr/>
    </dgm:pt>
    <dgm:pt modelId="{4F2C5F18-7EA4-41BA-B709-B9E5463D8207}" type="pres">
      <dgm:prSet presAssocID="{6B3DBC1C-B00F-427B-A0D9-4175F03CFB63}" presName="composite3" presStyleCnt="0"/>
      <dgm:spPr/>
    </dgm:pt>
    <dgm:pt modelId="{A7EDFA58-E625-4982-8748-D87F719D2914}" type="pres">
      <dgm:prSet presAssocID="{6B3DBC1C-B00F-427B-A0D9-4175F03CFB63}" presName="background3" presStyleLbl="node3" presStyleIdx="2" presStyleCnt="3"/>
      <dgm:spPr/>
    </dgm:pt>
    <dgm:pt modelId="{4FD94C7F-D97D-492F-B050-7121D8257419}" type="pres">
      <dgm:prSet presAssocID="{6B3DBC1C-B00F-427B-A0D9-4175F03CFB63}" presName="text3" presStyleLbl="fgAcc3" presStyleIdx="2" presStyleCnt="3">
        <dgm:presLayoutVars>
          <dgm:chPref val="3"/>
        </dgm:presLayoutVars>
      </dgm:prSet>
      <dgm:spPr/>
    </dgm:pt>
    <dgm:pt modelId="{34C94075-79E2-42F9-B81A-E65505F2F07C}" type="pres">
      <dgm:prSet presAssocID="{6B3DBC1C-B00F-427B-A0D9-4175F03CFB63}" presName="hierChild4" presStyleCnt="0"/>
      <dgm:spPr/>
    </dgm:pt>
  </dgm:ptLst>
  <dgm:cxnLst>
    <dgm:cxn modelId="{83861A05-8760-424A-9B73-6652560E9D41}" type="presOf" srcId="{FE7BB5D7-CEF8-4248-B945-D0205A165027}" destId="{F974E894-3E14-49DF-BEF6-3A33668D2A14}" srcOrd="0" destOrd="0" presId="urn:microsoft.com/office/officeart/2005/8/layout/hierarchy1"/>
    <dgm:cxn modelId="{4A822F0B-D0AD-4CB8-B912-13914C1CAFDB}" type="presOf" srcId="{08A4EDD0-4143-435D-9E0F-9D66C98D0984}" destId="{9CC4FCA2-769B-47BC-BEE5-D387D4DC3A43}" srcOrd="0" destOrd="0" presId="urn:microsoft.com/office/officeart/2005/8/layout/hierarchy1"/>
    <dgm:cxn modelId="{0BAFCE1C-9AE5-48D4-A030-F6D97BB5908D}" type="presOf" srcId="{7F2281EA-280F-47C6-83A4-BB448DA7C867}" destId="{5CAC1C5A-573F-408F-BF59-A34C4CFDC398}" srcOrd="0" destOrd="0" presId="urn:microsoft.com/office/officeart/2005/8/layout/hierarchy1"/>
    <dgm:cxn modelId="{C8AEBD3B-F48C-4D4D-B390-704240ECA2A7}" srcId="{7F2281EA-280F-47C6-83A4-BB448DA7C867}" destId="{F92B8DC1-4077-47CC-A4EB-1FE3A9293067}" srcOrd="1" destOrd="0" parTransId="{F6B93B85-4697-4701-8A78-A7CE05ADFDE8}" sibTransId="{8B4A6923-E0CC-49AA-8ADB-BE3EED7453AD}"/>
    <dgm:cxn modelId="{1F9DD03E-E8A0-4303-BD00-B50CF52BAD8E}" srcId="{7F2281EA-280F-47C6-83A4-BB448DA7C867}" destId="{8D94710E-7917-431B-BF6C-5571524435B4}" srcOrd="0" destOrd="0" parTransId="{82563D8A-8FB2-42DF-B7C1-FB0E5E9E8513}" sibTransId="{29C23939-8B91-4624-9DD5-5507FA4A7442}"/>
    <dgm:cxn modelId="{6DC5D65E-5F31-49FE-9580-8B707FDCCF0E}" type="presOf" srcId="{DB4A0C9F-7849-4928-A1C9-AF7D6A102E9F}" destId="{CC9CB2C4-FC55-4DC2-B47B-23FE2B67CA2B}" srcOrd="0" destOrd="0" presId="urn:microsoft.com/office/officeart/2005/8/layout/hierarchy1"/>
    <dgm:cxn modelId="{26ADF64D-3225-44F2-B8B9-16C95875BB3D}" type="presOf" srcId="{B0F8BB69-7575-4FEF-B4EA-574A2ED2EF81}" destId="{942711F9-DBCC-435D-A382-B60BDB83B821}" srcOrd="0" destOrd="0" presId="urn:microsoft.com/office/officeart/2005/8/layout/hierarchy1"/>
    <dgm:cxn modelId="{FBED9550-163F-4B46-BB1C-7F1A8F11CDAF}" type="presOf" srcId="{6B3DBC1C-B00F-427B-A0D9-4175F03CFB63}" destId="{4FD94C7F-D97D-492F-B050-7121D8257419}" srcOrd="0" destOrd="0" presId="urn:microsoft.com/office/officeart/2005/8/layout/hierarchy1"/>
    <dgm:cxn modelId="{98810854-9714-460F-9732-CF97373CD7CB}" type="presOf" srcId="{F6B93B85-4697-4701-8A78-A7CE05ADFDE8}" destId="{6BFEF74C-3805-486E-91C0-070E28FB4632}" srcOrd="0" destOrd="0" presId="urn:microsoft.com/office/officeart/2005/8/layout/hierarchy1"/>
    <dgm:cxn modelId="{E043B881-B0E0-41BD-BE94-AD0AF6E23E53}" srcId="{8D94710E-7917-431B-BF6C-5571524435B4}" destId="{B0F8BB69-7575-4FEF-B4EA-574A2ED2EF81}" srcOrd="0" destOrd="0" parTransId="{592AD9E5-C82B-40C6-95E7-49759E7A1ADB}" sibTransId="{5D396BC0-397E-46F8-8DDC-028702C87872}"/>
    <dgm:cxn modelId="{2EC00F84-D379-4A6D-AE65-59BDC4112DC0}" type="presOf" srcId="{864FE5BB-779C-4DA2-BEB9-8A319898A36B}" destId="{1B903046-1C77-4339-9B95-9AE0C79A68CC}" srcOrd="0" destOrd="0" presId="urn:microsoft.com/office/officeart/2005/8/layout/hierarchy1"/>
    <dgm:cxn modelId="{45C66D89-0650-48B2-A50E-BE96451A72EA}" srcId="{F92B8DC1-4077-47CC-A4EB-1FE3A9293067}" destId="{6B3DBC1C-B00F-427B-A0D9-4175F03CFB63}" srcOrd="0" destOrd="0" parTransId="{864FE5BB-779C-4DA2-BEB9-8A319898A36B}" sibTransId="{78205C8B-A06D-47F2-B579-A7FE32A742E9}"/>
    <dgm:cxn modelId="{4B48C790-C155-4D4F-AF45-058E3C6733DB}" type="presOf" srcId="{F92B8DC1-4077-47CC-A4EB-1FE3A9293067}" destId="{1F4CA955-B9E5-4DE2-83B5-C7344D7B1C36}" srcOrd="0" destOrd="0" presId="urn:microsoft.com/office/officeart/2005/8/layout/hierarchy1"/>
    <dgm:cxn modelId="{1E93F891-1BA5-4257-B88B-290BE263C0D0}" type="presOf" srcId="{82563D8A-8FB2-42DF-B7C1-FB0E5E9E8513}" destId="{9672B95C-6080-41C9-9FD1-AF80FDC110F0}" srcOrd="0" destOrd="0" presId="urn:microsoft.com/office/officeart/2005/8/layout/hierarchy1"/>
    <dgm:cxn modelId="{ACCF05B9-E3A2-4C5D-8DDF-52130ACFFA8B}" type="presOf" srcId="{592AD9E5-C82B-40C6-95E7-49759E7A1ADB}" destId="{A76E1476-6699-4443-A363-0AAF51E98B35}" srcOrd="0" destOrd="0" presId="urn:microsoft.com/office/officeart/2005/8/layout/hierarchy1"/>
    <dgm:cxn modelId="{7D8EC6D2-A985-46CC-8FA2-61E28A047C86}" type="presOf" srcId="{8D94710E-7917-431B-BF6C-5571524435B4}" destId="{8A6AD60E-091C-4333-BCCD-7D4DB8AFC340}" srcOrd="0" destOrd="0" presId="urn:microsoft.com/office/officeart/2005/8/layout/hierarchy1"/>
    <dgm:cxn modelId="{939E61DE-589D-4810-8E3F-8F4689CF87C6}" srcId="{DB4A0C9F-7849-4928-A1C9-AF7D6A102E9F}" destId="{7F2281EA-280F-47C6-83A4-BB448DA7C867}" srcOrd="0" destOrd="0" parTransId="{69DFDD5E-D9D2-44BD-A35C-A541738AF86F}" sibTransId="{953DD574-F377-4901-9918-1A3D9841D958}"/>
    <dgm:cxn modelId="{D9C729FE-1909-46F6-9527-C825CA7A4F54}" srcId="{8D94710E-7917-431B-BF6C-5571524435B4}" destId="{FE7BB5D7-CEF8-4248-B945-D0205A165027}" srcOrd="1" destOrd="0" parTransId="{08A4EDD0-4143-435D-9E0F-9D66C98D0984}" sibTransId="{FF71932D-EA16-43AB-8664-9C5FD8281EAC}"/>
    <dgm:cxn modelId="{D5DD8C39-C73D-4627-B2E4-8E848CB2B430}" type="presParOf" srcId="{CC9CB2C4-FC55-4DC2-B47B-23FE2B67CA2B}" destId="{AC1C3511-E739-4FF5-A56B-B251A9B42F7E}" srcOrd="0" destOrd="0" presId="urn:microsoft.com/office/officeart/2005/8/layout/hierarchy1"/>
    <dgm:cxn modelId="{8B746615-66CB-452F-A884-A2AB61ABD71E}" type="presParOf" srcId="{AC1C3511-E739-4FF5-A56B-B251A9B42F7E}" destId="{29D16AFC-D314-43E8-A408-BD4D9E41E2DB}" srcOrd="0" destOrd="0" presId="urn:microsoft.com/office/officeart/2005/8/layout/hierarchy1"/>
    <dgm:cxn modelId="{F6B985B8-D124-43EE-BF84-81C8322E96D9}" type="presParOf" srcId="{29D16AFC-D314-43E8-A408-BD4D9E41E2DB}" destId="{43BF999B-65D7-406D-BB0A-53D2BF41CE06}" srcOrd="0" destOrd="0" presId="urn:microsoft.com/office/officeart/2005/8/layout/hierarchy1"/>
    <dgm:cxn modelId="{7CC7127C-2514-4B62-A710-0BE8CF696321}" type="presParOf" srcId="{29D16AFC-D314-43E8-A408-BD4D9E41E2DB}" destId="{5CAC1C5A-573F-408F-BF59-A34C4CFDC398}" srcOrd="1" destOrd="0" presId="urn:microsoft.com/office/officeart/2005/8/layout/hierarchy1"/>
    <dgm:cxn modelId="{5F729AFC-49FF-4D9A-9EE5-09154364DD08}" type="presParOf" srcId="{AC1C3511-E739-4FF5-A56B-B251A9B42F7E}" destId="{F0F76F99-DCB1-4A11-A49F-967F82EDDF88}" srcOrd="1" destOrd="0" presId="urn:microsoft.com/office/officeart/2005/8/layout/hierarchy1"/>
    <dgm:cxn modelId="{2E73CEEA-C707-4406-B81E-CB29DBA0AB80}" type="presParOf" srcId="{F0F76F99-DCB1-4A11-A49F-967F82EDDF88}" destId="{9672B95C-6080-41C9-9FD1-AF80FDC110F0}" srcOrd="0" destOrd="0" presId="urn:microsoft.com/office/officeart/2005/8/layout/hierarchy1"/>
    <dgm:cxn modelId="{9AD5DDB7-1ACE-4DF1-AC3B-21659BAB73C5}" type="presParOf" srcId="{F0F76F99-DCB1-4A11-A49F-967F82EDDF88}" destId="{C1215781-1C93-43B7-93F8-F23DDF3CD97E}" srcOrd="1" destOrd="0" presId="urn:microsoft.com/office/officeart/2005/8/layout/hierarchy1"/>
    <dgm:cxn modelId="{D48A6586-FEE0-4DFC-81B6-4D0948FADC2B}" type="presParOf" srcId="{C1215781-1C93-43B7-93F8-F23DDF3CD97E}" destId="{596F8E55-0475-4C94-9371-4749ABAC5885}" srcOrd="0" destOrd="0" presId="urn:microsoft.com/office/officeart/2005/8/layout/hierarchy1"/>
    <dgm:cxn modelId="{A3124022-D11C-4302-8309-94ED03FDDD56}" type="presParOf" srcId="{596F8E55-0475-4C94-9371-4749ABAC5885}" destId="{625C3427-FEDC-482E-9629-E0AB14C9AD39}" srcOrd="0" destOrd="0" presId="urn:microsoft.com/office/officeart/2005/8/layout/hierarchy1"/>
    <dgm:cxn modelId="{A63239C1-EF61-45DF-9BB0-036C0A9EFFC6}" type="presParOf" srcId="{596F8E55-0475-4C94-9371-4749ABAC5885}" destId="{8A6AD60E-091C-4333-BCCD-7D4DB8AFC340}" srcOrd="1" destOrd="0" presId="urn:microsoft.com/office/officeart/2005/8/layout/hierarchy1"/>
    <dgm:cxn modelId="{FC488028-679B-4952-B90A-130EAA9046BD}" type="presParOf" srcId="{C1215781-1C93-43B7-93F8-F23DDF3CD97E}" destId="{ACDAEBE3-4C44-4F83-B540-29FF0DBD851B}" srcOrd="1" destOrd="0" presId="urn:microsoft.com/office/officeart/2005/8/layout/hierarchy1"/>
    <dgm:cxn modelId="{DDACCB3A-4EF3-4D4F-BD0B-DA8352CDC806}" type="presParOf" srcId="{ACDAEBE3-4C44-4F83-B540-29FF0DBD851B}" destId="{A76E1476-6699-4443-A363-0AAF51E98B35}" srcOrd="0" destOrd="0" presId="urn:microsoft.com/office/officeart/2005/8/layout/hierarchy1"/>
    <dgm:cxn modelId="{45CE0E47-79A8-4960-AEF4-421E6622FC75}" type="presParOf" srcId="{ACDAEBE3-4C44-4F83-B540-29FF0DBD851B}" destId="{50A69657-F684-429A-AAE3-D260F9D363AB}" srcOrd="1" destOrd="0" presId="urn:microsoft.com/office/officeart/2005/8/layout/hierarchy1"/>
    <dgm:cxn modelId="{932CFFBA-CA09-45D1-9475-E7E5D5483414}" type="presParOf" srcId="{50A69657-F684-429A-AAE3-D260F9D363AB}" destId="{E16C2EF1-C064-45D5-A57D-74C1C01433CB}" srcOrd="0" destOrd="0" presId="urn:microsoft.com/office/officeart/2005/8/layout/hierarchy1"/>
    <dgm:cxn modelId="{D6FB9CA3-ACEB-4856-B5CC-98C5FB2A7341}" type="presParOf" srcId="{E16C2EF1-C064-45D5-A57D-74C1C01433CB}" destId="{0DAA03C2-3239-4A86-8812-C4306B07E071}" srcOrd="0" destOrd="0" presId="urn:microsoft.com/office/officeart/2005/8/layout/hierarchy1"/>
    <dgm:cxn modelId="{C6D48352-D24B-4DBD-A8A4-4637CEE05779}" type="presParOf" srcId="{E16C2EF1-C064-45D5-A57D-74C1C01433CB}" destId="{942711F9-DBCC-435D-A382-B60BDB83B821}" srcOrd="1" destOrd="0" presId="urn:microsoft.com/office/officeart/2005/8/layout/hierarchy1"/>
    <dgm:cxn modelId="{13248F3E-6543-46E6-A564-46D10E9C7990}" type="presParOf" srcId="{50A69657-F684-429A-AAE3-D260F9D363AB}" destId="{CF538D26-2D58-4324-B01F-E90B4611027E}" srcOrd="1" destOrd="0" presId="urn:microsoft.com/office/officeart/2005/8/layout/hierarchy1"/>
    <dgm:cxn modelId="{0125DC2B-585C-473F-83A7-08611C852AA3}" type="presParOf" srcId="{ACDAEBE3-4C44-4F83-B540-29FF0DBD851B}" destId="{9CC4FCA2-769B-47BC-BEE5-D387D4DC3A43}" srcOrd="2" destOrd="0" presId="urn:microsoft.com/office/officeart/2005/8/layout/hierarchy1"/>
    <dgm:cxn modelId="{3FF39A6E-D7B2-4CE6-892D-D0442836ED89}" type="presParOf" srcId="{ACDAEBE3-4C44-4F83-B540-29FF0DBD851B}" destId="{F0F73D82-E0EC-41F1-97A1-0A20019B5CFE}" srcOrd="3" destOrd="0" presId="urn:microsoft.com/office/officeart/2005/8/layout/hierarchy1"/>
    <dgm:cxn modelId="{193C8751-C88A-419B-B1B7-DB0036CEC177}" type="presParOf" srcId="{F0F73D82-E0EC-41F1-97A1-0A20019B5CFE}" destId="{E3C9013D-2BB2-4583-932A-FA2815B6EC1B}" srcOrd="0" destOrd="0" presId="urn:microsoft.com/office/officeart/2005/8/layout/hierarchy1"/>
    <dgm:cxn modelId="{4660C44F-0156-413D-8478-5710700A2F09}" type="presParOf" srcId="{E3C9013D-2BB2-4583-932A-FA2815B6EC1B}" destId="{D7B939D7-4101-48CB-8BE2-8405FF88342D}" srcOrd="0" destOrd="0" presId="urn:microsoft.com/office/officeart/2005/8/layout/hierarchy1"/>
    <dgm:cxn modelId="{B6C3642B-6795-4CB7-8DB5-7F3CE16B93BA}" type="presParOf" srcId="{E3C9013D-2BB2-4583-932A-FA2815B6EC1B}" destId="{F974E894-3E14-49DF-BEF6-3A33668D2A14}" srcOrd="1" destOrd="0" presId="urn:microsoft.com/office/officeart/2005/8/layout/hierarchy1"/>
    <dgm:cxn modelId="{608FE221-080A-4806-8EE9-E1B373C64976}" type="presParOf" srcId="{F0F73D82-E0EC-41F1-97A1-0A20019B5CFE}" destId="{66482137-E12A-40F7-9857-84288C924158}" srcOrd="1" destOrd="0" presId="urn:microsoft.com/office/officeart/2005/8/layout/hierarchy1"/>
    <dgm:cxn modelId="{93907C63-0F06-4BD1-8A3D-B5EAFDA84F1F}" type="presParOf" srcId="{F0F76F99-DCB1-4A11-A49F-967F82EDDF88}" destId="{6BFEF74C-3805-486E-91C0-070E28FB4632}" srcOrd="2" destOrd="0" presId="urn:microsoft.com/office/officeart/2005/8/layout/hierarchy1"/>
    <dgm:cxn modelId="{F569E294-E653-4F16-8CD3-29883149C681}" type="presParOf" srcId="{F0F76F99-DCB1-4A11-A49F-967F82EDDF88}" destId="{C349A283-3BDB-4697-817A-D1ADDA2D6A3A}" srcOrd="3" destOrd="0" presId="urn:microsoft.com/office/officeart/2005/8/layout/hierarchy1"/>
    <dgm:cxn modelId="{C525CA3F-FAFE-4CE7-BDF8-007406B34CA6}" type="presParOf" srcId="{C349A283-3BDB-4697-817A-D1ADDA2D6A3A}" destId="{824D929A-B3C2-440D-B50D-D56129DCABD5}" srcOrd="0" destOrd="0" presId="urn:microsoft.com/office/officeart/2005/8/layout/hierarchy1"/>
    <dgm:cxn modelId="{EF978354-9815-4789-BB70-A57046B436EB}" type="presParOf" srcId="{824D929A-B3C2-440D-B50D-D56129DCABD5}" destId="{570F80A0-23F5-4B8D-BE76-1FB3B3DC7951}" srcOrd="0" destOrd="0" presId="urn:microsoft.com/office/officeart/2005/8/layout/hierarchy1"/>
    <dgm:cxn modelId="{826CC1BD-03F8-490C-9D0C-1CE2EE80C46C}" type="presParOf" srcId="{824D929A-B3C2-440D-B50D-D56129DCABD5}" destId="{1F4CA955-B9E5-4DE2-83B5-C7344D7B1C36}" srcOrd="1" destOrd="0" presId="urn:microsoft.com/office/officeart/2005/8/layout/hierarchy1"/>
    <dgm:cxn modelId="{729BF6DE-25DF-4CC6-9A65-E18969525950}" type="presParOf" srcId="{C349A283-3BDB-4697-817A-D1ADDA2D6A3A}" destId="{9074E86F-4ABC-40F8-947B-960F8C0889DC}" srcOrd="1" destOrd="0" presId="urn:microsoft.com/office/officeart/2005/8/layout/hierarchy1"/>
    <dgm:cxn modelId="{9B91562C-4964-4C32-B279-9DDABADDCDA8}" type="presParOf" srcId="{9074E86F-4ABC-40F8-947B-960F8C0889DC}" destId="{1B903046-1C77-4339-9B95-9AE0C79A68CC}" srcOrd="0" destOrd="0" presId="urn:microsoft.com/office/officeart/2005/8/layout/hierarchy1"/>
    <dgm:cxn modelId="{6F48D728-ECE0-4369-A5F9-EB1F8759AE45}" type="presParOf" srcId="{9074E86F-4ABC-40F8-947B-960F8C0889DC}" destId="{7D9155FF-43F6-4BD7-B6CB-5AD8C5BB831B}" srcOrd="1" destOrd="0" presId="urn:microsoft.com/office/officeart/2005/8/layout/hierarchy1"/>
    <dgm:cxn modelId="{9398BABA-B8B7-43FA-B524-CA53F36DC4B6}" type="presParOf" srcId="{7D9155FF-43F6-4BD7-B6CB-5AD8C5BB831B}" destId="{4F2C5F18-7EA4-41BA-B709-B9E5463D8207}" srcOrd="0" destOrd="0" presId="urn:microsoft.com/office/officeart/2005/8/layout/hierarchy1"/>
    <dgm:cxn modelId="{0783F7F4-5E5A-4850-A9FC-BC12C1945E52}" type="presParOf" srcId="{4F2C5F18-7EA4-41BA-B709-B9E5463D8207}" destId="{A7EDFA58-E625-4982-8748-D87F719D2914}" srcOrd="0" destOrd="0" presId="urn:microsoft.com/office/officeart/2005/8/layout/hierarchy1"/>
    <dgm:cxn modelId="{119EF511-CF4B-4313-A3AC-6F562EFF148A}" type="presParOf" srcId="{4F2C5F18-7EA4-41BA-B709-B9E5463D8207}" destId="{4FD94C7F-D97D-492F-B050-7121D8257419}" srcOrd="1" destOrd="0" presId="urn:microsoft.com/office/officeart/2005/8/layout/hierarchy1"/>
    <dgm:cxn modelId="{9804AB52-9C9F-4966-AC5F-EEB5264CF400}" type="presParOf" srcId="{7D9155FF-43F6-4BD7-B6CB-5AD8C5BB831B}" destId="{34C94075-79E2-42F9-B81A-E65505F2F07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BEFA49-D03C-4336-B184-B6DA4E4B968B}">
      <dsp:nvSpPr>
        <dsp:cNvPr id="0" name=""/>
        <dsp:cNvSpPr/>
      </dsp:nvSpPr>
      <dsp:spPr>
        <a:xfrm>
          <a:off x="0" y="59531"/>
          <a:ext cx="1666874" cy="1000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/>
            <a:t>Item 1</a:t>
          </a:r>
        </a:p>
      </dsp:txBody>
      <dsp:txXfrm>
        <a:off x="0" y="59531"/>
        <a:ext cx="1666874" cy="1000125"/>
      </dsp:txXfrm>
    </dsp:sp>
    <dsp:sp modelId="{1C8D93E1-9CF5-44C7-98F2-7D4C85863394}">
      <dsp:nvSpPr>
        <dsp:cNvPr id="0" name=""/>
        <dsp:cNvSpPr/>
      </dsp:nvSpPr>
      <dsp:spPr>
        <a:xfrm>
          <a:off x="1833562" y="59531"/>
          <a:ext cx="1666874" cy="1000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/>
            <a:t>Item 2</a:t>
          </a:r>
        </a:p>
      </dsp:txBody>
      <dsp:txXfrm>
        <a:off x="1833562" y="59531"/>
        <a:ext cx="1666874" cy="1000125"/>
      </dsp:txXfrm>
    </dsp:sp>
    <dsp:sp modelId="{A796FA2E-8DDD-4CB6-ACA4-C225292D3182}">
      <dsp:nvSpPr>
        <dsp:cNvPr id="0" name=""/>
        <dsp:cNvSpPr/>
      </dsp:nvSpPr>
      <dsp:spPr>
        <a:xfrm>
          <a:off x="3667125" y="59531"/>
          <a:ext cx="1666874" cy="1000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/>
            <a:t>Item 3</a:t>
          </a:r>
        </a:p>
      </dsp:txBody>
      <dsp:txXfrm>
        <a:off x="3667125" y="59531"/>
        <a:ext cx="1666874" cy="1000125"/>
      </dsp:txXfrm>
    </dsp:sp>
    <dsp:sp modelId="{98F7AB5B-0669-415D-B9B3-97D38ABD1382}">
      <dsp:nvSpPr>
        <dsp:cNvPr id="0" name=""/>
        <dsp:cNvSpPr/>
      </dsp:nvSpPr>
      <dsp:spPr>
        <a:xfrm>
          <a:off x="916781" y="1226343"/>
          <a:ext cx="1666874" cy="1000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/>
            <a:t>Item 4</a:t>
          </a:r>
        </a:p>
      </dsp:txBody>
      <dsp:txXfrm>
        <a:off x="916781" y="1226343"/>
        <a:ext cx="1666874" cy="1000125"/>
      </dsp:txXfrm>
    </dsp:sp>
    <dsp:sp modelId="{9AB78B76-9824-4263-87D9-F7868B2C3688}">
      <dsp:nvSpPr>
        <dsp:cNvPr id="0" name=""/>
        <dsp:cNvSpPr/>
      </dsp:nvSpPr>
      <dsp:spPr>
        <a:xfrm>
          <a:off x="2750343" y="1226343"/>
          <a:ext cx="1666874" cy="10001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/>
            <a:t>Item 5</a:t>
          </a:r>
        </a:p>
      </dsp:txBody>
      <dsp:txXfrm>
        <a:off x="2750343" y="1226343"/>
        <a:ext cx="1666874" cy="10001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F568D2-6C31-40C8-8012-8B876535D73F}">
      <dsp:nvSpPr>
        <dsp:cNvPr id="0" name=""/>
        <dsp:cNvSpPr/>
      </dsp:nvSpPr>
      <dsp:spPr>
        <a:xfrm>
          <a:off x="4688" y="722634"/>
          <a:ext cx="1401216" cy="8407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kern="1200"/>
            <a:t>Item 1</a:t>
          </a:r>
        </a:p>
      </dsp:txBody>
      <dsp:txXfrm>
        <a:off x="29312" y="747258"/>
        <a:ext cx="1351968" cy="791482"/>
      </dsp:txXfrm>
    </dsp:sp>
    <dsp:sp modelId="{541CB929-BA89-4703-B6D2-CED037B41B09}">
      <dsp:nvSpPr>
        <dsp:cNvPr id="0" name=""/>
        <dsp:cNvSpPr/>
      </dsp:nvSpPr>
      <dsp:spPr>
        <a:xfrm>
          <a:off x="1546026" y="969249"/>
          <a:ext cx="297057" cy="3475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400" kern="1200"/>
        </a:p>
      </dsp:txBody>
      <dsp:txXfrm>
        <a:off x="1546026" y="1038749"/>
        <a:ext cx="207940" cy="208501"/>
      </dsp:txXfrm>
    </dsp:sp>
    <dsp:sp modelId="{9143B72F-EB81-421E-903F-B2F150F4BF9E}">
      <dsp:nvSpPr>
        <dsp:cNvPr id="0" name=""/>
        <dsp:cNvSpPr/>
      </dsp:nvSpPr>
      <dsp:spPr>
        <a:xfrm>
          <a:off x="1966391" y="722634"/>
          <a:ext cx="1401216" cy="8407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kern="1200"/>
            <a:t>Item 2</a:t>
          </a:r>
        </a:p>
      </dsp:txBody>
      <dsp:txXfrm>
        <a:off x="1991015" y="747258"/>
        <a:ext cx="1351968" cy="791482"/>
      </dsp:txXfrm>
    </dsp:sp>
    <dsp:sp modelId="{60BD1362-A074-4F89-AE48-A7D6E117E406}">
      <dsp:nvSpPr>
        <dsp:cNvPr id="0" name=""/>
        <dsp:cNvSpPr/>
      </dsp:nvSpPr>
      <dsp:spPr>
        <a:xfrm>
          <a:off x="3507730" y="969249"/>
          <a:ext cx="297057" cy="3475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400" kern="1200"/>
        </a:p>
      </dsp:txBody>
      <dsp:txXfrm>
        <a:off x="3507730" y="1038749"/>
        <a:ext cx="207940" cy="208501"/>
      </dsp:txXfrm>
    </dsp:sp>
    <dsp:sp modelId="{0C3AA57D-A51E-48D5-986F-5839649A21FF}">
      <dsp:nvSpPr>
        <dsp:cNvPr id="0" name=""/>
        <dsp:cNvSpPr/>
      </dsp:nvSpPr>
      <dsp:spPr>
        <a:xfrm>
          <a:off x="3928095" y="722634"/>
          <a:ext cx="1401216" cy="8407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kern="1200"/>
            <a:t>Item 3</a:t>
          </a:r>
        </a:p>
      </dsp:txBody>
      <dsp:txXfrm>
        <a:off x="3952719" y="747258"/>
        <a:ext cx="1351968" cy="791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0FDCE-2FFB-4DE3-B5F0-3EDF8E5E9979}">
      <dsp:nvSpPr>
        <dsp:cNvPr id="0" name=""/>
        <dsp:cNvSpPr/>
      </dsp:nvSpPr>
      <dsp:spPr>
        <a:xfrm>
          <a:off x="2321904" y="243"/>
          <a:ext cx="690190" cy="6901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Item 1</a:t>
          </a:r>
        </a:p>
      </dsp:txBody>
      <dsp:txXfrm>
        <a:off x="2422980" y="101319"/>
        <a:ext cx="488038" cy="488038"/>
      </dsp:txXfrm>
    </dsp:sp>
    <dsp:sp modelId="{82C1F7F4-4635-41EE-B87E-1EAF4A732BF4}">
      <dsp:nvSpPr>
        <dsp:cNvPr id="0" name=""/>
        <dsp:cNvSpPr/>
      </dsp:nvSpPr>
      <dsp:spPr>
        <a:xfrm rot="2160000">
          <a:off x="2990324" y="530493"/>
          <a:ext cx="183651" cy="232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/>
        </a:p>
      </dsp:txBody>
      <dsp:txXfrm>
        <a:off x="2995585" y="560889"/>
        <a:ext cx="128556" cy="139763"/>
      </dsp:txXfrm>
    </dsp:sp>
    <dsp:sp modelId="{7ADE0F25-1BAE-47D8-8846-5E4C7F2C11E2}">
      <dsp:nvSpPr>
        <dsp:cNvPr id="0" name=""/>
        <dsp:cNvSpPr/>
      </dsp:nvSpPr>
      <dsp:spPr>
        <a:xfrm>
          <a:off x="3160615" y="609602"/>
          <a:ext cx="690190" cy="6901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Item 2</a:t>
          </a:r>
        </a:p>
      </dsp:txBody>
      <dsp:txXfrm>
        <a:off x="3261691" y="710678"/>
        <a:ext cx="488038" cy="488038"/>
      </dsp:txXfrm>
    </dsp:sp>
    <dsp:sp modelId="{C201A9D5-40DA-4C41-A156-F1CB66D86F53}">
      <dsp:nvSpPr>
        <dsp:cNvPr id="0" name=""/>
        <dsp:cNvSpPr/>
      </dsp:nvSpPr>
      <dsp:spPr>
        <a:xfrm rot="6480000">
          <a:off x="3255311" y="1326266"/>
          <a:ext cx="183651" cy="232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/>
        </a:p>
      </dsp:txBody>
      <dsp:txXfrm rot="10800000">
        <a:off x="3291371" y="1346655"/>
        <a:ext cx="128556" cy="139763"/>
      </dsp:txXfrm>
    </dsp:sp>
    <dsp:sp modelId="{54899836-D95B-4324-9449-7C37189CAEDB}">
      <dsp:nvSpPr>
        <dsp:cNvPr id="0" name=""/>
        <dsp:cNvSpPr/>
      </dsp:nvSpPr>
      <dsp:spPr>
        <a:xfrm>
          <a:off x="2840256" y="1595565"/>
          <a:ext cx="690190" cy="6901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Item 3</a:t>
          </a:r>
        </a:p>
      </dsp:txBody>
      <dsp:txXfrm>
        <a:off x="2941332" y="1696641"/>
        <a:ext cx="488038" cy="488038"/>
      </dsp:txXfrm>
    </dsp:sp>
    <dsp:sp modelId="{2AB09EC2-44F9-4C4B-9BA9-7C68F317DCF2}">
      <dsp:nvSpPr>
        <dsp:cNvPr id="0" name=""/>
        <dsp:cNvSpPr/>
      </dsp:nvSpPr>
      <dsp:spPr>
        <a:xfrm rot="10800000">
          <a:off x="2580371" y="1824191"/>
          <a:ext cx="183651" cy="232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/>
        </a:p>
      </dsp:txBody>
      <dsp:txXfrm rot="10800000">
        <a:off x="2635466" y="1870779"/>
        <a:ext cx="128556" cy="139763"/>
      </dsp:txXfrm>
    </dsp:sp>
    <dsp:sp modelId="{EF14F152-DFF8-4614-8814-AAA6725252B6}">
      <dsp:nvSpPr>
        <dsp:cNvPr id="0" name=""/>
        <dsp:cNvSpPr/>
      </dsp:nvSpPr>
      <dsp:spPr>
        <a:xfrm>
          <a:off x="1803553" y="1595565"/>
          <a:ext cx="690190" cy="6901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Item 4</a:t>
          </a:r>
        </a:p>
      </dsp:txBody>
      <dsp:txXfrm>
        <a:off x="1904629" y="1696641"/>
        <a:ext cx="488038" cy="488038"/>
      </dsp:txXfrm>
    </dsp:sp>
    <dsp:sp modelId="{F5DD06C2-FBBA-4F18-8DC0-A80CA68E4C3E}">
      <dsp:nvSpPr>
        <dsp:cNvPr id="0" name=""/>
        <dsp:cNvSpPr/>
      </dsp:nvSpPr>
      <dsp:spPr>
        <a:xfrm rot="15120000">
          <a:off x="1898249" y="1336153"/>
          <a:ext cx="183651" cy="232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/>
        </a:p>
      </dsp:txBody>
      <dsp:txXfrm rot="10800000">
        <a:off x="1934309" y="1408940"/>
        <a:ext cx="128556" cy="139763"/>
      </dsp:txXfrm>
    </dsp:sp>
    <dsp:sp modelId="{EC5EB11A-08C9-4DD0-94FD-FF0AD2729741}">
      <dsp:nvSpPr>
        <dsp:cNvPr id="0" name=""/>
        <dsp:cNvSpPr/>
      </dsp:nvSpPr>
      <dsp:spPr>
        <a:xfrm>
          <a:off x="1483194" y="609602"/>
          <a:ext cx="690190" cy="6901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Item 5</a:t>
          </a:r>
        </a:p>
      </dsp:txBody>
      <dsp:txXfrm>
        <a:off x="1584270" y="710678"/>
        <a:ext cx="488038" cy="488038"/>
      </dsp:txXfrm>
    </dsp:sp>
    <dsp:sp modelId="{1F5417C0-A1C6-4DD8-96E2-029D4897B3E1}">
      <dsp:nvSpPr>
        <dsp:cNvPr id="0" name=""/>
        <dsp:cNvSpPr/>
      </dsp:nvSpPr>
      <dsp:spPr>
        <a:xfrm rot="19440000">
          <a:off x="2151613" y="536603"/>
          <a:ext cx="183651" cy="232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/>
        </a:p>
      </dsp:txBody>
      <dsp:txXfrm>
        <a:off x="2156874" y="599383"/>
        <a:ext cx="128556" cy="1397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03046-1C77-4339-9B95-9AE0C79A68CC}">
      <dsp:nvSpPr>
        <dsp:cNvPr id="0" name=""/>
        <dsp:cNvSpPr/>
      </dsp:nvSpPr>
      <dsp:spPr>
        <a:xfrm>
          <a:off x="3649533" y="1376315"/>
          <a:ext cx="91440" cy="2563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63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FEF74C-3805-486E-91C0-070E28FB4632}">
      <dsp:nvSpPr>
        <dsp:cNvPr id="0" name=""/>
        <dsp:cNvSpPr/>
      </dsp:nvSpPr>
      <dsp:spPr>
        <a:xfrm>
          <a:off x="2887340" y="560323"/>
          <a:ext cx="807913" cy="2563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680"/>
              </a:lnTo>
              <a:lnTo>
                <a:pt x="807913" y="174680"/>
              </a:lnTo>
              <a:lnTo>
                <a:pt x="807913" y="2563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C4FCA2-769B-47BC-BEE5-D387D4DC3A43}">
      <dsp:nvSpPr>
        <dsp:cNvPr id="0" name=""/>
        <dsp:cNvSpPr/>
      </dsp:nvSpPr>
      <dsp:spPr>
        <a:xfrm>
          <a:off x="2079426" y="1376315"/>
          <a:ext cx="538608" cy="2563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680"/>
              </a:lnTo>
              <a:lnTo>
                <a:pt x="538608" y="174680"/>
              </a:lnTo>
              <a:lnTo>
                <a:pt x="538608" y="2563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6E1476-6699-4443-A363-0AAF51E98B35}">
      <dsp:nvSpPr>
        <dsp:cNvPr id="0" name=""/>
        <dsp:cNvSpPr/>
      </dsp:nvSpPr>
      <dsp:spPr>
        <a:xfrm>
          <a:off x="1540817" y="1376315"/>
          <a:ext cx="538608" cy="256328"/>
        </a:xfrm>
        <a:custGeom>
          <a:avLst/>
          <a:gdLst/>
          <a:ahLst/>
          <a:cxnLst/>
          <a:rect l="0" t="0" r="0" b="0"/>
          <a:pathLst>
            <a:path>
              <a:moveTo>
                <a:pt x="538608" y="0"/>
              </a:moveTo>
              <a:lnTo>
                <a:pt x="538608" y="174680"/>
              </a:lnTo>
              <a:lnTo>
                <a:pt x="0" y="174680"/>
              </a:lnTo>
              <a:lnTo>
                <a:pt x="0" y="2563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72B95C-6080-41C9-9FD1-AF80FDC110F0}">
      <dsp:nvSpPr>
        <dsp:cNvPr id="0" name=""/>
        <dsp:cNvSpPr/>
      </dsp:nvSpPr>
      <dsp:spPr>
        <a:xfrm>
          <a:off x="2079426" y="560323"/>
          <a:ext cx="807913" cy="256328"/>
        </a:xfrm>
        <a:custGeom>
          <a:avLst/>
          <a:gdLst/>
          <a:ahLst/>
          <a:cxnLst/>
          <a:rect l="0" t="0" r="0" b="0"/>
          <a:pathLst>
            <a:path>
              <a:moveTo>
                <a:pt x="807913" y="0"/>
              </a:moveTo>
              <a:lnTo>
                <a:pt x="807913" y="174680"/>
              </a:lnTo>
              <a:lnTo>
                <a:pt x="0" y="174680"/>
              </a:lnTo>
              <a:lnTo>
                <a:pt x="0" y="2563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F999B-65D7-406D-BB0A-53D2BF41CE06}">
      <dsp:nvSpPr>
        <dsp:cNvPr id="0" name=""/>
        <dsp:cNvSpPr/>
      </dsp:nvSpPr>
      <dsp:spPr>
        <a:xfrm>
          <a:off x="2446659" y="659"/>
          <a:ext cx="881360" cy="559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C1C5A-573F-408F-BF59-A34C4CFDC398}">
      <dsp:nvSpPr>
        <dsp:cNvPr id="0" name=""/>
        <dsp:cNvSpPr/>
      </dsp:nvSpPr>
      <dsp:spPr>
        <a:xfrm>
          <a:off x="2544588" y="93691"/>
          <a:ext cx="881360" cy="559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Item 1</a:t>
          </a:r>
        </a:p>
      </dsp:txBody>
      <dsp:txXfrm>
        <a:off x="2560980" y="110083"/>
        <a:ext cx="848576" cy="526879"/>
      </dsp:txXfrm>
    </dsp:sp>
    <dsp:sp modelId="{625C3427-FEDC-482E-9629-E0AB14C9AD39}">
      <dsp:nvSpPr>
        <dsp:cNvPr id="0" name=""/>
        <dsp:cNvSpPr/>
      </dsp:nvSpPr>
      <dsp:spPr>
        <a:xfrm>
          <a:off x="1638746" y="816651"/>
          <a:ext cx="881360" cy="559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6AD60E-091C-4333-BCCD-7D4DB8AFC340}">
      <dsp:nvSpPr>
        <dsp:cNvPr id="0" name=""/>
        <dsp:cNvSpPr/>
      </dsp:nvSpPr>
      <dsp:spPr>
        <a:xfrm>
          <a:off x="1736675" y="909684"/>
          <a:ext cx="881360" cy="559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Item 2</a:t>
          </a:r>
        </a:p>
      </dsp:txBody>
      <dsp:txXfrm>
        <a:off x="1753067" y="926076"/>
        <a:ext cx="848576" cy="526879"/>
      </dsp:txXfrm>
    </dsp:sp>
    <dsp:sp modelId="{0DAA03C2-3239-4A86-8812-C4306B07E071}">
      <dsp:nvSpPr>
        <dsp:cNvPr id="0" name=""/>
        <dsp:cNvSpPr/>
      </dsp:nvSpPr>
      <dsp:spPr>
        <a:xfrm>
          <a:off x="1100137" y="1632644"/>
          <a:ext cx="881360" cy="559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711F9-DBCC-435D-A382-B60BDB83B821}">
      <dsp:nvSpPr>
        <dsp:cNvPr id="0" name=""/>
        <dsp:cNvSpPr/>
      </dsp:nvSpPr>
      <dsp:spPr>
        <a:xfrm>
          <a:off x="1198066" y="1725676"/>
          <a:ext cx="881360" cy="559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Item 3</a:t>
          </a:r>
        </a:p>
      </dsp:txBody>
      <dsp:txXfrm>
        <a:off x="1214458" y="1742068"/>
        <a:ext cx="848576" cy="526879"/>
      </dsp:txXfrm>
    </dsp:sp>
    <dsp:sp modelId="{D7B939D7-4101-48CB-8BE2-8405FF88342D}">
      <dsp:nvSpPr>
        <dsp:cNvPr id="0" name=""/>
        <dsp:cNvSpPr/>
      </dsp:nvSpPr>
      <dsp:spPr>
        <a:xfrm>
          <a:off x="2177355" y="1632644"/>
          <a:ext cx="881360" cy="559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4E894-3E14-49DF-BEF6-3A33668D2A14}">
      <dsp:nvSpPr>
        <dsp:cNvPr id="0" name=""/>
        <dsp:cNvSpPr/>
      </dsp:nvSpPr>
      <dsp:spPr>
        <a:xfrm>
          <a:off x="2275284" y="1725676"/>
          <a:ext cx="881360" cy="559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Item 4</a:t>
          </a:r>
        </a:p>
      </dsp:txBody>
      <dsp:txXfrm>
        <a:off x="2291676" y="1742068"/>
        <a:ext cx="848576" cy="526879"/>
      </dsp:txXfrm>
    </dsp:sp>
    <dsp:sp modelId="{570F80A0-23F5-4B8D-BE76-1FB3B3DC7951}">
      <dsp:nvSpPr>
        <dsp:cNvPr id="0" name=""/>
        <dsp:cNvSpPr/>
      </dsp:nvSpPr>
      <dsp:spPr>
        <a:xfrm>
          <a:off x="3254573" y="816651"/>
          <a:ext cx="881360" cy="559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CA955-B9E5-4DE2-83B5-C7344D7B1C36}">
      <dsp:nvSpPr>
        <dsp:cNvPr id="0" name=""/>
        <dsp:cNvSpPr/>
      </dsp:nvSpPr>
      <dsp:spPr>
        <a:xfrm>
          <a:off x="3352502" y="909684"/>
          <a:ext cx="881360" cy="559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Item 5</a:t>
          </a:r>
        </a:p>
      </dsp:txBody>
      <dsp:txXfrm>
        <a:off x="3368894" y="926076"/>
        <a:ext cx="848576" cy="526879"/>
      </dsp:txXfrm>
    </dsp:sp>
    <dsp:sp modelId="{A7EDFA58-E625-4982-8748-D87F719D2914}">
      <dsp:nvSpPr>
        <dsp:cNvPr id="0" name=""/>
        <dsp:cNvSpPr/>
      </dsp:nvSpPr>
      <dsp:spPr>
        <a:xfrm>
          <a:off x="3254573" y="1632644"/>
          <a:ext cx="881360" cy="559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94C7F-D97D-492F-B050-7121D8257419}">
      <dsp:nvSpPr>
        <dsp:cNvPr id="0" name=""/>
        <dsp:cNvSpPr/>
      </dsp:nvSpPr>
      <dsp:spPr>
        <a:xfrm>
          <a:off x="3352502" y="1725676"/>
          <a:ext cx="881360" cy="559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Item 6</a:t>
          </a:r>
        </a:p>
      </dsp:txBody>
      <dsp:txXfrm>
        <a:off x="3368894" y="1742068"/>
        <a:ext cx="848576" cy="526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260553-79C7-DC57-8E55-2D1D1B0FF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2B4D63-22A2-5FAC-5B01-6B8AFFE39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E2E930-7CDD-88C7-AD93-44173700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E15052-777C-7A97-0F2F-9939A2736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11DC0-4751-6987-79E7-1A528BC7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961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83A8CC-0D46-5946-6648-0294B80A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C2A36E-EC3E-9796-2EA6-DE325939A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26506-E128-A5D8-BF30-507987F5D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B44E33-C2A0-8AAB-4E8D-FBA84FFB8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581742-AF45-8D80-9595-F720BB558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9444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F1E88A-851C-E548-D2F2-8182EDFD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C3DDE9-F607-A0FC-2954-2D33E2026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6EFA56-77A2-4B1D-44AA-57EA7E345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6B4795-3D0D-858F-C918-433E2528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5781E1-64BD-19AE-6DF0-4D58D820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489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54C16-6B18-52E3-AD4A-69137B3B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D8B3C4-E9A0-5693-95C1-AB5AE855F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51984C-2407-473C-6DD8-4539962DB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C0F043-806F-D304-B448-6A518AAB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1818CE-54D9-972F-AE62-C3868CCA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0F8F7B-BB03-C911-B64A-60B0CCD8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796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88590B-ED3A-196D-27B4-FB08AC54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609FE8-903B-1B78-361A-104350409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B11A868-ACEF-7420-06F0-B6F73E73D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FA42D1-5CC9-E7C8-9A09-BD8D7C78D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8738E1F-F395-03B0-88DE-390054C7A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436750D-FDD3-13B0-10F1-2B2618E3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BDFA642-4894-4541-9952-1128039A3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B22D674-3BF5-705D-4DAD-244FA14B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268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C20708-A620-5A51-F68D-B3BCC4002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9576DD-B042-2D0A-E835-62C116AFC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7E1B5B-E7C8-9C7D-DB88-43ACB3C1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652C793-3A19-B2A2-31DB-75E6BF11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522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3FA2DA-A13F-0F74-EBB6-6BFF12CF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6EB4B9-D725-E50C-2074-884577C21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3F6224-6CB9-E1F9-0C01-D29043CA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1565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699D4C-5238-8961-9AA4-F888AC0A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F975AB-F288-4BEF-16BD-AA17AF057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7FA54C-1481-05B4-37A2-8D3D19451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04D4DD-B357-2F7C-56A0-88DEDAF5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0797A7-E28B-888E-69F4-970F7B6E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E54B31-F04A-3177-3F7D-3467BE53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15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0D1E54-C036-1F1F-4418-6AEC951C4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55AC10D-8D14-3340-4C18-092F18B8FF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47D2C2-2478-AC5A-B3EF-227A83372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35799C-FE80-51FD-B181-81CE8BCA5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61B6B8-1C10-72AA-EC64-8390984E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8FCF8E-07AF-1CFB-84F5-D7A19A27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76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93245D-B00F-21BD-1551-3ECE815F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F3801D8-3DB3-F425-061D-401B2AC7E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E29EE9-86E2-7FDD-2976-717B972F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5CFD25-E624-566E-DF4F-F0300098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C1EA4B-A220-E2CB-FBBF-5DDAAE01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465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8F7172C-0CEC-4E4D-220E-D72900993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6C08A8-1666-DF15-FCBB-F94F29634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D53EB9-2F2D-A569-9A18-9C997FFA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90EF4D-E59D-DD87-E2AA-78592660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050189-CB4E-5EF1-21BA-2DF32D90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B73700B-2826-73B9-96BC-97A03D7B8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631C06-7344-E39F-C307-C45D99DCC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391476-2E45-595D-A2EC-CC82DDD65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18467-887E-4ED9-A41F-F8B22F89C704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FFD5D8-48AA-BC86-C0D6-50067DED7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85D16D-2ECA-B8C4-8B65-CD6C81D0A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270DA-C789-451B-904A-D0644510C8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52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808680-4460-4C2C-262D-7E08A9AA3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SmartArt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8A0FCEBE-34FF-5901-20CD-039CB89B46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2135637"/>
              </p:ext>
            </p:extLst>
          </p:nvPr>
        </p:nvGraphicFramePr>
        <p:xfrm>
          <a:off x="508000" y="1651000"/>
          <a:ext cx="5334000" cy="228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C7E96AD4-419D-F0CA-A36B-BE0D4E8A14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5689996"/>
              </p:ext>
            </p:extLst>
          </p:nvPr>
        </p:nvGraphicFramePr>
        <p:xfrm>
          <a:off x="6350000" y="1651000"/>
          <a:ext cx="5334000" cy="228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7828E55F-08F6-5E85-07AE-C3265D7AEF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237804"/>
              </p:ext>
            </p:extLst>
          </p:nvPr>
        </p:nvGraphicFramePr>
        <p:xfrm>
          <a:off x="508000" y="4064000"/>
          <a:ext cx="5334000" cy="228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BC50A334-5FD3-6F89-3720-D49B8C2970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8893713"/>
              </p:ext>
            </p:extLst>
          </p:nvPr>
        </p:nvGraphicFramePr>
        <p:xfrm>
          <a:off x="6350000" y="4064000"/>
          <a:ext cx="5334000" cy="228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744704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1FFF2-2945-9EA2-32B9-8EF1E328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Column chart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E92853DA-43CB-3A34-5171-758C859012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319466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7056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0DB40F-E0C6-5AB5-6859-DF4178BE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Line chart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0554E0CE-DD86-12A5-3BEA-7972D43864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8022010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908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44235F-DE90-1F95-5DC2-B815E43B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Pie chart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47769244-8B6B-0E98-BEC8-78019C5B19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6997646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2789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8C374-ECFF-50D8-113A-B52D4953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Stacked bar chart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CCB6D3A0-5518-6ED0-39D5-787E1DDBB7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4735729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38351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Benutzerdefiniert</PresentationFormat>
  <Paragraphs>24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SmartArt</vt:lpstr>
      <vt:lpstr>Column chart</vt:lpstr>
      <vt:lpstr>Line chart</vt:lpstr>
      <vt:lpstr>Pie chart</vt:lpstr>
      <vt:lpstr>Stacked bar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2026-10-08T09:08:15Z</dcterms:created>
  <dcterms:modified xsi:type="dcterms:W3CDTF">2026-10-08T09:08:15Z</dcterms:modified>
</cp:coreProperties>
</file>