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" d="100"/>
          <a:sy n="14" d="100"/>
        </p:scale>
        <p:origin x="42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70E93F-FA2F-0A86-FD0B-93E60D64C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493DDF2-1EC6-0F36-D701-3289226D23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83EA50-1D47-F5A3-9F1B-2F8875CEA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7D7-0FFC-4E63-965C-AA4C374974B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BF3263-3F7A-057C-6D65-658271167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EC4FF5-9D68-4C4F-957D-2E97D96D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D096-56DF-43D0-8DCD-09832B1FCDB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9878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CC5412-871A-92B2-9899-EE89ABF1E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0BF0C5-2754-861F-EADA-6E15D9DCE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DA8DD0-11BC-DB0C-DCAD-3BD190236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7D7-0FFC-4E63-965C-AA4C374974B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398630-40E3-6E04-23D8-4DBB2B6E7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3AAE2C-CA09-BB75-BB17-06AAF7DBE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D096-56DF-43D0-8DCD-09832B1FCDB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7630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FE5A30-88C5-7119-1C9F-E6582C3E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6CF346-DF56-4ECC-505D-93B0BE11B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8B78CA-10FF-0E6A-2984-B7E4E46F5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7D7-0FFC-4E63-965C-AA4C374974B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420F6C-3E3B-1A02-0DD1-039DBC8E9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ECEEA8-82C9-4D32-98AE-E702A0596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D096-56DF-43D0-8DCD-09832B1FCDB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115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0901D6-74B3-34BA-CA1D-A1487BF9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9F590C-AE8E-7F8A-A944-642082552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2C23359-2C55-2E8D-3B7A-8621D6DC0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DE106F-EAF2-80B4-ACD4-34FD1BA27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7D7-0FFC-4E63-965C-AA4C374974B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69EFBBD-379B-4553-AB2B-73191C782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6555CF-CFC5-7D7C-A1B7-C35B4098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D096-56DF-43D0-8DCD-09832B1FCDB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9183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8F8097-D42B-5A8F-085C-ECC3EBD04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7D2E01-20CD-8F51-A593-141FDF879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AA1FF64-69FC-5108-C42E-A09B5E26F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CFEDC88-5E28-B843-CEBD-3B4BB27C88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B79F392-6557-2C4E-9FD5-4893D33307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8E91B76-8123-93DD-75EA-9EB752AF1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7D7-0FFC-4E63-965C-AA4C374974B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4BEC81A-765E-F496-3F5D-5E9AD6E9E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F4DA5F0-B1CC-F412-D127-049ADECA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D096-56DF-43D0-8DCD-09832B1FCDB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5771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F610FC-3311-AFDD-C1A0-0E7ECA11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90063E-CDD4-EB88-60E6-3F9C76BE4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7D7-0FFC-4E63-965C-AA4C374974B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AD572C-EB07-9B02-E5BA-F6263DE3A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83725B-1A14-5F69-026D-E9B9CBC93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D096-56DF-43D0-8DCD-09832B1FCDB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5049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C648FB8-4584-998E-E6D8-74D624F1F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7D7-0FFC-4E63-965C-AA4C374974B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019D165-D12C-19C5-95E7-502AEE03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E3FBD8-16C9-F5C7-63ED-1986216F6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D096-56DF-43D0-8DCD-09832B1FCDB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619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14142C-5D93-2DA8-4943-38CCC577A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91919A-15AC-D07F-F3D1-9B1B3CB5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6031E48-170D-4BBE-63B5-00151F01AD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0C5A9A-40EF-6E3B-6EA3-496038276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7D7-0FFC-4E63-965C-AA4C374974B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1F5EE2-4C6B-A0A1-7507-07F5C853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59963A-B34C-D1E2-C001-83EE2CAB0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D096-56DF-43D0-8DCD-09832B1FCDB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179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5123F2-E480-B9D6-E30C-1D8258809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D6524C8-601C-C9FF-CE74-CF049E17E35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76DE5F2-FA5A-7074-BB4F-604EBE520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F5E6B2A-6972-8EDB-4DF8-D93808461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7D7-0FFC-4E63-965C-AA4C374974B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EBC80B2-F0B3-180C-2B41-5A75D9A48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392D3D-74F8-068C-B4BE-09767EB0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D096-56DF-43D0-8DCD-09832B1FCDB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7015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52D1BF-CC8B-5933-2FC6-E58D50615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8B00A0-D60A-5FA8-8D76-B8313A6AE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4A3451-A320-217F-B61E-510F983F9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7D7-0FFC-4E63-965C-AA4C374974B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A174E7-BB2C-261A-E30A-E82E62CE0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66A720-5805-B897-87E0-119717A99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D096-56DF-43D0-8DCD-09832B1FCDB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2876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734C5EB-C0C7-BF89-3464-08877AE69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D625DF9-2EB6-DEFD-612C-396786022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D530EF-920E-6D9F-AC36-80B02E6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7D7-0FFC-4E63-965C-AA4C374974B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650AD2-5C9A-3587-AA01-8CC8A6BE4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AB7B5D-D901-957F-DDB9-2FB3599C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D096-56DF-43D0-8DCD-09832B1FCDB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1136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D1373E-B51D-4007-27E9-6A4EEBFB3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7DE3C9A-355B-4D7A-A3D1-043C883D1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8DA3BF-259A-C841-B4E5-90ABDD34C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5F7D7-0FFC-4E63-965C-AA4C374974B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7855E5-2419-BDA3-6D87-18F63ACD6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DC68A0-D385-DA57-17DD-9D15E7707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CD096-56DF-43D0-8DCD-09832B1FCDB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0197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D9CCCF9-A53B-9907-5817-40A6214F4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F0AEC5-BBA9-4E17-9473-3C0B2B362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EDEDF0-8898-7F6B-3834-B35DC7BF5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5F7D7-0FFC-4E63-965C-AA4C374974B6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06D433-638A-677B-183B-0344EA11E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D0FCF7-7167-FACF-CC75-A1C1580C6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CD096-56DF-43D0-8DCD-09832B1FCDB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5046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/freeslate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7A3EF9-00B6-A0B3-934C-03F4AC8CEA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Slide show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DF24AB-9025-932B-0B9E-0A175D193F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Transitions, animations and links</a:t>
            </a:r>
          </a:p>
        </p:txBody>
      </p:sp>
    </p:spTree>
    <p:extLst>
      <p:ext uri="{BB962C8B-B14F-4D97-AF65-F5344CB8AC3E}">
        <p14:creationId xmlns:p14="http://schemas.microsoft.com/office/powerpoint/2010/main" val="3823282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E1A628-7CF0-4E7B-E70A-7FE0E1D79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Entrance effects</a:t>
            </a:r>
          </a:p>
        </p:txBody>
      </p:sp>
      <p:sp>
        <p:nvSpPr>
          <p:cNvPr id="3" name="Fade">
            <a:extLst>
              <a:ext uri="{FF2B5EF4-FFF2-40B4-BE49-F238E27FC236}">
                <a16:creationId xmlns:a16="http://schemas.microsoft.com/office/drawing/2014/main" id="{532290FE-B77E-A506-2DC6-7F7215275E03}"/>
              </a:ext>
            </a:extLst>
          </p:cNvPr>
          <p:cNvSpPr/>
          <p:nvPr/>
        </p:nvSpPr>
        <p:spPr>
          <a:xfrm>
            <a:off x="762000" y="2032000"/>
            <a:ext cx="3048000" cy="1651000"/>
          </a:xfrm>
          <a:prstGeom prst="round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Fade</a:t>
            </a:r>
          </a:p>
        </p:txBody>
      </p:sp>
      <p:sp>
        <p:nvSpPr>
          <p:cNvPr id="4" name="Fly in">
            <a:extLst>
              <a:ext uri="{FF2B5EF4-FFF2-40B4-BE49-F238E27FC236}">
                <a16:creationId xmlns:a16="http://schemas.microsoft.com/office/drawing/2014/main" id="{8D7A555C-B857-CAA3-A69E-12D54035ADF9}"/>
              </a:ext>
            </a:extLst>
          </p:cNvPr>
          <p:cNvSpPr/>
          <p:nvPr/>
        </p:nvSpPr>
        <p:spPr>
          <a:xfrm>
            <a:off x="4572000" y="2032000"/>
            <a:ext cx="3048000" cy="1651000"/>
          </a:xfrm>
          <a:prstGeom prst="ellipse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Fly in</a:t>
            </a:r>
          </a:p>
        </p:txBody>
      </p:sp>
      <p:sp>
        <p:nvSpPr>
          <p:cNvPr id="5" name="Wipe">
            <a:extLst>
              <a:ext uri="{FF2B5EF4-FFF2-40B4-BE49-F238E27FC236}">
                <a16:creationId xmlns:a16="http://schemas.microsoft.com/office/drawing/2014/main" id="{AADF810A-6684-21E4-49BC-D6FD3386DDFA}"/>
              </a:ext>
            </a:extLst>
          </p:cNvPr>
          <p:cNvSpPr/>
          <p:nvPr/>
        </p:nvSpPr>
        <p:spPr>
          <a:xfrm>
            <a:off x="8382000" y="2032000"/>
            <a:ext cx="3048000" cy="1651000"/>
          </a:xfrm>
          <a:prstGeom prst="roundRect">
            <a:avLst/>
          </a:prstGeom>
          <a:solidFill>
            <a:schemeClr val="accent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Wipe</a:t>
            </a:r>
          </a:p>
        </p:txBody>
      </p:sp>
      <p:sp>
        <p:nvSpPr>
          <p:cNvPr id="6" name="Zoom">
            <a:extLst>
              <a:ext uri="{FF2B5EF4-FFF2-40B4-BE49-F238E27FC236}">
                <a16:creationId xmlns:a16="http://schemas.microsoft.com/office/drawing/2014/main" id="{A277D586-3C14-A02F-996F-4E4783165A40}"/>
              </a:ext>
            </a:extLst>
          </p:cNvPr>
          <p:cNvSpPr/>
          <p:nvPr/>
        </p:nvSpPr>
        <p:spPr>
          <a:xfrm>
            <a:off x="762000" y="4191000"/>
            <a:ext cx="3048000" cy="1651000"/>
          </a:xfrm>
          <a:prstGeom prst="roundRect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Zoom</a:t>
            </a:r>
          </a:p>
        </p:txBody>
      </p:sp>
      <p:sp>
        <p:nvSpPr>
          <p:cNvPr id="7" name="Split">
            <a:extLst>
              <a:ext uri="{FF2B5EF4-FFF2-40B4-BE49-F238E27FC236}">
                <a16:creationId xmlns:a16="http://schemas.microsoft.com/office/drawing/2014/main" id="{BDCE6D92-ACE6-664B-347C-C14C5D6E8610}"/>
              </a:ext>
            </a:extLst>
          </p:cNvPr>
          <p:cNvSpPr/>
          <p:nvPr/>
        </p:nvSpPr>
        <p:spPr>
          <a:xfrm>
            <a:off x="4572000" y="4191000"/>
            <a:ext cx="3048000" cy="1651000"/>
          </a:xfrm>
          <a:prstGeom prst="ellipse">
            <a:avLst/>
          </a:prstGeom>
          <a:solidFill>
            <a:schemeClr val="accent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Split</a:t>
            </a:r>
          </a:p>
        </p:txBody>
      </p:sp>
      <p:sp>
        <p:nvSpPr>
          <p:cNvPr id="8" name="Appear">
            <a:extLst>
              <a:ext uri="{FF2B5EF4-FFF2-40B4-BE49-F238E27FC236}">
                <a16:creationId xmlns:a16="http://schemas.microsoft.com/office/drawing/2014/main" id="{96A2D409-0D7B-0FCB-F6FB-C392BE7FE893}"/>
              </a:ext>
            </a:extLst>
          </p:cNvPr>
          <p:cNvSpPr/>
          <p:nvPr/>
        </p:nvSpPr>
        <p:spPr>
          <a:xfrm>
            <a:off x="8382000" y="4191000"/>
            <a:ext cx="3048000" cy="1651000"/>
          </a:xfrm>
          <a:prstGeom prst="roundRect">
            <a:avLst/>
          </a:prstGeom>
          <a:solidFill>
            <a:schemeClr val="accent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Appear</a:t>
            </a:r>
          </a:p>
        </p:txBody>
      </p:sp>
    </p:spTree>
    <p:extLst>
      <p:ext uri="{BB962C8B-B14F-4D97-AF65-F5344CB8AC3E}">
        <p14:creationId xmlns:p14="http://schemas.microsoft.com/office/powerpoint/2010/main" val="239152816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4BD294-388E-5E88-D3BE-C35D76EB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Text built by paragraph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E4A070-3799-3635-027D-AA67AFA034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First point</a:t>
            </a:r>
          </a:p>
          <a:p>
            <a:r>
              <a:rPr lang="en-US"/>
              <a:t>Second point</a:t>
            </a:r>
          </a:p>
          <a:p>
            <a:pPr lvl="1"/>
            <a:r>
              <a:rPr lang="en-US"/>
              <a:t>	A detail of the second point</a:t>
            </a:r>
          </a:p>
          <a:p>
            <a:r>
              <a:rPr lang="en-US"/>
              <a:t>Third point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73102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9A0091-C84D-20DA-3AAD-B06A118C1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Emphasis and exit</a:t>
            </a:r>
          </a:p>
        </p:txBody>
      </p:sp>
      <p:sp>
        <p:nvSpPr>
          <p:cNvPr id="3" name="Spin">
            <a:extLst>
              <a:ext uri="{FF2B5EF4-FFF2-40B4-BE49-F238E27FC236}">
                <a16:creationId xmlns:a16="http://schemas.microsoft.com/office/drawing/2014/main" id="{9740C028-DB30-C6FA-835A-150B1501E8AD}"/>
              </a:ext>
            </a:extLst>
          </p:cNvPr>
          <p:cNvSpPr/>
          <p:nvPr/>
        </p:nvSpPr>
        <p:spPr>
          <a:xfrm>
            <a:off x="762000" y="2032000"/>
            <a:ext cx="3048000" cy="1651000"/>
          </a:xfrm>
          <a:prstGeom prst="rect">
            <a:avLst/>
          </a:prstGeom>
          <a:solidFill>
            <a:schemeClr val="accent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Spin</a:t>
            </a:r>
          </a:p>
        </p:txBody>
      </p:sp>
      <p:sp>
        <p:nvSpPr>
          <p:cNvPr id="4" name="Grow">
            <a:extLst>
              <a:ext uri="{FF2B5EF4-FFF2-40B4-BE49-F238E27FC236}">
                <a16:creationId xmlns:a16="http://schemas.microsoft.com/office/drawing/2014/main" id="{3A7DB8C9-7F96-1053-5BFC-D39CB37CFF8A}"/>
              </a:ext>
            </a:extLst>
          </p:cNvPr>
          <p:cNvSpPr/>
          <p:nvPr/>
        </p:nvSpPr>
        <p:spPr>
          <a:xfrm>
            <a:off x="4572000" y="2032000"/>
            <a:ext cx="3048000" cy="1651000"/>
          </a:xfrm>
          <a:prstGeom prst="rect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Grow</a:t>
            </a:r>
          </a:p>
        </p:txBody>
      </p:sp>
      <p:sp>
        <p:nvSpPr>
          <p:cNvPr id="5" name="Fill color">
            <a:extLst>
              <a:ext uri="{FF2B5EF4-FFF2-40B4-BE49-F238E27FC236}">
                <a16:creationId xmlns:a16="http://schemas.microsoft.com/office/drawing/2014/main" id="{46DE18D5-DA32-3734-0A66-8D42F70D42CA}"/>
              </a:ext>
            </a:extLst>
          </p:cNvPr>
          <p:cNvSpPr/>
          <p:nvPr/>
        </p:nvSpPr>
        <p:spPr>
          <a:xfrm>
            <a:off x="8382000" y="2032000"/>
            <a:ext cx="3048000" cy="1651000"/>
          </a:xfrm>
          <a:prstGeom prst="rect">
            <a:avLst/>
          </a:prstGeom>
          <a:solidFill>
            <a:schemeClr val="accent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Fill color</a:t>
            </a:r>
          </a:p>
        </p:txBody>
      </p:sp>
      <p:sp>
        <p:nvSpPr>
          <p:cNvPr id="6" name="Transparency">
            <a:extLst>
              <a:ext uri="{FF2B5EF4-FFF2-40B4-BE49-F238E27FC236}">
                <a16:creationId xmlns:a16="http://schemas.microsoft.com/office/drawing/2014/main" id="{7C05E714-5253-DD5A-248F-691CBE7BEF61}"/>
              </a:ext>
            </a:extLst>
          </p:cNvPr>
          <p:cNvSpPr/>
          <p:nvPr/>
        </p:nvSpPr>
        <p:spPr>
          <a:xfrm>
            <a:off x="762000" y="4191000"/>
            <a:ext cx="3048000" cy="1651000"/>
          </a:xfrm>
          <a:prstGeom prst="rect">
            <a:avLst/>
          </a:prstGeom>
          <a:solidFill>
            <a:schemeClr val="accent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Transparency</a:t>
            </a:r>
          </a:p>
        </p:txBody>
      </p:sp>
      <p:sp>
        <p:nvSpPr>
          <p:cNvPr id="7" name="Fade out">
            <a:extLst>
              <a:ext uri="{FF2B5EF4-FFF2-40B4-BE49-F238E27FC236}">
                <a16:creationId xmlns:a16="http://schemas.microsoft.com/office/drawing/2014/main" id="{C40B632C-763F-72B2-0E77-637193303559}"/>
              </a:ext>
            </a:extLst>
          </p:cNvPr>
          <p:cNvSpPr/>
          <p:nvPr/>
        </p:nvSpPr>
        <p:spPr>
          <a:xfrm>
            <a:off x="4572000" y="4191000"/>
            <a:ext cx="3048000" cy="1651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Fade out</a:t>
            </a:r>
          </a:p>
        </p:txBody>
      </p:sp>
      <p:sp>
        <p:nvSpPr>
          <p:cNvPr id="8" name="Fly out">
            <a:extLst>
              <a:ext uri="{FF2B5EF4-FFF2-40B4-BE49-F238E27FC236}">
                <a16:creationId xmlns:a16="http://schemas.microsoft.com/office/drawing/2014/main" id="{A865C45A-59A8-2B80-1D26-121F87A6E33C}"/>
              </a:ext>
            </a:extLst>
          </p:cNvPr>
          <p:cNvSpPr/>
          <p:nvPr/>
        </p:nvSpPr>
        <p:spPr>
          <a:xfrm>
            <a:off x="8382000" y="4191000"/>
            <a:ext cx="3048000" cy="16510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Fly out</a:t>
            </a:r>
          </a:p>
        </p:txBody>
      </p:sp>
    </p:spTree>
    <p:extLst>
      <p:ext uri="{BB962C8B-B14F-4D97-AF65-F5344CB8AC3E}">
        <p14:creationId xmlns:p14="http://schemas.microsoft.com/office/powerpoint/2010/main" val="2501211409"/>
      </p:ext>
    </p:extLst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00"/>
                            </p:stCondLst>
                            <p:childTnLst>
                              <p:par>
                                <p:cTn id="8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6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800"/>
                            </p:stCondLst>
                            <p:childTnLst>
                              <p:par>
                                <p:cTn id="16" presetID="9" presetClass="emph" presetSubtype="0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400"/>
                            </p:stCondLst>
                            <p:childTnLst>
                              <p:par>
                                <p:cTn id="20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6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6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F3D4C6-9D01-6B8D-51CB-1D45D2564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Motion paths</a:t>
            </a:r>
          </a:p>
        </p:txBody>
      </p:sp>
      <p:sp>
        <p:nvSpPr>
          <p:cNvPr id="3" name="Path 1">
            <a:extLst>
              <a:ext uri="{FF2B5EF4-FFF2-40B4-BE49-F238E27FC236}">
                <a16:creationId xmlns:a16="http://schemas.microsoft.com/office/drawing/2014/main" id="{76F36886-BCD8-5A4E-B600-39B8C26BA4D0}"/>
              </a:ext>
            </a:extLst>
          </p:cNvPr>
          <p:cNvSpPr/>
          <p:nvPr/>
        </p:nvSpPr>
        <p:spPr>
          <a:xfrm>
            <a:off x="1270000" y="2540000"/>
            <a:ext cx="1524000" cy="1524000"/>
          </a:xfrm>
          <a:prstGeom prst="ellipse">
            <a:avLst/>
          </a:prstGeom>
          <a:solidFill>
            <a:schemeClr val="accent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Path 1</a:t>
            </a:r>
          </a:p>
        </p:txBody>
      </p:sp>
      <p:sp>
        <p:nvSpPr>
          <p:cNvPr id="4" name="Path 2">
            <a:extLst>
              <a:ext uri="{FF2B5EF4-FFF2-40B4-BE49-F238E27FC236}">
                <a16:creationId xmlns:a16="http://schemas.microsoft.com/office/drawing/2014/main" id="{3EEECE9B-80AB-8D03-B9E0-62A2A0FF0C9C}"/>
              </a:ext>
            </a:extLst>
          </p:cNvPr>
          <p:cNvSpPr/>
          <p:nvPr/>
        </p:nvSpPr>
        <p:spPr>
          <a:xfrm>
            <a:off x="4826000" y="2540000"/>
            <a:ext cx="1524000" cy="1524000"/>
          </a:xfrm>
          <a:prstGeom prst="ellipse">
            <a:avLst/>
          </a:prstGeom>
          <a:solidFill>
            <a:schemeClr val="accent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Path 2</a:t>
            </a:r>
          </a:p>
        </p:txBody>
      </p:sp>
      <p:sp>
        <p:nvSpPr>
          <p:cNvPr id="5" name="Path 3">
            <a:extLst>
              <a:ext uri="{FF2B5EF4-FFF2-40B4-BE49-F238E27FC236}">
                <a16:creationId xmlns:a16="http://schemas.microsoft.com/office/drawing/2014/main" id="{6B1B32EC-F58F-868D-7C29-52CDC6BB1B5C}"/>
              </a:ext>
            </a:extLst>
          </p:cNvPr>
          <p:cNvSpPr/>
          <p:nvPr/>
        </p:nvSpPr>
        <p:spPr>
          <a:xfrm>
            <a:off x="8382000" y="2540000"/>
            <a:ext cx="1524000" cy="1524000"/>
          </a:xfrm>
          <a:prstGeom prst="ellipse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Path 3</a:t>
            </a:r>
          </a:p>
        </p:txBody>
      </p:sp>
    </p:spTree>
    <p:extLst>
      <p:ext uri="{BB962C8B-B14F-4D97-AF65-F5344CB8AC3E}">
        <p14:creationId xmlns:p14="http://schemas.microsoft.com/office/powerpoint/2010/main" val="1402080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6000">
        <p14:vortex/>
      </p:transition>
    </mc:Choice>
    <mc:Fallback>
      <p:transition spd="slow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0"/>
                            </p:stCondLst>
                            <p:childTnLst>
                              <p:par>
                                <p:cTn id="8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9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2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279751-B531-9CEB-1AFF-40F83D851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Triggers and links</a:t>
            </a:r>
          </a:p>
        </p:txBody>
      </p:sp>
      <p:sp>
        <p:nvSpPr>
          <p:cNvPr id="3" name="Click me">
            <a:extLst>
              <a:ext uri="{FF2B5EF4-FFF2-40B4-BE49-F238E27FC236}">
                <a16:creationId xmlns:a16="http://schemas.microsoft.com/office/drawing/2014/main" id="{5FA728AB-8A2D-BA9C-ACD2-C28B977FE15F}"/>
              </a:ext>
            </a:extLst>
          </p:cNvPr>
          <p:cNvSpPr/>
          <p:nvPr/>
        </p:nvSpPr>
        <p:spPr>
          <a:xfrm>
            <a:off x="1016000" y="2159000"/>
            <a:ext cx="3302000" cy="1143000"/>
          </a:xfrm>
          <a:prstGeom prst="round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Click me</a:t>
            </a:r>
          </a:p>
        </p:txBody>
      </p:sp>
      <p:sp>
        <p:nvSpPr>
          <p:cNvPr id="4" name="Triggered">
            <a:extLst>
              <a:ext uri="{FF2B5EF4-FFF2-40B4-BE49-F238E27FC236}">
                <a16:creationId xmlns:a16="http://schemas.microsoft.com/office/drawing/2014/main" id="{1BA812C8-2AD1-01C0-2BDF-6EAE1327E47D}"/>
              </a:ext>
            </a:extLst>
          </p:cNvPr>
          <p:cNvSpPr/>
          <p:nvPr/>
        </p:nvSpPr>
        <p:spPr>
          <a:xfrm>
            <a:off x="5334000" y="1905000"/>
            <a:ext cx="2540000" cy="2540000"/>
          </a:xfrm>
          <a:prstGeom prst="ellipse">
            <a:avLst/>
          </a:prstGeom>
          <a:solidFill>
            <a:schemeClr val="accent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Triggered</a:t>
            </a:r>
          </a:p>
        </p:txBody>
      </p:sp>
      <p:sp>
        <p:nvSpPr>
          <p:cNvPr id="5" name="First slide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E0A3918D-8A72-9364-AE96-C3908D2D7D41}"/>
              </a:ext>
            </a:extLst>
          </p:cNvPr>
          <p:cNvSpPr/>
          <p:nvPr/>
        </p:nvSpPr>
        <p:spPr>
          <a:xfrm>
            <a:off x="1016000" y="3810000"/>
            <a:ext cx="3302000" cy="8890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/>
              <a:t>First slide</a:t>
            </a:r>
          </a:p>
        </p:txBody>
      </p:sp>
      <p:sp>
        <p:nvSpPr>
          <p:cNvPr id="6" name="FreeSlate on the web">
            <a:extLst>
              <a:ext uri="{FF2B5EF4-FFF2-40B4-BE49-F238E27FC236}">
                <a16:creationId xmlns:a16="http://schemas.microsoft.com/office/drawing/2014/main" id="{E15D5BD2-5169-A6F9-B503-74A0ABC21BA0}"/>
              </a:ext>
            </a:extLst>
          </p:cNvPr>
          <p:cNvSpPr/>
          <p:nvPr/>
        </p:nvSpPr>
        <p:spPr>
          <a:xfrm>
            <a:off x="1016000" y="5080000"/>
            <a:ext cx="6604000" cy="889000"/>
          </a:xfrm>
          <a:prstGeom prst="rect">
            <a:avLst/>
          </a:prstGeom>
          <a:solidFill>
            <a:schemeClr val="accent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hlinkClick r:id="rId2"/>
              </a:rPr>
              <a:t>FreeSlate on the web</a:t>
            </a:r>
            <a:endParaRPr lang="de-DE" sz="2400"/>
          </a:p>
        </p:txBody>
      </p:sp>
    </p:spTree>
    <p:extLst>
      <p:ext uri="{BB962C8B-B14F-4D97-AF65-F5344CB8AC3E}">
        <p14:creationId xmlns:p14="http://schemas.microsoft.com/office/powerpoint/2010/main" val="31173118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Benutzerdefiniert</PresentationFormat>
  <Paragraphs>30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Slide show</vt:lpstr>
      <vt:lpstr>Entrance effects</vt:lpstr>
      <vt:lpstr>Text built by paragraph</vt:lpstr>
      <vt:lpstr>Emphasis and exit</vt:lpstr>
      <vt:lpstr>Motion paths</vt:lpstr>
      <vt:lpstr>Triggers and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2026-10-08T12:11:44Z</dcterms:created>
  <dcterms:modified xsi:type="dcterms:W3CDTF">2026-10-08T12:11:44Z</dcterms:modified>
</cp:coreProperties>
</file>