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97DDEDB1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modernComment_3.xml" ContentType="application/vnd.ms-powerpoint.comment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3EE940-0219-301F-0CC3-2EBB57B29F5E}" name="Sam Sample" initials="SS" userId="Sam Sample" providerId="None"/>
  <p188:author id="{4153F7F4-0F7C-9527-D7F3-998BC564E6AB}" name="Alex Example" initials="AE" userId="Alex Example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ris Classic" initials="CC" lastIdx="2" clrIdx="0"/>
  <p:cmAuthor id="2" name="Dana Doe" initials="DD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&#65279;<?xml version="1.0" encoding="utf-8" standalone="yes"?>
<Relationships xmlns="http://schemas.openxmlformats.org/package/2006/relationships"><Relationship Id="rId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microsoft.com/office/2018/10/relationships/authors" Target="authors.xml" /><Relationship Id="rIdAuthors" Type="http://schemas.openxmlformats.org/officeDocument/2006/relationships/commentAuthors" Target="commentAuthors.xml" 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6-05-04T10:20:30.000" idx="1">
    <p:pos x="960" y="1200"/>
    <p:text>A classic comment</p:text>
  </p:cm>
  <p:cm authorId="2" dt="2016-05-04T11:00:00.000" idx="1">
    <p:pos x="960" y="1200"/>
    <p:text>A classic reply</p:text>
    <p:extLst>
      <p:ext uri="{C676402C-5697-4E1C-873F-D02D1690AC5C}">
        <p15:threadingInfo xmlns:p15="http://schemas.microsoft.com/office/powerpoint/2012/main" timeZoneBias="-120">
          <p15:parentCm authorId="1" idx="1"/>
        </p15:threadingInfo>
      </p:ext>
    </p:extLst>
  </p:cm>
  <p:cm authorId="1" dt="2016-05-04T12:00:00.000" idx="2">
    <p:pos x="4800" y="2400"/>
    <p:text>Second classic comment
on two lines</p:text>
  </p:cm>
</p:cmLst>
</file>

<file path=ppt/comments/modernComment_3.xml><?xml version="1.0" encoding="utf-8"?>
<p188:cmLst xmlns:a="http://schemas.openxmlformats.org/drawingml/2006/main" xmlns:r="http://schemas.openxmlformats.org/officeDocument/2006/relationships" xmlns:p="http://schemas.openxmlformats.org/presentationml/2006/main" xmlns:p188="http://schemas.microsoft.com/office/powerpoint/2018/8/main">
  <p188:cm id="{6D1E8C0A-1F00-4C3B-9E21-0A1B2C3D4E5F}" authorId="{4153F7F4-0F7C-9527-D7F3-998BC564E6AB}" created="2026-10-01T09:00:00.000" assignedTo="{EB3EE940-0219-301F-0CC3-2EBB57B29F5E}" dueDate="2026-10-15T00:00:00.000" complete="50%" title="Check the figures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2" creationId="{EE9F273B-06C1-EFD7-CAE8-10D31E5A0858}"/>
    </ac:deMkLst>
    <p188:pos x="254000" y="127000"/>
    <p188:replyLst>
      <p188:reply id="{6D1E8C0A-1F00-4C3B-9E21-0A1B2C3D4E60}" authorId="{EB3EE940-0219-301F-0CC3-2EBB57B29F5E}" created="2026-10-02T14:30:00.000" status="resolved">
        <p188:txBody>
          <a:bodyPr/>
          <a:lstStyle/>
          <a:p>
            <a:r>
              <a:rPr lang="en-US"/>
              <a:t>Done</a:t>
            </a:r>
          </a:p>
        </p188:txBody>
      </p188:reply>
    </p188:replyLst>
    <p188:txBody>
      <a:bodyPr/>
      <a:lstStyle/>
      <a:p>
        <a:r>
          <a:rPr lang="en-US" b="1"/>
          <a:t>Please</a:t>
        </a:r>
        <a:r>
          <a:rPr lang="en-US"/>
          <a:t> check the figures.</a:t>
        </a:r>
      </a:p>
    </p188:txBody>
    <p188:extLst>
      <p:ext uri="{B1A5D0F2-7C4E-4E8B-9D3A-2F6C1E0B7A41}">
        <p223:reactions xmlns:p223="http://schemas.microsoft.com/office/powerpoint/2022/03/main">
          <p223:rxn type="👍">
            <p223:instance time="2026-10-01T10:00:00.000" authorId="{EB3EE940-0219-301F-0CC3-2EBB57B29F5E}"/>
            <p223:instance time="2026-10-01T11:00:00.000" authorId="{4153F7F4-0F7C-9527-D7F3-998BC564E6AB}"/>
          </p223:rxn>
        </p223:reactions>
      </p:ext>
      <p:ext uri="{C2B6E1A3-8D5F-4F9C-AE4B-3A7D2F1C8B52}">
        <p228:taskDetails xmlns:p228="http://schemas.microsoft.com/office/powerpoint/2022/08/main">
          <p228:history>
            <p228:event time="2026-10-01T09:00:00.000" id="{0B2E4F6A-1C3D-4E5F-8A9B-0C1D2E3F4A51}">
              <p228:atrbtn authorId="{4153F7F4-0F7C-9527-D7F3-998BC564E6AB}"/>
              <p228:anchr>
                <p228:comment id="{6D1E8C0A-1F00-4C3B-9E21-0A1B2C3D4E5F}"/>
              </p228:anchr>
              <p228:asgn authorId="{EB3EE940-0219-301F-0CC3-2EBB57B29F5E}"/>
            </p228:event>
          </p228:history>
        </p228:taskDetails>
      </p:ext>
    </p188:extLst>
  </p188:cm>
</p188:cmLst>
</file>

<file path=ppt/comments/modernComment_100_97DDEDB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9A479C5-C2EF-46C3-8B88-01AF7A78208F}" authorId="{4153F7F4-0F7C-9527-D7F3-998BC564E6AB}" created="2026-10-08T18:17:34.883">
    <pc:sldMkLst xmlns:pc="http://schemas.microsoft.com/office/powerpoint/2013/main/command">
      <pc:docMk/>
      <pc:sldMk cId="2547903921" sldId="256"/>
    </pc:sldMkLst>
    <p188:pos x="1270000" y="635000"/>
    <p188:replyLst>
      <p188:reply id="{6645F1C3-0157-4DC0-A54D-C9C38B006825}" authorId="{EB3EE940-0219-301F-0CC3-2EBB57B29F5E}" created="2026-10-08T18:17:34.898">
        <p188:txBody>
          <a:bodyPr/>
          <a:lstStyle/>
          <a:p>
            <a:r>
              <a:rPr lang="de-DE"/>
              <a:t>A reply</a:t>
            </a:r>
          </a:p>
        </p188:txBody>
      </p188:reply>
    </p188:replyLst>
    <p188:txBody>
      <a:bodyPr/>
      <a:lstStyle/>
      <a:p>
        <a:r>
          <a:rPr lang="de-DE"/>
          <a:t>A slide comment</a:t>
        </a:r>
      </a:p>
    </p188:txBody>
  </p188:cm>
  <p188:cm id="{B321BE3C-A156-4229-B63F-BB2470DE8236}" authorId="{EB3EE940-0219-301F-0CC3-2EBB57B29F5E}" created="2026-10-08T18:17:34.899">
    <pc:sldMkLst xmlns:pc="http://schemas.microsoft.com/office/powerpoint/2013/main/command">
      <pc:docMk/>
      <pc:sldMk cId="2547903921" sldId="256"/>
    </pc:sldMkLst>
    <p188:pos x="8890000" y="5080000"/>
    <p188:txBody>
      <a:bodyPr/>
      <a:lstStyle/>
      <a:p>
        <a:r>
          <a:rPr lang="de-DE"/>
          <a:t>Second comment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7B1FE9-DC59-2219-2E9E-B2D83A64BC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07A5024-B992-8E5B-C80C-3A191846D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3D6E64-E48A-3AF5-3F74-429B41BF5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DA40F-B0E3-4972-AA6C-F95BCA980CD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6F3ECF-11F3-4A44-2E79-72362E914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44E987-A7DC-60D2-3E1E-873A192AC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87A0B-52EB-45C2-A9E5-FED727ECFF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3808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71B22B-9786-9BFB-455C-4CEC8222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F467CE-9071-4DE5-4AF0-515B512CB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BEEDF1-93A1-B396-F442-3070C4D72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DA40F-B0E3-4972-AA6C-F95BCA980CD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F39996-813B-70F6-110B-169D33098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19153B-9177-C255-1E4B-12B1B27E6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87A0B-52EB-45C2-A9E5-FED727ECFF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2328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9F2B1B-ED63-0095-EB2E-C1A7DE31F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6345A4-F45F-DDAB-AE39-92C2770C2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6E695F-153C-F092-F5D0-50479C711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DA40F-B0E3-4972-AA6C-F95BCA980CD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CFA2F0-6357-B3BE-5285-26CBE31F1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6A6C04-5291-1071-2896-FEC9476FD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87A0B-52EB-45C2-A9E5-FED727ECFF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1015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62FF48-4F9C-546D-A245-2DDDCBA35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E07C16-12E6-0789-96C6-72229AE7E8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5854495-A4EA-CC0F-7C72-4522F802E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7247FC4-9D78-273E-4F87-96D1AAB06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DA40F-B0E3-4972-AA6C-F95BCA980CD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B6047E5-D835-655D-E7B5-7D779A52C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100EB84-FB4C-741F-1729-332E440B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87A0B-52EB-45C2-A9E5-FED727ECFF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9069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2D51E5-1B0C-B922-14DB-10C205083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AB2F68-BDD6-15A5-4AEB-97C869020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13BE9F9-8ED6-FDCF-0562-2F25B9E60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B667575-FD08-E32C-14BC-6A148F9A9D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46344A9-81D9-7CD6-3F8A-EE02F21B27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0EF87E4-6687-C37A-5A44-2F5AA6B53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DA40F-B0E3-4972-AA6C-F95BCA980CD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A3E8966-BB61-1A2E-B5A5-72C6AD7B8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B49F042-BD64-4F3B-1546-948F768E8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87A0B-52EB-45C2-A9E5-FED727ECFF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4893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141830-0DBC-91F4-1DE1-B401F9B20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D8C539B-F8E5-EB7C-4162-E383CA33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DA40F-B0E3-4972-AA6C-F95BCA980CD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5F71273-1D34-280F-1FA9-331D749B6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552C54B-53BB-6EF2-A0A5-C5F45648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87A0B-52EB-45C2-A9E5-FED727ECFF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0916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210040B-B414-0C5F-365A-2DA1A6C81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DA40F-B0E3-4972-AA6C-F95BCA980CD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C9A393E-BCDA-084B-12D9-858ABA5B1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6FBA516-6FBC-543B-A547-3F9CD4C4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87A0B-52EB-45C2-A9E5-FED727ECFF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8001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E1B544-08A0-252E-F7D0-337DAC6AD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535084-837D-947E-611C-9777FDAE9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9DEF385-A139-A6B9-AEC5-B85AEB5C1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320B86-49E1-6F3D-7B5A-B5870B16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DA40F-B0E3-4972-AA6C-F95BCA980CD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55DF9E-1CA7-B5D6-5003-2C8D97F44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02239CA-758E-0FCF-B02B-D0D8DB5D2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87A0B-52EB-45C2-A9E5-FED727ECFF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6009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233B3E-42D3-539A-720C-A5ECCC618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0C01B3A-0172-9930-3972-FF281F36215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06AF43B-7CDA-E019-4545-D7BF09F6A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6818285-C953-2CF4-CB9F-9537DEADE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DA40F-B0E3-4972-AA6C-F95BCA980CD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D55EE9-C1C7-D0DA-3520-756C0DFE2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FF2CF92-1426-D2F3-02BB-0E6F5B170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87A0B-52EB-45C2-A9E5-FED727ECFF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6386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3956C0-8514-A4BA-16B2-B6D4D1681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8DE4E56-67FE-9A03-F161-F76BFAE80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232AFA-4508-B417-A603-DADCF4361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DA40F-B0E3-4972-AA6C-F95BCA980CD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5B2908-CBE2-D2CB-2E74-BE91A2AE9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5B9860-7C42-09B5-91F4-A9F75FD80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87A0B-52EB-45C2-A9E5-FED727ECFF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0987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90307E4-7EB7-99E1-A7D7-9489708FD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549AB05-EF01-7177-E0EA-D42A340B2F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0E134F-9DB2-F37E-D0C8-AE3EDCB65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DA40F-B0E3-4972-AA6C-F95BCA980CD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443EAE-3CE0-BB7A-A118-3B793966A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FCE4E8-9F8D-969E-4810-BBC6E2259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87A0B-52EB-45C2-A9E5-FED727ECFF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3151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0D34F96-F514-6290-0609-34B553A55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AE0C50F-6045-5BB8-13EE-EC8A34784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7508FF-E297-58D8-8A5D-1E4639C4E7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3DA40F-B0E3-4972-AA6C-F95BCA980CD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12818A-575F-A11D-D8B7-00C78A37D3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F8558B-4336-07EE-480C-DD1FE6B316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887A0B-52EB-45C2-A9E5-FED727ECFF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1327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97DDEDB1.xml"/><Relationship Id="rId1" Type="http://schemas.openxmlformats.org/officeDocument/2006/relationships/slideLayout" Target="../slideLayouts/slideLayout7.xml"/></Relationships>
</file>

<file path=ppt/slides/_rels/slide2.xml.rels>&#65279;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Relationship Id="rIdComments" Type="http://schemas.openxmlformats.org/officeDocument/2006/relationships/comments" Target="../comments/comment1.xml" /></Relationships>
</file>

<file path=ppt/slides/_rels/slide3.xml.rels>&#65279;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Relationship Id="rIdModern" Type="http://schemas.microsoft.com/office/2018/10/relationships/comments" Target="../comments/modernComment_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C2F9F5E-4D17-C55C-AA51-803E0B6BC2FF}"/>
              </a:ext>
            </a:extLst>
          </p:cNvPr>
          <p:cNvSpPr/>
          <p:nvPr/>
        </p:nvSpPr>
        <p:spPr>
          <a:xfrm>
            <a:off x="2540000" y="1905000"/>
            <a:ext cx="3810000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Modern comments</a:t>
            </a:r>
          </a:p>
        </p:txBody>
      </p:sp>
    </p:spTree>
    <p:extLst>
      <p:ext uri="{BB962C8B-B14F-4D97-AF65-F5344CB8AC3E}">
        <p14:creationId xmlns:p14="http://schemas.microsoft.com/office/powerpoint/2010/main" val="254790392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D03A476-6191-5971-C4A0-C82B45ECF8D6}"/>
              </a:ext>
            </a:extLst>
          </p:cNvPr>
          <p:cNvSpPr txBox="1"/>
          <p:nvPr/>
        </p:nvSpPr>
        <p:spPr>
          <a:xfrm>
            <a:off x="508000" y="508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/>
              <a:t>Classic comments</a:t>
            </a:r>
          </a:p>
        </p:txBody>
      </p:sp>
    </p:spTree>
    <p:extLst>
      <p:ext uri="{BB962C8B-B14F-4D97-AF65-F5344CB8AC3E}">
        <p14:creationId xmlns:p14="http://schemas.microsoft.com/office/powerpoint/2010/main" val="238246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chor">
            <a:extLst>
              <a:ext uri="{FF2B5EF4-FFF2-40B4-BE49-F238E27FC236}">
                <a16:creationId xmlns:a16="http://schemas.microsoft.com/office/drawing/2014/main" id="{EE9F273B-06C1-EFD7-CAE8-10D31E5A0858}"/>
              </a:ext>
            </a:extLst>
          </p:cNvPr>
          <p:cNvSpPr/>
          <p:nvPr/>
        </p:nvSpPr>
        <p:spPr>
          <a:xfrm>
            <a:off x="3810000" y="2540000"/>
            <a:ext cx="3810000" cy="1905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Anchored comment</a:t>
            </a:r>
          </a:p>
        </p:txBody>
      </p:sp>
    </p:spTree>
    <p:extLst>
      <p:ext uri="{BB962C8B-B14F-4D97-AF65-F5344CB8AC3E}">
        <p14:creationId xmlns:p14="http://schemas.microsoft.com/office/powerpoint/2010/main" val="146132914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Modern"/>
    </p:ext>
  </p:extLs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Benutzerdefiniert</PresentationFormat>
  <Paragraphs>3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2026-10-08T18:17:34Z</dcterms:created>
  <dcterms:modified xsi:type="dcterms:W3CDTF">2026-10-08T18:17:34Z</dcterms:modified>
</cp:coreProperties>
</file>