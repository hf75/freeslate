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080CB4-AAD6-0317-86F7-46FBADB73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443D61-3317-D154-E090-C3464FF5F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649D8F-401E-2638-7340-A4DDF1F0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6DCE64-2846-0D08-052C-5B90A475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F64646-27F7-2B86-1524-B75CCAC8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5735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C8467-CA26-9EFC-0E24-C05C45666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F11E0E-F658-2E5B-A8D6-6CA9DF3C6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2E4051-45DD-5916-F9A0-32084320E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A5EF10-D490-ADBF-9FCE-2857CE784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7EABEB-0B5E-9B97-988B-3BFCCEF7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058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383E75-CC60-9F3A-F909-C6D043311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C38426-646F-CAA3-BDD3-598DD79CC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8DA232-DAA1-2AB9-F228-8AB62FCA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DB247F-3911-5463-F5C3-7D7407F1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740AB-AF97-26E7-CB72-7875E01C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568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C7CDD6-6F9A-DFC0-CE83-6BDBC907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2381AA-2085-1AF4-DD3F-9B41DFB92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FA06B8E-82D6-7088-4387-8C94E8622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710599E-A384-9DF6-A811-82914284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24C93F-957A-E900-7604-37F449C79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BDEF24-92EA-D1A6-E0FD-62DF3E9F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208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63F1D-1D73-AE31-EA14-A1FD4F7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D7591E-96BF-91DC-578C-1C9D5686E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E74539-86FE-5A33-F76C-BDA90BAB1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04B1F8-EBBB-AB1B-AA9A-59765A2C1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455FA2-FB4B-5504-8A92-CD429A326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2E7301-7A62-A29A-7565-686160A9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E81D09C-C8C8-4FAA-459B-A3210CFA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8C0FFF8-6E0A-4434-E68D-4F6665D1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1895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6492F-43F3-1D3C-3F7F-444A48B9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39732E-C13E-00C9-3590-B0202018D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C534CF-1454-64D4-DFBC-BE0170240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21E90E-BF9F-36AA-7EE6-9A300E54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072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088A3B-2222-82D8-E0BE-8C6F036E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3E98CD1-55C6-6F71-405B-6B67D1E72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5F17D8-24E2-949F-2515-109B27E9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2249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7395CE-5484-2302-7DE5-A5D1816F3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93991B-8336-F67F-D1AA-BE160919B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16B70B-EDCE-9B20-A68D-52DFCA638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44F1DE-1B06-33F1-F282-73FB2E24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F346E9-29E9-C3F0-9F2A-25FF4A20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843E76-2038-2A0C-7E81-43798B5E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735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65F50-ED0E-3112-8857-0D8273C7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8A26185-CBF0-46BF-C1FE-343248AF439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B84922-CBCD-E9A3-064B-67E1BC6E1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C71F24-6C5F-07FB-BC63-B6BA751A2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E80B2D-B55D-113E-9303-638EFD1F2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EDD754-42A2-3335-4596-3CAADAE0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43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D8CF9-A832-9D05-0C70-AB7099DE4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07B7777-8947-2054-698D-5A1BECF45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A7123E-0C86-AEC4-F7D5-856B028C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81005A-F2D4-7DAE-F799-9FBE8E98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F1124B-C9E9-AFA3-1BC0-351E5E57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26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277CA28-5B36-8E9F-7607-0DFC92BEC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717527-E1F9-BF8D-98F6-5D9B5CE46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A82997-3840-FBD2-3D67-B8834CEBE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55F48-3EB1-2CC0-0A4C-0B19079B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21ADDB-1201-9708-CCF3-3F288CA0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609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020E904-FA50-2C2A-FB3C-64C94D81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63D5CC-9926-5934-4D7A-B4CEA8482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848C39-0DBC-526E-7C5D-B9B609322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811C1-AEF3-4DDB-8A6F-AFFB6AB542C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26E72E-9BC3-6E7D-5D1A-06BCEB0E7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A60E5D-7546-EE1D-A42D-1E431B5FB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884CD-9BF8-425B-9EAD-9E0FE3DAEA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32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AFB2ABC-99D7-D579-325C-09A003F1CC60}"/>
              </a:ext>
            </a:extLst>
          </p:cNvPr>
          <p:cNvSpPr/>
          <p:nvPr/>
        </p:nvSpPr>
        <p:spPr>
          <a:xfrm>
            <a:off x="508000" y="508000"/>
            <a:ext cx="2286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>
            <a:outerShdw blurRad="101600" dist="107763" dir="2699994" rotWithShape="0">
              <a:scrgbClr r="0" g="0" b="0">
                <a:alpha val="60000"/>
              </a:sc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Outer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15D2D40-5DA4-1763-0EF2-1E1D1A0CE33C}"/>
              </a:ext>
            </a:extLst>
          </p:cNvPr>
          <p:cNvSpPr/>
          <p:nvPr/>
        </p:nvSpPr>
        <p:spPr>
          <a:xfrm>
            <a:off x="3429000" y="508000"/>
            <a:ext cx="2286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>
            <a:innerShdw blurRad="76200" dist="71842" dir="2700000">
              <a:scrgbClr r="0" g="0" b="0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Inner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53B1A2D-0AB8-D1D2-D105-E8C352D833BC}"/>
              </a:ext>
            </a:extLst>
          </p:cNvPr>
          <p:cNvSpPr/>
          <p:nvPr/>
        </p:nvSpPr>
        <p:spPr>
          <a:xfrm>
            <a:off x="6350000" y="508000"/>
            <a:ext cx="2286000" cy="1778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Perspective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F744559-8CCE-D865-DF14-A20BA43A3F0C}"/>
              </a:ext>
            </a:extLst>
          </p:cNvPr>
          <p:cNvSpPr/>
          <p:nvPr/>
        </p:nvSpPr>
        <p:spPr>
          <a:xfrm>
            <a:off x="508000" y="3556000"/>
            <a:ext cx="2286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>
            <a:prstShdw prst="shdw6" dist="107763" dir="2700000">
              <a:scrgbClr r="0" g="0" b="0">
                <a:alpha val="50000"/>
              </a:scrgbClr>
            </a:prst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Type 6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79585BD-9D4B-5DB0-B19C-DE538802AC67}"/>
              </a:ext>
            </a:extLst>
          </p:cNvPr>
          <p:cNvSpPr/>
          <p:nvPr/>
        </p:nvSpPr>
        <p:spPr>
          <a:xfrm>
            <a:off x="3429000" y="3556000"/>
            <a:ext cx="2286000" cy="1778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>
            <a:prstShdw prst="shdw14" dist="35921" dir="2700000">
              <a:scrgbClr r="0" g="0" b="0">
                <a:alpha val="50000"/>
              </a:scrgbClr>
            </a:prst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Type 14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B6B3F27-8BAD-1E85-1930-A00E9B0DFD18}"/>
              </a:ext>
            </a:extLst>
          </p:cNvPr>
          <p:cNvSpPr/>
          <p:nvPr/>
        </p:nvSpPr>
        <p:spPr>
          <a:xfrm>
            <a:off x="6350000" y="3556000"/>
            <a:ext cx="2286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solidFill>
              <a:schemeClr val="accent1">
                <a:shade val="15000"/>
              </a:schemeClr>
            </a:solidFill>
            <a:prstDash val="solid"/>
            <a:miter lim="800000"/>
          </a:ln>
          <a:effectLst>
            <a:prstShdw prst="shdw17" dist="17961" dir="27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Type 17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94079A1-7D1E-18E8-2675-DE0A7C64106B}"/>
              </a:ext>
            </a:extLst>
          </p:cNvPr>
          <p:cNvSpPr/>
          <p:nvPr/>
        </p:nvSpPr>
        <p:spPr>
          <a:xfrm>
            <a:off x="9271000" y="3556000"/>
            <a:ext cx="2286000" cy="1778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>
            <a:glow rad="127000">
              <a:srgbClr val="FFB400"/>
            </a:glow>
            <a:softEdge rad="50800"/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Glow</a:t>
            </a:r>
          </a:p>
        </p:txBody>
      </p:sp>
    </p:spTree>
    <p:extLst>
      <p:ext uri="{BB962C8B-B14F-4D97-AF65-F5344CB8AC3E}">
        <p14:creationId xmlns:p14="http://schemas.microsoft.com/office/powerpoint/2010/main" val="208010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C42AFB5-8F9B-C906-69BB-2C0ACB11C6C5}"/>
              </a:ext>
            </a:extLst>
          </p:cNvPr>
          <p:cNvSpPr/>
          <p:nvPr/>
        </p:nvSpPr>
        <p:spPr>
          <a:xfrm>
            <a:off x="508000" y="508000"/>
            <a:ext cx="2286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016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Bevel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F981924B-C607-12CD-5663-3D2679070DF6}"/>
              </a:ext>
            </a:extLst>
          </p:cNvPr>
          <p:cNvSpPr/>
          <p:nvPr/>
        </p:nvSpPr>
        <p:spPr>
          <a:xfrm>
            <a:off x="3429000" y="508000"/>
            <a:ext cx="2286000" cy="1778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prst="slop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Slope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A0C565C-EE08-254A-86D2-02DE6440D982}"/>
              </a:ext>
            </a:extLst>
          </p:cNvPr>
          <p:cNvSpPr/>
          <p:nvPr/>
        </p:nvSpPr>
        <p:spPr>
          <a:xfrm>
            <a:off x="6350000" y="508000"/>
            <a:ext cx="2286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1800000" lon="0" rev="0"/>
            </a:camera>
            <a:lightRig rig="threePt" dir="t"/>
          </a:scene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Camera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3D76E9D-E947-8D55-3DC1-E829D9AC38D6}"/>
              </a:ext>
            </a:extLst>
          </p:cNvPr>
          <p:cNvSpPr/>
          <p:nvPr/>
        </p:nvSpPr>
        <p:spPr>
          <a:xfrm>
            <a:off x="508000" y="3556000"/>
            <a:ext cx="2286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isometricTopUp"/>
            <a:lightRig rig="threePt" dir="t"/>
          </a:scene3d>
          <a:sp3d extrusionH="381000"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Extrusion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71DD69E-D4AB-9BF6-2E4D-7925ECA2377A}"/>
              </a:ext>
            </a:extLst>
          </p:cNvPr>
          <p:cNvSpPr/>
          <p:nvPr/>
        </p:nvSpPr>
        <p:spPr>
          <a:xfrm>
            <a:off x="3429000" y="3556000"/>
            <a:ext cx="2286000" cy="1778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legacyMetal">
            <a:bevelT prst="softRound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Metal</a:t>
            </a:r>
          </a:p>
        </p:txBody>
      </p:sp>
    </p:spTree>
    <p:extLst>
      <p:ext uri="{BB962C8B-B14F-4D97-AF65-F5344CB8AC3E}">
        <p14:creationId xmlns:p14="http://schemas.microsoft.com/office/powerpoint/2010/main" val="3189950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Benutzerdefiniert</PresentationFormat>
  <Paragraphs>12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2026-10-08T13:07:45Z</dcterms:created>
  <dcterms:modified xsi:type="dcterms:W3CDTF">2026-10-08T13:07:45Z</dcterms:modified>
</cp:coreProperties>
</file>