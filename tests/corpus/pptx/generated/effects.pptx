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199FF-1A45-EB29-A0BC-0EA3692650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5552F4-D857-C88F-B9B6-839C18DA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999C38-F840-427D-78D0-4D9FA453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DA14AC-79FD-C1B9-6E65-4EF3646A7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3CA68-EBAD-AC26-0814-CC0663491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80907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755BAF-71E2-3262-D3F5-0467D0BE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E498FD-4E31-362D-976A-A05120E89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0030CB-C414-0BE1-AB5E-6CD1644FB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ECD622-2577-1E52-E593-5B841F673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359DD1-8217-6340-BF8E-233DA944D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4778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DA4AC9-E63C-56F2-D876-74DEBFE2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8FDD71-7A18-4A08-BF66-A57A18828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64D8D5-2F68-5533-6D66-95CF2353E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B2F4A6-462A-1DB1-630E-1F29B9AA3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A10DA5-F096-DD7C-25B9-177F49297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6943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F5849A-E7D1-25E1-B2DF-DACE3ECE6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A4F8A0-5E08-1132-0557-604020CFC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E4F29D-760F-BC00-E5FC-FD7BB3B66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F2264E7-C836-71A1-3851-92A6276F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9ABD61-A37B-69EA-4DD7-C1249CA31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D97F0F-AFD6-0420-8A75-4EB3C4753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330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7FCAD1-A880-F6F0-6428-688651BBE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BF47F1-9E9E-3934-36D0-F2C83BBB1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6CDC8D7-BDC2-487D-7DA5-BE538BA4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B1D7BB4-11CE-C01C-1F2F-6AE1C7769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2FBE1FB-5DAF-62D7-FDAC-316D99A220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288D339-5A3F-CC80-289C-9F23D109C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1E237DA-2745-EBCD-C3A2-861475A7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94FA05-D20A-7FB0-A4F2-6EF76ADF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8037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E1E03-7F49-7D4A-A8E8-FA673F3E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71A424E-AA81-AEAE-B6C9-73C427F08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23F30FF-A2F4-9657-DFE4-ADCE0196E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27FB7C-B101-D599-1C23-B658F1A3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641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282B58B-A0AE-A9DE-0E81-2333FF204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CFF02AA-C73E-9097-EFF8-128E14C93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50BD19-16C8-D21E-2374-0B75DB47A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0669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90759-DD95-7AD8-D8F4-71529678A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B00C52-AE47-5A09-A9A4-4439FE1F1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8ADC2AA-2294-B49A-9D4A-0DE780C16D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492C5EB-1021-EACA-EBF7-950CC7D0F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C88EAEA-3AE6-98B5-FA33-8BCFDB17D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08A9FA-3460-A241-89A5-14DEF2844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35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ED5D83-5432-08B7-ED72-46E553805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7A031F4-40A6-9190-865C-CEBC1A817FA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789805-7810-7EEE-59FE-04FA2F21F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E3CFBFD-8AE0-22A1-8740-A7D51952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8B69EA-2174-3132-17B1-43E20296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F36AC2-0275-3140-1966-E1B21A752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705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471B9-DACF-73F3-4910-A236AC245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1D566B-99B9-9C48-292E-2E1A7FD66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2A96C1-E8E7-57C9-9F4B-7B979C3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E1B800-A5C4-1EF5-CF70-A1C1DF6AD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33FB90-B6C9-FCFE-BB89-6D2C34CC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492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A0F1A3C-1479-6884-1416-B0A0961B3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7E2EDB-B08E-4A97-ABCA-81778AB8F8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278748-A8E4-B974-554A-4B8390B89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96F664-2D0B-E9FF-0148-7EB4FFCD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71E32C-4056-C975-9368-BD507506F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3581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1B5342-469A-88F5-06D1-2F6BAE196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F82D3DA-0033-4E60-AD70-530A1E84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311BBC-602C-292F-9D94-A1655F3472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AF197-8666-45A1-A9DD-65DA68AEA0E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C4B4EA-CE28-553A-B843-ABDAE0269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0E9F3A-3C43-96F2-4149-F8D7885C39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7A2B11-542E-4CA3-8CAD-ADBF93301D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1187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F1DCDF6-ED1D-A1B1-39B9-92A272144DBC}"/>
              </a:ext>
            </a:extLst>
          </p:cNvPr>
          <p:cNvSpPr/>
          <p:nvPr/>
        </p:nvSpPr>
        <p:spPr>
          <a:xfrm>
            <a:off x="508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101600" dist="107763" dir="2699994" rotWithShape="0">
              <a:scrgbClr r="0" g="0" b="0">
                <a:alpha val="60000"/>
              </a:sc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Outer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3116EA8-4129-2AEC-AA30-0B643F63BED8}"/>
              </a:ext>
            </a:extLst>
          </p:cNvPr>
          <p:cNvSpPr/>
          <p:nvPr/>
        </p:nvSpPr>
        <p:spPr>
          <a:xfrm>
            <a:off x="3429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innerShdw blurRad="76200" dist="71842" dir="2700000">
              <a:scrgbClr r="0" g="0" b="0"/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Inner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0A159F4C-7D71-3391-FFD2-E1431B85F4FE}"/>
              </a:ext>
            </a:extLst>
          </p:cNvPr>
          <p:cNvSpPr/>
          <p:nvPr/>
        </p:nvSpPr>
        <p:spPr>
          <a:xfrm>
            <a:off x="6350000" y="508000"/>
            <a:ext cx="2286000" cy="1778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63500" sx="102000" sy="102000" algn="ctr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Perspective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E15463F-8592-E90E-5CA4-6274A0BA1081}"/>
              </a:ext>
            </a:extLst>
          </p:cNvPr>
          <p:cNvSpPr/>
          <p:nvPr/>
        </p:nvSpPr>
        <p:spPr>
          <a:xfrm>
            <a:off x="508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6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B45B2C6-A961-FB56-0CF0-EA7F07C17D44}"/>
              </a:ext>
            </a:extLst>
          </p:cNvPr>
          <p:cNvSpPr/>
          <p:nvPr/>
        </p:nvSpPr>
        <p:spPr>
          <a:xfrm>
            <a:off x="3429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prstShdw prst="shdw14" dist="35921" dir="2700000">
              <a:scrgbClr r="0" g="0" b="0">
                <a:alpha val="50000"/>
              </a:scrgbClr>
            </a:prst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14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BAE3E37-5FA9-369A-8B26-A413B6F3C6BA}"/>
              </a:ext>
            </a:extLst>
          </p:cNvPr>
          <p:cNvSpPr/>
          <p:nvPr/>
        </p:nvSpPr>
        <p:spPr>
          <a:xfrm>
            <a:off x="6350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solidFill>
              <a:schemeClr val="accent1">
                <a:shade val="15000"/>
              </a:schemeClr>
            </a:solidFill>
            <a:prstDash val="solid"/>
            <a:miter lim="800000"/>
          </a:ln>
          <a:effectLst>
            <a:prstShdw prst="shdw17" dist="17961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17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D480319-B6CD-46AA-5C51-843AF60A1336}"/>
              </a:ext>
            </a:extLst>
          </p:cNvPr>
          <p:cNvSpPr/>
          <p:nvPr/>
        </p:nvSpPr>
        <p:spPr>
          <a:xfrm>
            <a:off x="9271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glow rad="127000">
              <a:srgbClr val="FFB400"/>
            </a:glow>
            <a:softEdge rad="5080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Glow</a:t>
            </a:r>
          </a:p>
        </p:txBody>
      </p:sp>
    </p:spTree>
    <p:extLst>
      <p:ext uri="{BB962C8B-B14F-4D97-AF65-F5344CB8AC3E}">
        <p14:creationId xmlns:p14="http://schemas.microsoft.com/office/powerpoint/2010/main" val="3732569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B0CDFF3-9426-601B-6B93-8B20E9316F4C}"/>
              </a:ext>
            </a:extLst>
          </p:cNvPr>
          <p:cNvSpPr/>
          <p:nvPr/>
        </p:nvSpPr>
        <p:spPr>
          <a:xfrm>
            <a:off x="508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016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Bevel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1887F2B-F1A3-0409-742A-AAC507E60903}"/>
              </a:ext>
            </a:extLst>
          </p:cNvPr>
          <p:cNvSpPr/>
          <p:nvPr/>
        </p:nvSpPr>
        <p:spPr>
          <a:xfrm>
            <a:off x="3429000" y="508000"/>
            <a:ext cx="2286000" cy="1778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prst="slop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Slope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9D9021C-216B-06E2-F7F8-246E778987FE}"/>
              </a:ext>
            </a:extLst>
          </p:cNvPr>
          <p:cNvSpPr/>
          <p:nvPr/>
        </p:nvSpPr>
        <p:spPr>
          <a:xfrm>
            <a:off x="6350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8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Camera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19EA6EB-1412-081E-5CA7-33EFDAF275D9}"/>
              </a:ext>
            </a:extLst>
          </p:cNvPr>
          <p:cNvSpPr/>
          <p:nvPr/>
        </p:nvSpPr>
        <p:spPr>
          <a:xfrm>
            <a:off x="508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TopUp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Extrusion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DFFA47E-B452-EA0E-5EB0-92DE20429C18}"/>
              </a:ext>
            </a:extLst>
          </p:cNvPr>
          <p:cNvSpPr/>
          <p:nvPr/>
        </p:nvSpPr>
        <p:spPr>
          <a:xfrm>
            <a:off x="3429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Metal">
            <a:bevelT prst="softRound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Metal</a:t>
            </a:r>
          </a:p>
        </p:txBody>
      </p:sp>
    </p:spTree>
    <p:extLst>
      <p:ext uri="{BB962C8B-B14F-4D97-AF65-F5344CB8AC3E}">
        <p14:creationId xmlns:p14="http://schemas.microsoft.com/office/powerpoint/2010/main" val="199399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rspective-0">
            <a:extLst>
              <a:ext uri="{FF2B5EF4-FFF2-40B4-BE49-F238E27FC236}">
                <a16:creationId xmlns:a16="http://schemas.microsoft.com/office/drawing/2014/main" id="{BEF7C74C-C132-B0D8-D66A-D719F3DB739A}"/>
              </a:ext>
            </a:extLst>
          </p:cNvPr>
          <p:cNvSpPr/>
          <p:nvPr/>
        </p:nvSpPr>
        <p:spPr>
          <a:xfrm>
            <a:off x="762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100000" sy="-50000" algn="b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perspective-1">
            <a:extLst>
              <a:ext uri="{FF2B5EF4-FFF2-40B4-BE49-F238E27FC236}">
                <a16:creationId xmlns:a16="http://schemas.microsoft.com/office/drawing/2014/main" id="{BD4FA95A-1329-2224-7377-D8ED6346DB77}"/>
              </a:ext>
            </a:extLst>
          </p:cNvPr>
          <p:cNvSpPr/>
          <p:nvPr/>
        </p:nvSpPr>
        <p:spPr>
          <a:xfrm>
            <a:off x="3683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perspective-2">
            <a:extLst>
              <a:ext uri="{FF2B5EF4-FFF2-40B4-BE49-F238E27FC236}">
                <a16:creationId xmlns:a16="http://schemas.microsoft.com/office/drawing/2014/main" id="{374FC81E-8387-5AA8-A2CB-2CE39D69A0E0}"/>
              </a:ext>
            </a:extLst>
          </p:cNvPr>
          <p:cNvSpPr/>
          <p:nvPr/>
        </p:nvSpPr>
        <p:spPr>
          <a:xfrm>
            <a:off x="6604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50000" sy="50000" algn="tl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perspective-3">
            <a:extLst>
              <a:ext uri="{FF2B5EF4-FFF2-40B4-BE49-F238E27FC236}">
                <a16:creationId xmlns:a16="http://schemas.microsoft.com/office/drawing/2014/main" id="{D0BE96B2-8D39-1D23-254E-D9CE4B278BD8}"/>
              </a:ext>
            </a:extLst>
          </p:cNvPr>
          <p:cNvSpPr/>
          <p:nvPr/>
        </p:nvSpPr>
        <p:spPr>
          <a:xfrm>
            <a:off x="9525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kx="1800000" algn="b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erspective-4">
            <a:extLst>
              <a:ext uri="{FF2B5EF4-FFF2-40B4-BE49-F238E27FC236}">
                <a16:creationId xmlns:a16="http://schemas.microsoft.com/office/drawing/2014/main" id="{D180BCE6-6B27-72E1-FD32-E5E1D075A75A}"/>
              </a:ext>
            </a:extLst>
          </p:cNvPr>
          <p:cNvSpPr/>
          <p:nvPr/>
        </p:nvSpPr>
        <p:spPr>
          <a:xfrm>
            <a:off x="762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ky="1200000" algn="l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perspective-5">
            <a:extLst>
              <a:ext uri="{FF2B5EF4-FFF2-40B4-BE49-F238E27FC236}">
                <a16:creationId xmlns:a16="http://schemas.microsoft.com/office/drawing/2014/main" id="{71BFD4D2-C820-3E33-9E0A-0A9E015106C7}"/>
              </a:ext>
            </a:extLst>
          </p:cNvPr>
          <p:cNvSpPr/>
          <p:nvPr/>
        </p:nvSpPr>
        <p:spPr>
          <a:xfrm>
            <a:off x="3683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150000" sy="150000" algn="ct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perspective-6">
            <a:extLst>
              <a:ext uri="{FF2B5EF4-FFF2-40B4-BE49-F238E27FC236}">
                <a16:creationId xmlns:a16="http://schemas.microsoft.com/office/drawing/2014/main" id="{0B24BDCB-B900-C396-3FEB-79E43AEF9515}"/>
              </a:ext>
            </a:extLst>
          </p:cNvPr>
          <p:cNvSpPr/>
          <p:nvPr/>
        </p:nvSpPr>
        <p:spPr>
          <a:xfrm>
            <a:off x="6604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blurRad="76200" dist="12700" dir="8100000" sy="-23000" kx="800400" algn="b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erspective-7">
            <a:extLst>
              <a:ext uri="{FF2B5EF4-FFF2-40B4-BE49-F238E27FC236}">
                <a16:creationId xmlns:a16="http://schemas.microsoft.com/office/drawing/2014/main" id="{99EAEC51-9AE6-28DA-C920-01287B4EDB52}"/>
              </a:ext>
            </a:extLst>
          </p:cNvPr>
          <p:cNvSpPr/>
          <p:nvPr/>
        </p:nvSpPr>
        <p:spPr>
          <a:xfrm>
            <a:off x="9525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blurRad="76200" dist="317500" dir="5400000" sx="90000" sy="-1900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6653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urned-0">
            <a:extLst>
              <a:ext uri="{FF2B5EF4-FFF2-40B4-BE49-F238E27FC236}">
                <a16:creationId xmlns:a16="http://schemas.microsoft.com/office/drawing/2014/main" id="{0EA5DEC4-0EED-8E42-A95D-1DF0FA17945E}"/>
              </a:ext>
            </a:extLst>
          </p:cNvPr>
          <p:cNvSpPr/>
          <p:nvPr/>
        </p:nvSpPr>
        <p:spPr>
          <a:xfrm rot="1800000">
            <a:off x="762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urned-1">
            <a:extLst>
              <a:ext uri="{FF2B5EF4-FFF2-40B4-BE49-F238E27FC236}">
                <a16:creationId xmlns:a16="http://schemas.microsoft.com/office/drawing/2014/main" id="{439F2E9E-D1C8-601D-5B61-4A2BA56D7431}"/>
              </a:ext>
            </a:extLst>
          </p:cNvPr>
          <p:cNvSpPr/>
          <p:nvPr/>
        </p:nvSpPr>
        <p:spPr>
          <a:xfrm rot="5400000">
            <a:off x="3683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urned-2">
            <a:extLst>
              <a:ext uri="{FF2B5EF4-FFF2-40B4-BE49-F238E27FC236}">
                <a16:creationId xmlns:a16="http://schemas.microsoft.com/office/drawing/2014/main" id="{45095E88-1B56-148C-906B-59760DCA2136}"/>
              </a:ext>
            </a:extLst>
          </p:cNvPr>
          <p:cNvSpPr/>
          <p:nvPr/>
        </p:nvSpPr>
        <p:spPr>
          <a:xfrm rot="1800000">
            <a:off x="6604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urned-3">
            <a:extLst>
              <a:ext uri="{FF2B5EF4-FFF2-40B4-BE49-F238E27FC236}">
                <a16:creationId xmlns:a16="http://schemas.microsoft.com/office/drawing/2014/main" id="{DA543B73-9AB1-11D1-0328-22FF4EF3D093}"/>
              </a:ext>
            </a:extLst>
          </p:cNvPr>
          <p:cNvSpPr/>
          <p:nvPr/>
        </p:nvSpPr>
        <p:spPr>
          <a:xfrm rot="5400000">
            <a:off x="9525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urned-4">
            <a:extLst>
              <a:ext uri="{FF2B5EF4-FFF2-40B4-BE49-F238E27FC236}">
                <a16:creationId xmlns:a16="http://schemas.microsoft.com/office/drawing/2014/main" id="{F6B42B56-767F-0E62-237B-BDA94D4A6389}"/>
              </a:ext>
            </a:extLst>
          </p:cNvPr>
          <p:cNvSpPr/>
          <p:nvPr/>
        </p:nvSpPr>
        <p:spPr>
          <a:xfrm rot="1800000">
            <a:off x="762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urned-5">
            <a:extLst>
              <a:ext uri="{FF2B5EF4-FFF2-40B4-BE49-F238E27FC236}">
                <a16:creationId xmlns:a16="http://schemas.microsoft.com/office/drawing/2014/main" id="{4D693258-FAA2-46AF-2689-61A1D3919947}"/>
              </a:ext>
            </a:extLst>
          </p:cNvPr>
          <p:cNvSpPr/>
          <p:nvPr/>
        </p:nvSpPr>
        <p:spPr>
          <a:xfrm flipH="1">
            <a:off x="3683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urned-6">
            <a:extLst>
              <a:ext uri="{FF2B5EF4-FFF2-40B4-BE49-F238E27FC236}">
                <a16:creationId xmlns:a16="http://schemas.microsoft.com/office/drawing/2014/main" id="{1CDB972F-65D1-C236-A394-20F361D3E2F8}"/>
              </a:ext>
            </a:extLst>
          </p:cNvPr>
          <p:cNvSpPr/>
          <p:nvPr/>
        </p:nvSpPr>
        <p:spPr>
          <a:xfrm rot="12000000">
            <a:off x="6604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urned-7">
            <a:extLst>
              <a:ext uri="{FF2B5EF4-FFF2-40B4-BE49-F238E27FC236}">
                <a16:creationId xmlns:a16="http://schemas.microsoft.com/office/drawing/2014/main" id="{C523081F-AC63-7F65-F484-9D842B79568C}"/>
              </a:ext>
            </a:extLst>
          </p:cNvPr>
          <p:cNvSpPr/>
          <p:nvPr/>
        </p:nvSpPr>
        <p:spPr>
          <a:xfrm rot="1800000">
            <a:off x="9525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1036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Benutzerdefiniert</PresentationFormat>
  <Paragraphs>12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2026-10-08T17:07:10Z</dcterms:created>
  <dcterms:modified xsi:type="dcterms:W3CDTF">2026-10-08T17:07:10Z</dcterms:modified>
</cp:coreProperties>
</file>