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EB1A70-84E6-6026-2A15-5BBB2240B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9A8AC4B-4EDE-8E9A-49F4-25AFCB6F04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AA442-8D19-4B5D-D498-2F00885A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674454-EC0C-68DC-E077-151B50527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35CE148-0999-1885-164E-084F26064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53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27ED53-CE58-9DA2-8318-6625664D0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7FD985-BE06-C63D-81BE-363E98471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F644B3-4B20-4972-B2FC-5725C037E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034BFE-1986-3389-74D0-C7BE33A38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D6AD8-165A-3412-EEAB-B866DA57C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2884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1BF7F7-F7E8-80A3-16CC-D47D0EB1A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3739F2F-63FC-79CD-BB13-7454D84D8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1ED8A6-4C6E-95DC-D9CB-A0582A927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3184EC-A68E-7ABC-CFDD-120CABCD5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EFA52E-6DB3-BAAF-C58B-C6EF75F49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4697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E782E3-7FDF-21E5-4ED6-D57A3413F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D6975F-585E-B7A7-9753-71F01250D4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1B1BEB-D498-A875-1F04-F511228DB4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FB3E54F-1571-C17D-E868-650941F13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5456782-9E56-8BF1-99C2-1840D854A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13FCEFE-58BD-6537-9F57-9D89BCF0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9589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3BEAD-7000-1EA3-E69E-F7AE13318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917852-B675-A77D-D588-C5A46118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E693C4C-C048-FDF2-80F2-FAE814F6C5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D874796-3060-6B89-44F2-35D7CAFFBE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973CD52-99C5-D93D-9508-6ECA6D3FEA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C206D3-598E-83AF-B475-33C56BF75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BA3B99-8E32-5A2F-7ED2-D7C8016B4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F1DE143-8C4C-F84F-1CC2-272C9A29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4774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C9B37-0E03-44CB-304E-C756725F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DA16509-2077-8999-2517-41B21EF30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84A81F3-D7D6-3491-4918-F8F10F42E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2CAFA-886B-45BA-3A2C-9C62AFB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1466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7DB488-3325-4822-363F-D4538FD5F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EE04DB9-6E65-6ED2-75F3-8C401D52A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B8C999-0EC5-EA37-2EBB-5915BFA4F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210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FCF47D-50A6-EB69-4AEE-4AB1BBBBA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215F9F-921F-7B2C-417E-02D8D2D4D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0343AD-C715-EAB8-838B-323B96132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22A225-F982-58A7-98E5-774201C34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E0816D-C16A-E890-5E69-56D39C920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4B71750-5E83-B3FA-1EFA-70909565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8019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008E7E-36D0-CF13-8F67-172B7A8E1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51B0832-B363-8D7A-EE35-7225CF02ECA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5F1191D-E0EB-A29D-79E7-0358DBFC0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D084057-1DBF-2CE9-2466-C023D4F85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FF7421-A9A9-F80B-C26E-624FAA63C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983975A-89C4-C3FD-3DF7-52EA039E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6559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C3E5E1-A00B-5E36-D19E-FF4719EE7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C5BB5E4-7845-F138-9CC2-427D433E2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7879E2-F826-7EBE-579B-0186D7BB0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E0305B-D00A-A422-81C3-4318549D7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5C540F-9CBA-2FA1-722F-81334D497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710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6A55FD1-F958-65C4-BF8E-DCC26EC2FF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6FB4F81-9B13-0373-7C3B-5B3641B20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65AB08-1927-FA3A-275D-7532CC89E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D90D63-E3A2-D2FB-4D38-329A41029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4CDC3F-4262-41BF-2D6F-375C6B361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356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2478CD-14C1-DFC3-6D48-751EE1C3E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703E0EF-D82C-8665-17EC-A290B478A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90F1C1-F179-B169-125E-90FEB903EB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B075A0-D846-4290-88CC-C140D1C5858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BE319A-E69E-16EA-E5AF-346B1BBA84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B20F33-DD29-D207-524A-91E6C91804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1CD77-F38E-452D-AE70-F639BBE636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8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9BB3FF2-24B4-DC0D-69AA-3D8A9FA87158}"/>
              </a:ext>
            </a:extLst>
          </p:cNvPr>
          <p:cNvSpPr/>
          <p:nvPr/>
        </p:nvSpPr>
        <p:spPr>
          <a:xfrm>
            <a:off x="508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101600" dist="107763" dir="2699994" rotWithShape="0">
              <a:scrgbClr r="0" g="0" b="0">
                <a:alpha val="60000"/>
              </a:sc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Outer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D3F2A02-F436-182B-C609-DE0F98DBBE3D}"/>
              </a:ext>
            </a:extLst>
          </p:cNvPr>
          <p:cNvSpPr/>
          <p:nvPr/>
        </p:nvSpPr>
        <p:spPr>
          <a:xfrm>
            <a:off x="3429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innerShdw blurRad="76200" dist="71842" dir="2700000">
              <a:scrgbClr r="0" g="0" b="0"/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Inner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BD62DA65-F28D-3EA9-DF2E-B9CDB9F40C3C}"/>
              </a:ext>
            </a:extLst>
          </p:cNvPr>
          <p:cNvSpPr/>
          <p:nvPr/>
        </p:nvSpPr>
        <p:spPr>
          <a:xfrm>
            <a:off x="6350000" y="508000"/>
            <a:ext cx="2286000" cy="1778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63500" sx="102000" sy="102000" algn="ctr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Perspective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53E8D4C-5D55-F2E3-5AE6-D8F7E8BC644B}"/>
              </a:ext>
            </a:extLst>
          </p:cNvPr>
          <p:cNvSpPr/>
          <p:nvPr/>
        </p:nvSpPr>
        <p:spPr>
          <a:xfrm>
            <a:off x="508000" y="3556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Type 6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46477FC-BBB1-67B8-CF96-3EF8F81D944B}"/>
              </a:ext>
            </a:extLst>
          </p:cNvPr>
          <p:cNvSpPr/>
          <p:nvPr/>
        </p:nvSpPr>
        <p:spPr>
          <a:xfrm>
            <a:off x="3429000" y="3556000"/>
            <a:ext cx="2286000" cy="1778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prstShdw prst="shdw14" dist="35921" dir="2700000">
              <a:scrgbClr r="0" g="0" b="0">
                <a:alpha val="50000"/>
              </a:scrgbClr>
            </a:prst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Type 14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5265BC0-ADC1-F81B-A354-978DCA8FF4D8}"/>
              </a:ext>
            </a:extLst>
          </p:cNvPr>
          <p:cNvSpPr/>
          <p:nvPr/>
        </p:nvSpPr>
        <p:spPr>
          <a:xfrm>
            <a:off x="6350000" y="3556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solidFill>
              <a:schemeClr val="accent1">
                <a:shade val="15000"/>
              </a:schemeClr>
            </a:solidFill>
            <a:prstDash val="solid"/>
            <a:miter lim="800000"/>
          </a:ln>
          <a:effectLst>
            <a:prstShdw prst="shdw17" dist="17961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Type 17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0899BCB-9A63-FB11-08E0-9E47B175B8C1}"/>
              </a:ext>
            </a:extLst>
          </p:cNvPr>
          <p:cNvSpPr/>
          <p:nvPr/>
        </p:nvSpPr>
        <p:spPr>
          <a:xfrm>
            <a:off x="9271000" y="3556000"/>
            <a:ext cx="2286000" cy="1778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glow rad="127000">
              <a:srgbClr val="FFB400"/>
            </a:glow>
            <a:softEdge rad="5080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Glow</a:t>
            </a:r>
          </a:p>
        </p:txBody>
      </p:sp>
    </p:spTree>
    <p:extLst>
      <p:ext uri="{BB962C8B-B14F-4D97-AF65-F5344CB8AC3E}">
        <p14:creationId xmlns:p14="http://schemas.microsoft.com/office/powerpoint/2010/main" val="3469920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6908775-989C-BC23-9E5A-70DE3B542B61}"/>
              </a:ext>
            </a:extLst>
          </p:cNvPr>
          <p:cNvSpPr/>
          <p:nvPr/>
        </p:nvSpPr>
        <p:spPr>
          <a:xfrm>
            <a:off x="508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016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Bevel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44CD0E3A-F119-8EFD-F1A1-6FA0CF088DE7}"/>
              </a:ext>
            </a:extLst>
          </p:cNvPr>
          <p:cNvSpPr/>
          <p:nvPr/>
        </p:nvSpPr>
        <p:spPr>
          <a:xfrm>
            <a:off x="3429000" y="508000"/>
            <a:ext cx="2286000" cy="1778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prst="slop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Slope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71A4B1-67BC-926C-9F72-00E14F0EA552}"/>
              </a:ext>
            </a:extLst>
          </p:cNvPr>
          <p:cNvSpPr/>
          <p:nvPr/>
        </p:nvSpPr>
        <p:spPr>
          <a:xfrm>
            <a:off x="6350000" y="508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8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Camera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8D8348-EAD4-BFD7-82F0-500D353DB910}"/>
              </a:ext>
            </a:extLst>
          </p:cNvPr>
          <p:cNvSpPr/>
          <p:nvPr/>
        </p:nvSpPr>
        <p:spPr>
          <a:xfrm>
            <a:off x="508000" y="3556000"/>
            <a:ext cx="2286000" cy="1778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TopUp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Extrusion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0E6CFCD-E0B3-7139-249D-6057782E190A}"/>
              </a:ext>
            </a:extLst>
          </p:cNvPr>
          <p:cNvSpPr/>
          <p:nvPr/>
        </p:nvSpPr>
        <p:spPr>
          <a:xfrm>
            <a:off x="3429000" y="3556000"/>
            <a:ext cx="2286000" cy="1778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Metal">
            <a:bevelT prst="softRound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/>
              <a:t>Metal</a:t>
            </a:r>
          </a:p>
        </p:txBody>
      </p:sp>
    </p:spTree>
    <p:extLst>
      <p:ext uri="{BB962C8B-B14F-4D97-AF65-F5344CB8AC3E}">
        <p14:creationId xmlns:p14="http://schemas.microsoft.com/office/powerpoint/2010/main" val="1766651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rspective-0">
            <a:extLst>
              <a:ext uri="{FF2B5EF4-FFF2-40B4-BE49-F238E27FC236}">
                <a16:creationId xmlns:a16="http://schemas.microsoft.com/office/drawing/2014/main" id="{2ACF6BAE-20F8-C86D-15A0-0F848246059C}"/>
              </a:ext>
            </a:extLst>
          </p:cNvPr>
          <p:cNvSpPr/>
          <p:nvPr/>
        </p:nvSpPr>
        <p:spPr>
          <a:xfrm>
            <a:off x="762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sx="100000" sy="-50000" algn="b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perspective-1">
            <a:extLst>
              <a:ext uri="{FF2B5EF4-FFF2-40B4-BE49-F238E27FC236}">
                <a16:creationId xmlns:a16="http://schemas.microsoft.com/office/drawing/2014/main" id="{F790BD56-6C9B-1B9E-4637-5F4E94E73E48}"/>
              </a:ext>
            </a:extLst>
          </p:cNvPr>
          <p:cNvSpPr/>
          <p:nvPr/>
        </p:nvSpPr>
        <p:spPr>
          <a:xfrm>
            <a:off x="3683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2700" dir="8100000" sy="-23000" kx="800400" algn="br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perspective-2">
            <a:extLst>
              <a:ext uri="{FF2B5EF4-FFF2-40B4-BE49-F238E27FC236}">
                <a16:creationId xmlns:a16="http://schemas.microsoft.com/office/drawing/2014/main" id="{71698A75-BEEA-D088-630A-4ED5D12C63BA}"/>
              </a:ext>
            </a:extLst>
          </p:cNvPr>
          <p:cNvSpPr/>
          <p:nvPr/>
        </p:nvSpPr>
        <p:spPr>
          <a:xfrm>
            <a:off x="6604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sx="50000" sy="50000" algn="tl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perspective-3">
            <a:extLst>
              <a:ext uri="{FF2B5EF4-FFF2-40B4-BE49-F238E27FC236}">
                <a16:creationId xmlns:a16="http://schemas.microsoft.com/office/drawing/2014/main" id="{25FBA2D3-31BD-6145-5DD6-3CA7451883D6}"/>
              </a:ext>
            </a:extLst>
          </p:cNvPr>
          <p:cNvSpPr/>
          <p:nvPr/>
        </p:nvSpPr>
        <p:spPr>
          <a:xfrm>
            <a:off x="9525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kx="1800000" algn="b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perspective-4">
            <a:extLst>
              <a:ext uri="{FF2B5EF4-FFF2-40B4-BE49-F238E27FC236}">
                <a16:creationId xmlns:a16="http://schemas.microsoft.com/office/drawing/2014/main" id="{34C2B1D3-2BA9-9DB3-EA9A-8FBB2F4C4BE6}"/>
              </a:ext>
            </a:extLst>
          </p:cNvPr>
          <p:cNvSpPr/>
          <p:nvPr/>
        </p:nvSpPr>
        <p:spPr>
          <a:xfrm>
            <a:off x="762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ky="1200000" algn="l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perspective-5">
            <a:extLst>
              <a:ext uri="{FF2B5EF4-FFF2-40B4-BE49-F238E27FC236}">
                <a16:creationId xmlns:a16="http://schemas.microsoft.com/office/drawing/2014/main" id="{6B02CB5C-A870-840D-A89B-999BCD3497BE}"/>
              </a:ext>
            </a:extLst>
          </p:cNvPr>
          <p:cNvSpPr/>
          <p:nvPr/>
        </p:nvSpPr>
        <p:spPr>
          <a:xfrm>
            <a:off x="3683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0" sx="150000" sy="150000" algn="ctr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perspective-6">
            <a:extLst>
              <a:ext uri="{FF2B5EF4-FFF2-40B4-BE49-F238E27FC236}">
                <a16:creationId xmlns:a16="http://schemas.microsoft.com/office/drawing/2014/main" id="{014C0043-05D6-2571-7F26-5EA27EA84581}"/>
              </a:ext>
            </a:extLst>
          </p:cNvPr>
          <p:cNvSpPr/>
          <p:nvPr/>
        </p:nvSpPr>
        <p:spPr>
          <a:xfrm>
            <a:off x="6604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blurRad="76200" dist="12700" dir="8100000" sy="-23000" kx="800400" algn="br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erspective-7">
            <a:extLst>
              <a:ext uri="{FF2B5EF4-FFF2-40B4-BE49-F238E27FC236}">
                <a16:creationId xmlns:a16="http://schemas.microsoft.com/office/drawing/2014/main" id="{BBA0A933-BB10-6749-3567-31B77B58BDE8}"/>
              </a:ext>
            </a:extLst>
          </p:cNvPr>
          <p:cNvSpPr/>
          <p:nvPr/>
        </p:nvSpPr>
        <p:spPr>
          <a:xfrm>
            <a:off x="9525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blurRad="76200" dist="317500" dir="5400000" sx="90000" sy="-1900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3393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urned-0">
            <a:extLst>
              <a:ext uri="{FF2B5EF4-FFF2-40B4-BE49-F238E27FC236}">
                <a16:creationId xmlns:a16="http://schemas.microsoft.com/office/drawing/2014/main" id="{3872C9EC-AF04-830F-E4CB-8C51ACD005F0}"/>
              </a:ext>
            </a:extLst>
          </p:cNvPr>
          <p:cNvSpPr/>
          <p:nvPr/>
        </p:nvSpPr>
        <p:spPr>
          <a:xfrm rot="1800000">
            <a:off x="762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urned-1">
            <a:extLst>
              <a:ext uri="{FF2B5EF4-FFF2-40B4-BE49-F238E27FC236}">
                <a16:creationId xmlns:a16="http://schemas.microsoft.com/office/drawing/2014/main" id="{BA8DB7FE-02F0-AA21-2A16-514C63576B0A}"/>
              </a:ext>
            </a:extLst>
          </p:cNvPr>
          <p:cNvSpPr/>
          <p:nvPr/>
        </p:nvSpPr>
        <p:spPr>
          <a:xfrm rot="5400000">
            <a:off x="3683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urned-2">
            <a:extLst>
              <a:ext uri="{FF2B5EF4-FFF2-40B4-BE49-F238E27FC236}">
                <a16:creationId xmlns:a16="http://schemas.microsoft.com/office/drawing/2014/main" id="{8AF329BD-B8CA-8C8F-FEAA-49BBEA76E9F9}"/>
              </a:ext>
            </a:extLst>
          </p:cNvPr>
          <p:cNvSpPr/>
          <p:nvPr/>
        </p:nvSpPr>
        <p:spPr>
          <a:xfrm rot="1800000">
            <a:off x="6604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1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urned-3">
            <a:extLst>
              <a:ext uri="{FF2B5EF4-FFF2-40B4-BE49-F238E27FC236}">
                <a16:creationId xmlns:a16="http://schemas.microsoft.com/office/drawing/2014/main" id="{5BCC7A14-885E-CC9E-4606-4669D7EFF766}"/>
              </a:ext>
            </a:extLst>
          </p:cNvPr>
          <p:cNvSpPr/>
          <p:nvPr/>
        </p:nvSpPr>
        <p:spPr>
          <a:xfrm rot="5400000">
            <a:off x="9525000" y="1016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1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urned-4">
            <a:extLst>
              <a:ext uri="{FF2B5EF4-FFF2-40B4-BE49-F238E27FC236}">
                <a16:creationId xmlns:a16="http://schemas.microsoft.com/office/drawing/2014/main" id="{11D43F43-2E2A-7FEE-5E8E-B522EB18F273}"/>
              </a:ext>
            </a:extLst>
          </p:cNvPr>
          <p:cNvSpPr/>
          <p:nvPr/>
        </p:nvSpPr>
        <p:spPr>
          <a:xfrm rot="1800000">
            <a:off x="762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2700" dir="8100000" sy="-23000" kx="800400" algn="br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urned-5">
            <a:extLst>
              <a:ext uri="{FF2B5EF4-FFF2-40B4-BE49-F238E27FC236}">
                <a16:creationId xmlns:a16="http://schemas.microsoft.com/office/drawing/2014/main" id="{67DC131B-D845-7EF1-DA46-21391C05CB95}"/>
              </a:ext>
            </a:extLst>
          </p:cNvPr>
          <p:cNvSpPr/>
          <p:nvPr/>
        </p:nvSpPr>
        <p:spPr>
          <a:xfrm flipH="1">
            <a:off x="3683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urned-6">
            <a:extLst>
              <a:ext uri="{FF2B5EF4-FFF2-40B4-BE49-F238E27FC236}">
                <a16:creationId xmlns:a16="http://schemas.microsoft.com/office/drawing/2014/main" id="{C06826AF-E8F7-C8F9-13B3-F2FDD49AA638}"/>
              </a:ext>
            </a:extLst>
          </p:cNvPr>
          <p:cNvSpPr/>
          <p:nvPr/>
        </p:nvSpPr>
        <p:spPr>
          <a:xfrm rot="12000000">
            <a:off x="6604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90500" dir="2700000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urned-7">
            <a:extLst>
              <a:ext uri="{FF2B5EF4-FFF2-40B4-BE49-F238E27FC236}">
                <a16:creationId xmlns:a16="http://schemas.microsoft.com/office/drawing/2014/main" id="{DC53F8C4-8BEE-820A-698D-EC578EA27027}"/>
              </a:ext>
            </a:extLst>
          </p:cNvPr>
          <p:cNvSpPr/>
          <p:nvPr/>
        </p:nvSpPr>
        <p:spPr>
          <a:xfrm rot="1800000">
            <a:off x="9525000" y="431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 xmlns:a="http://schemas.openxmlformats.org/drawingml/2006/main">
            <a:outerShdw dist="12700" dir="8100000" sy="-23000" kx="800400" algn="br" rotWithShape="1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3851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lection-0">
            <a:extLst>
              <a:ext uri="{FF2B5EF4-FFF2-40B4-BE49-F238E27FC236}">
                <a16:creationId xmlns:a16="http://schemas.microsoft.com/office/drawing/2014/main" id="{763521E6-DCFE-EF79-C5BC-762BDA588C77}"/>
              </a:ext>
            </a:extLst>
          </p:cNvPr>
          <p:cNvSpPr/>
          <p:nvPr/>
        </p:nvSpPr>
        <p:spPr>
          <a:xfrm>
            <a:off x="762000" y="50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50000" endA="300" endPos="90000" dir="5400000" sy="-100000" algn="bl" rotWithShape="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flection-1">
            <a:extLst>
              <a:ext uri="{FF2B5EF4-FFF2-40B4-BE49-F238E27FC236}">
                <a16:creationId xmlns:a16="http://schemas.microsoft.com/office/drawing/2014/main" id="{02CF4227-1006-560E-FD65-2490AC4269F5}"/>
              </a:ext>
            </a:extLst>
          </p:cNvPr>
          <p:cNvSpPr/>
          <p:nvPr/>
        </p:nvSpPr>
        <p:spPr>
          <a:xfrm>
            <a:off x="3683000" y="50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50000" endA="300" endPos="90000" dir="5400000" sy="-100000" kx="1200000" algn="bl" rotWithShape="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flection-2">
            <a:extLst>
              <a:ext uri="{FF2B5EF4-FFF2-40B4-BE49-F238E27FC236}">
                <a16:creationId xmlns:a16="http://schemas.microsoft.com/office/drawing/2014/main" id="{8940EBD1-2DB1-3188-E52C-AC1D32298A11}"/>
              </a:ext>
            </a:extLst>
          </p:cNvPr>
          <p:cNvSpPr/>
          <p:nvPr/>
        </p:nvSpPr>
        <p:spPr>
          <a:xfrm>
            <a:off x="6604000" y="50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50000" endA="300" endPos="90000" fadeDir="0" dir="5400000" sy="-100000" algn="bl" rotWithShape="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flection-3">
            <a:extLst>
              <a:ext uri="{FF2B5EF4-FFF2-40B4-BE49-F238E27FC236}">
                <a16:creationId xmlns:a16="http://schemas.microsoft.com/office/drawing/2014/main" id="{D7579C0F-C0B5-CA48-A5F6-E24A971CD957}"/>
              </a:ext>
            </a:extLst>
          </p:cNvPr>
          <p:cNvSpPr/>
          <p:nvPr/>
        </p:nvSpPr>
        <p:spPr>
          <a:xfrm>
            <a:off x="9525000" y="508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50000" endA="300" endPos="90000" dist="76200" dir="5400000" sy="-60000" ky="600000" algn="bl" rotWithShape="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flection-4">
            <a:extLst>
              <a:ext uri="{FF2B5EF4-FFF2-40B4-BE49-F238E27FC236}">
                <a16:creationId xmlns:a16="http://schemas.microsoft.com/office/drawing/2014/main" id="{C9670B48-0621-2E9A-5705-92F25272692F}"/>
              </a:ext>
            </a:extLst>
          </p:cNvPr>
          <p:cNvSpPr/>
          <p:nvPr/>
        </p:nvSpPr>
        <p:spPr>
          <a:xfrm rot="1800000">
            <a:off x="762000" y="3810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50000" endA="300" endPos="90000" dir="5400000" sy="-100000" algn="bl" rotWithShape="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flection-5">
            <a:extLst>
              <a:ext uri="{FF2B5EF4-FFF2-40B4-BE49-F238E27FC236}">
                <a16:creationId xmlns:a16="http://schemas.microsoft.com/office/drawing/2014/main" id="{23C1C228-FB5E-337C-A0DD-90812D1D7CC1}"/>
              </a:ext>
            </a:extLst>
          </p:cNvPr>
          <p:cNvSpPr/>
          <p:nvPr/>
        </p:nvSpPr>
        <p:spPr>
          <a:xfrm rot="1800000">
            <a:off x="3683000" y="3810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50000" endA="300" endPos="90000" dir="5400000" sy="-100000" algn="bl" rotWithShape="1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flection-6">
            <a:extLst>
              <a:ext uri="{FF2B5EF4-FFF2-40B4-BE49-F238E27FC236}">
                <a16:creationId xmlns:a16="http://schemas.microsoft.com/office/drawing/2014/main" id="{F03DA3E9-19EA-7407-28F1-FB22DB6AC076}"/>
              </a:ext>
            </a:extLst>
          </p:cNvPr>
          <p:cNvSpPr/>
          <p:nvPr/>
        </p:nvSpPr>
        <p:spPr>
          <a:xfrm>
            <a:off x="6604000" y="3810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50000" endA="300" endPos="90000" fadeDir="2700000" dir="5400000" sy="-100000" algn="bl" rotWithShape="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flection-7">
            <a:extLst>
              <a:ext uri="{FF2B5EF4-FFF2-40B4-BE49-F238E27FC236}">
                <a16:creationId xmlns:a16="http://schemas.microsoft.com/office/drawing/2014/main" id="{118CB979-2747-7EE3-3DF0-C48DA21C9C93}"/>
              </a:ext>
            </a:extLst>
          </p:cNvPr>
          <p:cNvSpPr/>
          <p:nvPr/>
        </p:nvSpPr>
        <p:spPr>
          <a:xfrm>
            <a:off x="9525000" y="3810000"/>
            <a:ext cx="1651000" cy="1270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reflection xmlns:a="http://schemas.openxmlformats.org/drawingml/2006/main" stA="80000" endA="0" stPos="20000" endPos="60000" dir="0" sx="-100000" algn="r" rotWithShape="0"/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4866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Benutzerdefiniert</PresentationFormat>
  <Paragraphs>12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2026-10-08T17:11:47Z</dcterms:created>
  <dcterms:modified xsi:type="dcterms:W3CDTF">2026-10-08T17:11:47Z</dcterms:modified>
</cp:coreProperties>
</file>