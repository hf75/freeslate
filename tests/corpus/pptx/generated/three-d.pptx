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2D864-7114-A28D-7C3C-E1EBA24990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202959B-EB72-C674-885A-6774136F52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E4CCFB-8E83-C85D-A671-C2FA3B003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91B9A0-A8E0-C1C9-9723-DF9AA7929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2BB56E-CBD8-7BE2-59D3-BF67C8FDE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7965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A587EC-269E-0E98-E129-59FA86E9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0F2686-BF38-8688-8FA8-434CEFDD8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A89D47-B370-CB81-5E65-7CACA4040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FA9A22-6B38-4A9B-1AEF-A1EC44E11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BB973-1D95-4C0A-CD88-3FBBD628C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6036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43DB6-1A80-7C81-6444-8F72C15AE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E771E2-088E-1F0A-D99D-BF9F8F452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713D99-A374-7FC6-D8EC-0F307D668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A00B4C-D996-9C2C-26F3-F23CC3A1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3B00B77-0C43-2C5D-AFCC-FF1B67001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0878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F10CF9-5D62-997A-8C38-543F951F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668153-DF90-70B7-EACF-6C75D75F46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6AB400-226C-6FA4-97ED-50EABC00FB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C4E21D-59B4-A695-D6E1-A1EBEE26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34C3C9-4322-62DB-AE0C-7F6ABF6A7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1A6434F-6C72-D9EB-9B9E-14EE8EE40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1258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5BA84-151B-0610-426F-24FFDBB1E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8FCC7E-8C1D-E261-528F-748ADB267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300CACF-061C-C1F1-6ED6-70DE7414BB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6C4C8E-E96B-912E-35CD-EF30C8C563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00B2B1-FA3B-2B08-93AD-BB2928A198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4F4E43-D5E2-E281-9C91-50A439B54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BA448B6-A855-802A-A323-DE926851A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FD203FD-B326-30D2-0DAD-5DDD3224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825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B9A2BA-9B50-FDEB-4182-49D6E7120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499734E-0542-DD01-FF3D-BB87498A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CF2ED4-7B38-60EB-FAA5-DF0D0F5FC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E120CFA-378B-06C9-FD00-9DE6D103E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75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9467512-21EA-F3B2-5520-0D2F502FB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22A0A02-EE3E-8076-D79A-B5554CF5D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AC7FE9-FA55-ABA3-CE4F-DAD689B8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3925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6B9428-9CE9-8DFE-A210-CA2DCC3E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B6076-9E51-4C95-BB1C-C642AD36C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7F8BC55-EF9A-1C25-F377-C2893B40B7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A2AF94D-1ECC-E76F-EADA-F55E8AD76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6F954B-52A6-4F9E-2772-75DB5189E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A0DB12-D714-7FF5-E1F0-1DE9CBF66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1391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524063-9A45-F19E-8DD2-F82814C2D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5324348-40C6-18E5-F199-F9CCD3A8154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65C1F6A-1A5B-ACB9-3EFE-39CFC338F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DB9755-5ED1-0ADE-F086-242DD7B99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D63573D-6A38-13C9-B75E-877BF5CCF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D6925B-72E9-63EF-F7D1-6CEA8AA97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3854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227B82-7016-A1FB-E0EC-A15F0C3BB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DC6730F-DC06-14B7-E75D-97A79477DD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A9AA76-909B-D3D3-6D97-C25861293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495617-E85B-B122-026A-1B0F0DDA3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C2003-C4AF-AE71-24AC-BF85AFDC0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08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99B6405-2BAC-1B01-AEA6-EF8C9B9DC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340C7D-16C1-624E-A915-2B0B73959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34B373-1154-E13B-FE25-181411632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8DBE0EC-40AC-EE04-1605-EBE6DA695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2DB883-10DE-BF35-CC8A-45624D65A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4112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6226261-8218-434A-24B9-BCA6922E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67F6FC-120E-60E3-8E79-AE74631C2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2C6048B-69BA-7FC7-7EAB-01287EE9C1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7B871D-E315-469F-BF57-7629DB4D7F4D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99940-3E79-E518-6FEF-E2180B0136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975AAC-ECAF-ECF3-71FF-C2DC61D87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84185C-CA1D-4D64-B747-FEE1A56E57C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9621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232595D-5EB0-0482-78BF-7035316C1C62}"/>
              </a:ext>
            </a:extLst>
          </p:cNvPr>
          <p:cNvSpPr/>
          <p:nvPr/>
        </p:nvSpPr>
        <p:spPr>
          <a:xfrm>
            <a:off x="508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0" lon="198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0C7600A-5DAA-9E56-1483-41F019AC1E15}"/>
              </a:ext>
            </a:extLst>
          </p:cNvPr>
          <p:cNvSpPr/>
          <p:nvPr/>
        </p:nvSpPr>
        <p:spPr>
          <a:xfrm>
            <a:off x="3429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24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2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4708EC2-3157-C2C7-719A-ACCA2D090418}"/>
              </a:ext>
            </a:extLst>
          </p:cNvPr>
          <p:cNvSpPr/>
          <p:nvPr/>
        </p:nvSpPr>
        <p:spPr>
          <a:xfrm>
            <a:off x="6350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1800000" lon="20400000" rev="2010000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3BC98BB-A8F4-BDF9-82CD-E50AEAD8BC2E}"/>
              </a:ext>
            </a:extLst>
          </p:cNvPr>
          <p:cNvSpPr/>
          <p:nvPr/>
        </p:nvSpPr>
        <p:spPr>
          <a:xfrm>
            <a:off x="9271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0" lon="192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4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B2E5006-0765-8183-5969-C200D38BCA06}"/>
              </a:ext>
            </a:extLst>
          </p:cNvPr>
          <p:cNvSpPr/>
          <p:nvPr/>
        </p:nvSpPr>
        <p:spPr>
          <a:xfrm>
            <a:off x="508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30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5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ED429F0-DADA-B6BC-D5B5-01ED54D146D5}"/>
              </a:ext>
            </a:extLst>
          </p:cNvPr>
          <p:cNvSpPr/>
          <p:nvPr/>
        </p:nvSpPr>
        <p:spPr>
          <a:xfrm>
            <a:off x="3429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200000" lon="2400000" rev="120000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6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AC55C7-9AE4-3161-15E7-CD1E1519B464}"/>
              </a:ext>
            </a:extLst>
          </p:cNvPr>
          <p:cNvSpPr/>
          <p:nvPr/>
        </p:nvSpPr>
        <p:spPr>
          <a:xfrm>
            <a:off x="6350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Relaxed"/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7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FF6C4AE-7CD2-7DD6-FF44-05AFB050FEA7}"/>
              </a:ext>
            </a:extLst>
          </p:cNvPr>
          <p:cNvSpPr/>
          <p:nvPr/>
        </p:nvSpPr>
        <p:spPr>
          <a:xfrm>
            <a:off x="9271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HeroicExtremeLeftFacing"/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8</a:t>
            </a:r>
          </a:p>
        </p:txBody>
      </p:sp>
    </p:spTree>
    <p:extLst>
      <p:ext uri="{BB962C8B-B14F-4D97-AF65-F5344CB8AC3E}">
        <p14:creationId xmlns:p14="http://schemas.microsoft.com/office/powerpoint/2010/main" val="3509321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88F83C2-8A05-E7AE-0623-8D09EA3C90B4}"/>
              </a:ext>
            </a:extLst>
          </p:cNvPr>
          <p:cNvSpPr/>
          <p:nvPr/>
        </p:nvSpPr>
        <p:spPr>
          <a:xfrm>
            <a:off x="889000" y="889000"/>
            <a:ext cx="2159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TopUp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7369ADAF-2BDC-2C28-4903-AA536C8E0E13}"/>
              </a:ext>
            </a:extLst>
          </p:cNvPr>
          <p:cNvSpPr/>
          <p:nvPr/>
        </p:nvSpPr>
        <p:spPr>
          <a:xfrm>
            <a:off x="4699000" y="889000"/>
            <a:ext cx="2159000" cy="1524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40</a:t>
            </a:r>
          </a:p>
        </p:txBody>
      </p:sp>
      <p:sp>
        <p:nvSpPr>
          <p:cNvPr id="4" name="Stern: 5 Zacken 3">
            <a:extLst>
              <a:ext uri="{FF2B5EF4-FFF2-40B4-BE49-F238E27FC236}">
                <a16:creationId xmlns:a16="http://schemas.microsoft.com/office/drawing/2014/main" id="{0433DF84-D397-5F82-B194-350B79F60545}"/>
              </a:ext>
            </a:extLst>
          </p:cNvPr>
          <p:cNvSpPr/>
          <p:nvPr/>
        </p:nvSpPr>
        <p:spPr>
          <a:xfrm>
            <a:off x="8509000" y="889000"/>
            <a:ext cx="2159000" cy="1524000"/>
          </a:xfrm>
          <a:prstGeom prst="star5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OffAxis1Right"/>
            <a:lightRig rig="threePt" dir="t"/>
          </a:scene3d>
          <a:sp3d extrusionH="3175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25</a:t>
            </a:r>
          </a:p>
        </p:txBody>
      </p:sp>
      <p:sp>
        <p:nvSpPr>
          <p:cNvPr id="5" name="Sechseck 4">
            <a:extLst>
              <a:ext uri="{FF2B5EF4-FFF2-40B4-BE49-F238E27FC236}">
                <a16:creationId xmlns:a16="http://schemas.microsoft.com/office/drawing/2014/main" id="{0485CB82-C31E-BC79-9809-B19A365C2B9B}"/>
              </a:ext>
            </a:extLst>
          </p:cNvPr>
          <p:cNvSpPr/>
          <p:nvPr/>
        </p:nvSpPr>
        <p:spPr>
          <a:xfrm>
            <a:off x="889000" y="4064000"/>
            <a:ext cx="2159000" cy="1524000"/>
          </a:xfrm>
          <a:prstGeom prst="hexagon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Relaxed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F0E3521-FC46-BED3-D7ED-492BDA5F7C00}"/>
              </a:ext>
            </a:extLst>
          </p:cNvPr>
          <p:cNvSpPr/>
          <p:nvPr/>
        </p:nvSpPr>
        <p:spPr>
          <a:xfrm>
            <a:off x="4699000" y="4064000"/>
            <a:ext cx="2159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bliqueTopLeft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0CE6206-2444-E823-90AA-CE51AE298649}"/>
              </a:ext>
            </a:extLst>
          </p:cNvPr>
          <p:cNvSpPr/>
          <p:nvPr/>
        </p:nvSpPr>
        <p:spPr>
          <a:xfrm>
            <a:off x="8509000" y="4064000"/>
            <a:ext cx="2159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200000" lon="19800000" rev="0"/>
            </a:camera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40</a:t>
            </a:r>
          </a:p>
        </p:txBody>
      </p:sp>
    </p:spTree>
    <p:extLst>
      <p:ext uri="{BB962C8B-B14F-4D97-AF65-F5344CB8AC3E}">
        <p14:creationId xmlns:p14="http://schemas.microsoft.com/office/powerpoint/2010/main" val="1063233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1F09723-62BE-1DD0-F8D8-F9F7B3A7D16A}"/>
              </a:ext>
            </a:extLst>
          </p:cNvPr>
          <p:cNvSpPr/>
          <p:nvPr/>
        </p:nvSpPr>
        <p:spPr>
          <a:xfrm>
            <a:off x="381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relaxedInse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2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E2075B0-D0E8-A59B-0DAF-9ABBA1C27559}"/>
              </a:ext>
            </a:extLst>
          </p:cNvPr>
          <p:cNvSpPr/>
          <p:nvPr/>
        </p:nvSpPr>
        <p:spPr>
          <a:xfrm>
            <a:off x="2349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3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D8EF103-53B3-E023-313F-5B564F1C11E6}"/>
              </a:ext>
            </a:extLst>
          </p:cNvPr>
          <p:cNvSpPr/>
          <p:nvPr/>
        </p:nvSpPr>
        <p:spPr>
          <a:xfrm>
            <a:off x="4318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slop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4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48856B2-2C51-D435-5A44-17DB3F4E4ADC}"/>
              </a:ext>
            </a:extLst>
          </p:cNvPr>
          <p:cNvSpPr/>
          <p:nvPr/>
        </p:nvSpPr>
        <p:spPr>
          <a:xfrm>
            <a:off x="6286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ross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5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40A19EF-17F5-6603-7A9C-03AA95CEF7AE}"/>
              </a:ext>
            </a:extLst>
          </p:cNvPr>
          <p:cNvSpPr/>
          <p:nvPr/>
        </p:nvSpPr>
        <p:spPr>
          <a:xfrm>
            <a:off x="8255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449BCF9-A877-7CF7-C83E-2F2C3901CD1C}"/>
              </a:ext>
            </a:extLst>
          </p:cNvPr>
          <p:cNvSpPr/>
          <p:nvPr/>
        </p:nvSpPr>
        <p:spPr>
          <a:xfrm>
            <a:off x="10223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softRound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7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B16C07A-FA93-1719-21EB-7AE92CC75E60}"/>
              </a:ext>
            </a:extLst>
          </p:cNvPr>
          <p:cNvSpPr/>
          <p:nvPr/>
        </p:nvSpPr>
        <p:spPr>
          <a:xfrm>
            <a:off x="381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onvex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8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CD913B-1888-32C5-C6A6-4B2264CD6B9B}"/>
              </a:ext>
            </a:extLst>
          </p:cNvPr>
          <p:cNvSpPr/>
          <p:nvPr/>
        </p:nvSpPr>
        <p:spPr>
          <a:xfrm>
            <a:off x="2349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oolSlan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9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EABEB3B-5A93-ED60-AA41-138CCCFA54D9}"/>
              </a:ext>
            </a:extLst>
          </p:cNvPr>
          <p:cNvSpPr/>
          <p:nvPr/>
        </p:nvSpPr>
        <p:spPr>
          <a:xfrm>
            <a:off x="4318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divo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10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524196B-8D52-39C1-7414-CFDBCF573057}"/>
              </a:ext>
            </a:extLst>
          </p:cNvPr>
          <p:cNvSpPr/>
          <p:nvPr/>
        </p:nvSpPr>
        <p:spPr>
          <a:xfrm>
            <a:off x="6286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rible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4C3C907-D49A-3771-CBDB-160568255D59}"/>
              </a:ext>
            </a:extLst>
          </p:cNvPr>
          <p:cNvSpPr/>
          <p:nvPr/>
        </p:nvSpPr>
        <p:spPr>
          <a:xfrm>
            <a:off x="8255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hardEdg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12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B036758-997E-539B-A27B-B01D00DAF126}"/>
              </a:ext>
            </a:extLst>
          </p:cNvPr>
          <p:cNvSpPr/>
          <p:nvPr/>
        </p:nvSpPr>
        <p:spPr>
          <a:xfrm>
            <a:off x="10223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artDeco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13</a:t>
            </a:r>
          </a:p>
        </p:txBody>
      </p:sp>
    </p:spTree>
    <p:extLst>
      <p:ext uri="{BB962C8B-B14F-4D97-AF65-F5344CB8AC3E}">
        <p14:creationId xmlns:p14="http://schemas.microsoft.com/office/powerpoint/2010/main" val="2006879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3D3575D-67C7-2432-2EFF-55CD3DC5E656}"/>
              </a:ext>
            </a:extLst>
          </p:cNvPr>
          <p:cNvSpPr/>
          <p:nvPr/>
        </p:nvSpPr>
        <p:spPr>
          <a:xfrm>
            <a:off x="381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Plastic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2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F979B3C-F762-ADDE-09BB-35AD9AEEF257}"/>
              </a:ext>
            </a:extLst>
          </p:cNvPr>
          <p:cNvSpPr/>
          <p:nvPr/>
        </p:nvSpPr>
        <p:spPr>
          <a:xfrm>
            <a:off x="2730500" y="762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Metal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3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7E7370-C734-BF0F-46E7-C3371538048D}"/>
              </a:ext>
            </a:extLst>
          </p:cNvPr>
          <p:cNvSpPr/>
          <p:nvPr/>
        </p:nvSpPr>
        <p:spPr>
          <a:xfrm>
            <a:off x="5080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Wirefram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4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0EDEF26-EE08-D8C1-5A59-BC476B7C6CC4}"/>
              </a:ext>
            </a:extLst>
          </p:cNvPr>
          <p:cNvSpPr/>
          <p:nvPr/>
        </p:nvSpPr>
        <p:spPr>
          <a:xfrm>
            <a:off x="7429500" y="762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matt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5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C3FEB6F7-EFC3-AC0F-B884-DC902F8A1A90}"/>
              </a:ext>
            </a:extLst>
          </p:cNvPr>
          <p:cNvSpPr/>
          <p:nvPr/>
        </p:nvSpPr>
        <p:spPr>
          <a:xfrm>
            <a:off x="9779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plastic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353028E-A747-025C-06D9-5B2F9EE47798}"/>
              </a:ext>
            </a:extLst>
          </p:cNvPr>
          <p:cNvSpPr/>
          <p:nvPr/>
        </p:nvSpPr>
        <p:spPr>
          <a:xfrm>
            <a:off x="381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metal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7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7BDEEA9-1E65-C29C-9B38-B8027A1B2C2A}"/>
              </a:ext>
            </a:extLst>
          </p:cNvPr>
          <p:cNvSpPr/>
          <p:nvPr/>
        </p:nvSpPr>
        <p:spPr>
          <a:xfrm>
            <a:off x="2730500" y="3810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8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3E9DDE44-5EF3-0272-189D-0D05872D9F6F}"/>
              </a:ext>
            </a:extLst>
          </p:cNvPr>
          <p:cNvSpPr/>
          <p:nvPr/>
        </p:nvSpPr>
        <p:spPr>
          <a:xfrm>
            <a:off x="5080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translucentPowder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9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F19EC5E9-3886-1D05-510E-C37D4BC5CA44}"/>
              </a:ext>
            </a:extLst>
          </p:cNvPr>
          <p:cNvSpPr/>
          <p:nvPr/>
        </p:nvSpPr>
        <p:spPr>
          <a:xfrm>
            <a:off x="7429500" y="3810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powder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10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4337DFA-68DE-CB93-EC0D-02846357DD9C}"/>
              </a:ext>
            </a:extLst>
          </p:cNvPr>
          <p:cNvSpPr/>
          <p:nvPr/>
        </p:nvSpPr>
        <p:spPr>
          <a:xfrm>
            <a:off x="9779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dkEdg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11</a:t>
            </a:r>
          </a:p>
        </p:txBody>
      </p:sp>
    </p:spTree>
    <p:extLst>
      <p:ext uri="{BB962C8B-B14F-4D97-AF65-F5344CB8AC3E}">
        <p14:creationId xmlns:p14="http://schemas.microsoft.com/office/powerpoint/2010/main" val="730369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E6FFE12-C14B-DAC5-E365-3786017226E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08000"/>
            <a:ext cx="3302000" cy="22860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77800" h="127000"/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11FE111-6BDF-473A-BA6F-D88967D4907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508000"/>
            <a:ext cx="3302000" cy="22860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77800" h="127000" prst="softRound"/>
          </a:sp3d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A7E25A6-CC56-5200-D81E-D6C21C7FFDF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508000"/>
            <a:ext cx="3302000" cy="2286000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77800" h="127000" prst="slope"/>
          </a:sp3d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A1682089-9BB8-70BB-0815-996571129B0B}"/>
              </a:ext>
            </a:extLst>
          </p:cNvPr>
          <p:cNvSpPr/>
          <p:nvPr/>
        </p:nvSpPr>
        <p:spPr>
          <a:xfrm>
            <a:off x="508000" y="3683000"/>
            <a:ext cx="3302000" cy="2286000"/>
          </a:xfrm>
          <a:prstGeom prst="rect">
            <a:avLst/>
          </a:prstGeom>
          <a:gradFill flip="none" rotWithShape="1">
            <a:gsLst>
              <a:gs pos="0">
                <a:srgbClr val="4472C4"/>
              </a:gs>
              <a:gs pos="100000">
                <a:srgbClr val="FFC000"/>
              </a:gs>
            </a:gsLst>
            <a:lin ang="54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2032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Gradient 1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FC74A51-46D1-6543-8CA7-7E25D385EB6E}"/>
              </a:ext>
            </a:extLst>
          </p:cNvPr>
          <p:cNvSpPr/>
          <p:nvPr/>
        </p:nvSpPr>
        <p:spPr>
          <a:xfrm>
            <a:off x="4318000" y="3683000"/>
            <a:ext cx="3302000" cy="2286000"/>
          </a:xfrm>
          <a:prstGeom prst="ellipse">
            <a:avLst/>
          </a:prstGeom>
          <a:gradFill flip="none" rotWithShape="1">
            <a:gsLst>
              <a:gs pos="0">
                <a:srgbClr val="4472C4"/>
              </a:gs>
              <a:gs pos="100000">
                <a:srgbClr val="FFC000"/>
              </a:gs>
            </a:gsLst>
            <a:lin ang="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2032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Gradient 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CADBA9-5D76-BF07-AEB8-A6A47CF61FD7}"/>
              </a:ext>
            </a:extLst>
          </p:cNvPr>
          <p:cNvSpPr/>
          <p:nvPr/>
        </p:nvSpPr>
        <p:spPr>
          <a:xfrm>
            <a:off x="8128000" y="3683000"/>
            <a:ext cx="3302000" cy="2286000"/>
          </a:xfrm>
          <a:prstGeom prst="rect">
            <a:avLst/>
          </a:prstGeom>
          <a:gradFill flip="none" rotWithShape="1">
            <a:gsLst>
              <a:gs pos="0">
                <a:srgbClr val="4472C4"/>
              </a:gs>
              <a:gs pos="100000">
                <a:srgbClr val="FFC000"/>
              </a:gs>
            </a:gsLst>
            <a:lin ang="27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2032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Gradient 3</a:t>
            </a:r>
          </a:p>
        </p:txBody>
      </p:sp>
    </p:spTree>
    <p:extLst>
      <p:ext uri="{BB962C8B-B14F-4D97-AF65-F5344CB8AC3E}">
        <p14:creationId xmlns:p14="http://schemas.microsoft.com/office/powerpoint/2010/main" val="2467151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FF818D-35C7-28CF-D742-795B5C5EF6A4}"/>
              </a:ext>
            </a:extLst>
          </p:cNvPr>
          <p:cNvSpPr/>
          <p:nvPr/>
        </p:nvSpPr>
        <p:spPr>
          <a:xfrm>
            <a:off x="508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0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5E189E8B-F10E-2DC9-972B-765075926D82}"/>
              </a:ext>
            </a:extLst>
          </p:cNvPr>
          <p:cNvSpPr/>
          <p:nvPr/>
        </p:nvSpPr>
        <p:spPr>
          <a:xfrm>
            <a:off x="3429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45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30CE1F1-24C6-1A71-1001-D6CE458174CD}"/>
              </a:ext>
            </a:extLst>
          </p:cNvPr>
          <p:cNvSpPr/>
          <p:nvPr/>
        </p:nvSpPr>
        <p:spPr>
          <a:xfrm>
            <a:off x="6350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54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90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3B404892-1CA4-12F9-01F4-96C715221166}"/>
              </a:ext>
            </a:extLst>
          </p:cNvPr>
          <p:cNvSpPr/>
          <p:nvPr/>
        </p:nvSpPr>
        <p:spPr>
          <a:xfrm>
            <a:off x="9271000" y="635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81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135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644E024-F42C-A91E-79CB-F35431539593}"/>
              </a:ext>
            </a:extLst>
          </p:cNvPr>
          <p:cNvSpPr/>
          <p:nvPr/>
        </p:nvSpPr>
        <p:spPr>
          <a:xfrm>
            <a:off x="508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08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180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7E3423A-810B-49CE-040B-BEDA541673E2}"/>
              </a:ext>
            </a:extLst>
          </p:cNvPr>
          <p:cNvSpPr/>
          <p:nvPr/>
        </p:nvSpPr>
        <p:spPr>
          <a:xfrm>
            <a:off x="3429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35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225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D50CF8DE-EBFB-527A-BCA4-CECBFAB2E087}"/>
              </a:ext>
            </a:extLst>
          </p:cNvPr>
          <p:cNvSpPr/>
          <p:nvPr/>
        </p:nvSpPr>
        <p:spPr>
          <a:xfrm>
            <a:off x="6350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62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270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9E7E531-0FC1-D4F0-A7A0-2F5E3C2FD398}"/>
              </a:ext>
            </a:extLst>
          </p:cNvPr>
          <p:cNvSpPr/>
          <p:nvPr/>
        </p:nvSpPr>
        <p:spPr>
          <a:xfrm>
            <a:off x="9271000" y="3683000"/>
            <a:ext cx="2413000" cy="2413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>
              <a:rot lat="0" lon="0" rev="18900000"/>
            </a:lightRig>
          </a:scene3d>
          <a:sp3d>
            <a:bevelT w="508000" h="5080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Angle 315</a:t>
            </a:r>
          </a:p>
        </p:txBody>
      </p:sp>
    </p:spTree>
    <p:extLst>
      <p:ext uri="{BB962C8B-B14F-4D97-AF65-F5344CB8AC3E}">
        <p14:creationId xmlns:p14="http://schemas.microsoft.com/office/powerpoint/2010/main" val="136167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66F373D0-53AA-4E53-520C-DA5648C7D7EB}"/>
              </a:ext>
            </a:extLst>
          </p:cNvPr>
          <p:cNvSpPr/>
          <p:nvPr/>
        </p:nvSpPr>
        <p:spPr>
          <a:xfrm>
            <a:off x="3175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CDC23E9A-60FB-0200-AF5C-D36C3BAEADA4}"/>
              </a:ext>
            </a:extLst>
          </p:cNvPr>
          <p:cNvSpPr/>
          <p:nvPr/>
        </p:nvSpPr>
        <p:spPr>
          <a:xfrm>
            <a:off x="26924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2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0C1B0A3E-4DD0-8587-3D5D-B7FB9FA0D8CA}"/>
              </a:ext>
            </a:extLst>
          </p:cNvPr>
          <p:cNvSpPr/>
          <p:nvPr/>
        </p:nvSpPr>
        <p:spPr>
          <a:xfrm>
            <a:off x="50673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3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2A8E8EF-3EFC-1A3B-D817-0DB621076CC2}"/>
              </a:ext>
            </a:extLst>
          </p:cNvPr>
          <p:cNvSpPr/>
          <p:nvPr/>
        </p:nvSpPr>
        <p:spPr>
          <a:xfrm>
            <a:off x="74422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4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E9062BC2-2693-665A-0BC1-6FF09E8EB501}"/>
              </a:ext>
            </a:extLst>
          </p:cNvPr>
          <p:cNvSpPr/>
          <p:nvPr/>
        </p:nvSpPr>
        <p:spPr>
          <a:xfrm>
            <a:off x="98171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82F67E0-76F7-A6D9-BDAC-DAF0C3944646}"/>
              </a:ext>
            </a:extLst>
          </p:cNvPr>
          <p:cNvSpPr/>
          <p:nvPr/>
        </p:nvSpPr>
        <p:spPr>
          <a:xfrm>
            <a:off x="3175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6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EE460CF-7FC9-F3AE-3B2E-60FF1BE671CD}"/>
              </a:ext>
            </a:extLst>
          </p:cNvPr>
          <p:cNvSpPr/>
          <p:nvPr/>
        </p:nvSpPr>
        <p:spPr>
          <a:xfrm>
            <a:off x="26924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7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A09CE650-1B85-FC3D-B445-DBD158425E84}"/>
              </a:ext>
            </a:extLst>
          </p:cNvPr>
          <p:cNvSpPr/>
          <p:nvPr/>
        </p:nvSpPr>
        <p:spPr>
          <a:xfrm>
            <a:off x="50673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8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6145ECC4-230A-F6DA-5465-7A62F641EEC0}"/>
              </a:ext>
            </a:extLst>
          </p:cNvPr>
          <p:cNvSpPr/>
          <p:nvPr/>
        </p:nvSpPr>
        <p:spPr>
          <a:xfrm>
            <a:off x="74422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9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EEC64C9-BF9D-268B-BBDD-8DA4E9BBD19A}"/>
              </a:ext>
            </a:extLst>
          </p:cNvPr>
          <p:cNvSpPr/>
          <p:nvPr/>
        </p:nvSpPr>
        <p:spPr>
          <a:xfrm>
            <a:off x="98171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10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1DDB35B-7B74-3734-A8E1-1713DEC7A67A}"/>
              </a:ext>
            </a:extLst>
          </p:cNvPr>
          <p:cNvSpPr/>
          <p:nvPr/>
        </p:nvSpPr>
        <p:spPr>
          <a:xfrm>
            <a:off x="3175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11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88096B02-FCDC-F000-515A-5A5EC89CBD0F}"/>
              </a:ext>
            </a:extLst>
          </p:cNvPr>
          <p:cNvSpPr/>
          <p:nvPr/>
        </p:nvSpPr>
        <p:spPr>
          <a:xfrm>
            <a:off x="26924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12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9B54D8D6-02A0-4A9C-4D22-1980A1E716B3}"/>
              </a:ext>
            </a:extLst>
          </p:cNvPr>
          <p:cNvSpPr/>
          <p:nvPr/>
        </p:nvSpPr>
        <p:spPr>
          <a:xfrm>
            <a:off x="50673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threeP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7F6C9F7-B8E7-CB12-C4BF-DDAABCE89C67}"/>
              </a:ext>
            </a:extLst>
          </p:cNvPr>
          <p:cNvSpPr/>
          <p:nvPr/>
        </p:nvSpPr>
        <p:spPr>
          <a:xfrm>
            <a:off x="74422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balanced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14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BC0DA3-348E-7684-BD88-D30BF2570620}"/>
              </a:ext>
            </a:extLst>
          </p:cNvPr>
          <p:cNvSpPr/>
          <p:nvPr/>
        </p:nvSpPr>
        <p:spPr>
          <a:xfrm>
            <a:off x="98171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sof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15</a:t>
            </a:r>
          </a:p>
        </p:txBody>
      </p:sp>
    </p:spTree>
    <p:extLst>
      <p:ext uri="{BB962C8B-B14F-4D97-AF65-F5344CB8AC3E}">
        <p14:creationId xmlns:p14="http://schemas.microsoft.com/office/powerpoint/2010/main" val="3118207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CD19885-3820-89F0-352E-9C3CD34BB0BF}"/>
              </a:ext>
            </a:extLst>
          </p:cNvPr>
          <p:cNvSpPr/>
          <p:nvPr/>
        </p:nvSpPr>
        <p:spPr>
          <a:xfrm>
            <a:off x="508000" y="76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254000">
            <a:bevelB w="152400" h="1524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662068D-3558-3311-4C50-17C62E036EDE}"/>
              </a:ext>
            </a:extLst>
          </p:cNvPr>
          <p:cNvSpPr/>
          <p:nvPr/>
        </p:nvSpPr>
        <p:spPr>
          <a:xfrm>
            <a:off x="3492500" y="76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254000">
            <a:bevelT w="152400" h="152400"/>
            <a:bevelB w="152400" h="1524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9AB5F10-D55A-065B-235C-50737CBECB09}"/>
              </a:ext>
            </a:extLst>
          </p:cNvPr>
          <p:cNvSpPr/>
          <p:nvPr/>
        </p:nvSpPr>
        <p:spPr>
          <a:xfrm>
            <a:off x="6477000" y="76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contourW="1016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E2B1147-EFC8-63B0-A64F-F9BF6D25EA21}"/>
              </a:ext>
            </a:extLst>
          </p:cNvPr>
          <p:cNvSpPr/>
          <p:nvPr/>
        </p:nvSpPr>
        <p:spPr>
          <a:xfrm>
            <a:off x="9461500" y="762000"/>
            <a:ext cx="2032000" cy="1397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contourW="76200">
            <a:bevelT w="190500" h="127000"/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1FE8E46-B0F0-43F5-A046-1B8BFD8FA2DA}"/>
              </a:ext>
            </a:extLst>
          </p:cNvPr>
          <p:cNvSpPr/>
          <p:nvPr/>
        </p:nvSpPr>
        <p:spPr>
          <a:xfrm>
            <a:off x="5080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381000" contourW="762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11F3FE4-8054-C6E2-D3B4-CD58E38FECC9}"/>
              </a:ext>
            </a:extLst>
          </p:cNvPr>
          <p:cNvSpPr/>
          <p:nvPr/>
        </p:nvSpPr>
        <p:spPr>
          <a:xfrm>
            <a:off x="3492500" y="3937000"/>
            <a:ext cx="2032000" cy="1397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 contourW="762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93E26C8-72E1-8A96-63B4-4D4616D33835}"/>
              </a:ext>
            </a:extLst>
          </p:cNvPr>
          <p:cNvSpPr/>
          <p:nvPr/>
        </p:nvSpPr>
        <p:spPr>
          <a:xfrm>
            <a:off x="64770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contourW="76200">
            <a:bevelT w="254000" h="127000" prst="angle"/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9" name="Stern: 5 Zacken 8">
            <a:extLst>
              <a:ext uri="{FF2B5EF4-FFF2-40B4-BE49-F238E27FC236}">
                <a16:creationId xmlns:a16="http://schemas.microsoft.com/office/drawing/2014/main" id="{BD3E175F-0757-61C8-4336-2F9B3BF54936}"/>
              </a:ext>
            </a:extLst>
          </p:cNvPr>
          <p:cNvSpPr/>
          <p:nvPr/>
        </p:nvSpPr>
        <p:spPr>
          <a:xfrm>
            <a:off x="9461500" y="3937000"/>
            <a:ext cx="2032000" cy="1397000"/>
          </a:xfrm>
          <a:prstGeom prst="star5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0" lon="19200000" rev="0"/>
            </a:camera>
            <a:lightRig rig="threePt" dir="t"/>
          </a:scene3d>
          <a:sp3d contourW="63500">
            <a:contourClr>
              <a:srgbClr val="FFC000"/>
            </a:contourClr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073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72C9959D-53F8-0CD7-1242-775A92AF7D35}"/>
              </a:ext>
            </a:extLst>
          </p:cNvPr>
          <p:cNvSpPr/>
          <p:nvPr/>
        </p:nvSpPr>
        <p:spPr>
          <a:xfrm>
            <a:off x="5080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E5B65CA-C897-37E1-6330-6F62276396AD}"/>
              </a:ext>
            </a:extLst>
          </p:cNvPr>
          <p:cNvSpPr/>
          <p:nvPr/>
        </p:nvSpPr>
        <p:spPr>
          <a:xfrm>
            <a:off x="34925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>
            <a:extrusionClr>
              <a:srgbClr val="00B000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96CEE94-6BEB-1271-F5FE-FB934B7ABF3F}"/>
              </a:ext>
            </a:extLst>
          </p:cNvPr>
          <p:cNvSpPr/>
          <p:nvPr/>
        </p:nvSpPr>
        <p:spPr>
          <a:xfrm>
            <a:off x="64770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905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C7D4B64-7146-831D-3505-42D447A9943B}"/>
              </a:ext>
            </a:extLst>
          </p:cNvPr>
          <p:cNvSpPr/>
          <p:nvPr/>
        </p:nvSpPr>
        <p:spPr>
          <a:xfrm>
            <a:off x="9461500" y="762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381000">
            <a:bevelT w="1905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87A2CCA-8CC5-BE04-6BB4-F58E3C433F5A}"/>
              </a:ext>
            </a:extLst>
          </p:cNvPr>
          <p:cNvSpPr/>
          <p:nvPr/>
        </p:nvSpPr>
        <p:spPr>
          <a:xfrm>
            <a:off x="5080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/>
            <a:lightRig rig="threePt" dir="t"/>
          </a:scene3d>
          <a:sp3d z="1524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z 120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E77CC75-A489-CB2A-ED56-8CEE9EF3A3A2}"/>
              </a:ext>
            </a:extLst>
          </p:cNvPr>
          <p:cNvSpPr/>
          <p:nvPr/>
        </p:nvSpPr>
        <p:spPr>
          <a:xfrm>
            <a:off x="3492500" y="3937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/>
            <a:lightRig rig="threePt" dir="t"/>
          </a:scene3d>
          <a:sp3d z="-1905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z -150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196E8DC-7481-72F7-40A4-588427D6735E}"/>
              </a:ext>
            </a:extLst>
          </p:cNvPr>
          <p:cNvSpPr/>
          <p:nvPr/>
        </p:nvSpPr>
        <p:spPr>
          <a:xfrm>
            <a:off x="6477000" y="3302000"/>
            <a:ext cx="2032000" cy="1397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2400000" lon="0" rev="0"/>
            </a:camera>
            <a:lightRig rig="threePt" dir="t"/>
          </a:scene3d>
          <a:sp3d z="1270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z 100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263C4FF-D843-17C1-4F64-1583D6167E39}"/>
              </a:ext>
            </a:extLst>
          </p:cNvPr>
          <p:cNvSpPr/>
          <p:nvPr/>
        </p:nvSpPr>
        <p:spPr>
          <a:xfrm>
            <a:off x="9461500" y="3937000"/>
            <a:ext cx="2032000" cy="1397000"/>
          </a:xfrm>
          <a:prstGeom prst="rect">
            <a:avLst/>
          </a:prstGeom>
          <a:solidFill>
            <a:srgbClr val="4472C4"/>
          </a:solidFill>
          <a:ln w="101600" cap="flat" cmpd="sng" algn="ctr">
            <a:solidFill>
              <a:srgbClr val="DC0000"/>
            </a:solidFill>
            <a:prstDash val="solid"/>
            <a:miter lim="800000"/>
          </a:ln>
          <a:effectLst/>
          <a:scene3d>
            <a:camera prst="orthographicFront">
              <a:rot lat="1200000" lon="12600000" rev="0"/>
            </a:camera>
            <a:lightRig rig="threePt" dir="t"/>
          </a:scene3d>
          <a:sp3d extrusionH="381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1782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Benutzerdefiniert</PresentationFormat>
  <Paragraphs>65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2026-10-08T16:23:25Z</dcterms:created>
  <dcterms:modified xsi:type="dcterms:W3CDTF">2026-10-08T16:23:25Z</dcterms:modified>
</cp:coreProperties>
</file>