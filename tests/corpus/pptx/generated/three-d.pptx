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D408-4B49-18EB-867A-5D130588C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CF353C4-28E8-1228-BDE5-4E1138A21B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2B3606-8F4E-931B-F26C-B183DF94A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38743E-2D0D-8171-9370-7B1DB649C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7A15F0-6F70-AF19-A1FE-1983BB8C0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006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B196A5-DB66-4187-F041-18355706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5A2945-9366-74CA-D9A6-F981C4BE9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DE5E889-6B38-BBCC-3762-0D61BDA47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08DEEC-A017-CD80-D20D-BAB2B18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6610B5-F504-B00B-4CCC-AC2B5DC9F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83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0889D3-493E-7952-CC1F-362573223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EFA05A-5F20-DDCC-8EC0-E96C0A5D28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C556A7-0397-D98C-5501-1BD55B7BF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4E438E-FECF-2542-1820-901961D7D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73F5A2-FACA-2B74-82E3-98528CA3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6670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670A1E-3FD8-0192-CC18-9B8B94EEA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D4C2EB-C5D5-80D2-44F3-22EBD74DAD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988C7-BFA9-6900-35F8-B90F0481E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3576AD-4267-058A-6262-3AC08A64C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287659F-CE65-BF43-035D-A906697D7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C3B27F-BE52-8B60-C7F1-C7186283E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5926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29C34-E81A-B282-B481-00BD4A27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58BDB4-91AC-3E7D-41FC-C82CF9664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B4A05B-761B-CCC3-100F-23A2AD6A8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54F2E5D-D73B-30F9-E8BA-E46E732E1E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5741300-83FF-4872-A615-4D81473CCC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1B8151F-D893-DA24-D167-79518BCF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8389069-7B7D-6224-3513-597B3D73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26EC770-DC1E-DD6B-3FDB-555ACEC16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1659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103B1-B076-4E72-512D-0F240F00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A013BAB-8B2B-3AC8-04D9-A47BC31B1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85C912C-908B-DB73-1694-6A064344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AB0A6F-96FA-8009-FD53-12B0324B5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733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E9315A2-6688-029D-7756-B68D51F2A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BD6B31-B801-77A5-E98A-5B49DE758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3B0868-04A7-0784-BE65-B7AA38AC1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1331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3B8D9-25DA-DCD4-ABA7-DC90BEAE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655903-C353-92A5-1F61-B78B32DDF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57AB233-648E-C443-FD4D-9DFE8278CC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142AD84-5C18-A388-DF30-02C2AC662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2EF0596-B3C0-01A6-3C34-26E8D0341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38D1055-4877-917D-8E50-68C797C97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1501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C5931F-053C-FA65-6DB5-9262E9539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733BBB4-64FA-FE7B-5AB1-3925332CC02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AE4DAA-D093-B1DA-05BC-DAB279979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40D264-518F-376F-BB00-508821AC3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CFEC37-8E35-5AF6-B6CE-547CB1E0B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68E38C0-1B0D-FDA9-8CFB-2008D2D79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6550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0EB742-1927-A8E7-FE10-DCF1E164C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13A387F-6F5E-5D20-FF5C-5DD10CD3EE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A2D35C-A945-6E57-0A80-C77CECD9C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D5EC5C-070A-CBD1-C460-AAFC3F41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C86E9C-65EA-8D40-671A-82236E819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021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9496035-CE23-FB6B-CF5F-DBC82A5B68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26C4095-2C4E-E2BB-992C-2C7C5BD235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9D2A54-3BD3-294A-1C9A-2FECC1654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B8D198-9628-B80C-DECB-E65F0D482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4F50E3-0D50-2DD4-C09F-3A25A6AC7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593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0C78EC7-C5A8-39CF-E57B-B310C5AB0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9ADDDB-884C-689E-6D75-EBED852FAD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06E5E1-4A5B-0D15-42BB-D0B9AE930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996854-510B-471A-9832-4FFEEC0483F4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2DECE7-88D0-81E1-0791-08B8573189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E1E0A8-A8A8-0183-14DF-BE82F7D1F7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934A3-C752-4D88-870D-A6DA01E5DE1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17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535A23F-79D1-4269-87EC-9EE7AA40D282}"/>
              </a:ext>
            </a:extLst>
          </p:cNvPr>
          <p:cNvSpPr/>
          <p:nvPr/>
        </p:nvSpPr>
        <p:spPr>
          <a:xfrm>
            <a:off x="508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0" lon="198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131ABC1-D44C-5078-5849-AA649CCB788D}"/>
              </a:ext>
            </a:extLst>
          </p:cNvPr>
          <p:cNvSpPr/>
          <p:nvPr/>
        </p:nvSpPr>
        <p:spPr>
          <a:xfrm>
            <a:off x="3429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24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2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1EF8AB-3F82-A4A3-9DA5-4C7C72F5768A}"/>
              </a:ext>
            </a:extLst>
          </p:cNvPr>
          <p:cNvSpPr/>
          <p:nvPr/>
        </p:nvSpPr>
        <p:spPr>
          <a:xfrm>
            <a:off x="6350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>
              <a:rot lat="1800000" lon="20400000" rev="201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910BD33-9E6E-F791-C20B-6D0E80A99462}"/>
              </a:ext>
            </a:extLst>
          </p:cNvPr>
          <p:cNvSpPr/>
          <p:nvPr/>
        </p:nvSpPr>
        <p:spPr>
          <a:xfrm>
            <a:off x="9271000" y="635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0" lon="1920000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4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366D7-5802-A3CC-905F-846208B90DB0}"/>
              </a:ext>
            </a:extLst>
          </p:cNvPr>
          <p:cNvSpPr/>
          <p:nvPr/>
        </p:nvSpPr>
        <p:spPr>
          <a:xfrm>
            <a:off x="508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3000000" lon="0" rev="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5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59E1EB-B5D4-6EDC-F675-ECC13B991CA7}"/>
              </a:ext>
            </a:extLst>
          </p:cNvPr>
          <p:cNvSpPr/>
          <p:nvPr/>
        </p:nvSpPr>
        <p:spPr>
          <a:xfrm>
            <a:off x="3429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2400000" rev="1200000"/>
            </a:camera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A7E8A59-2672-69B8-12F4-CFDAD6E27B2B}"/>
              </a:ext>
            </a:extLst>
          </p:cNvPr>
          <p:cNvSpPr/>
          <p:nvPr/>
        </p:nvSpPr>
        <p:spPr>
          <a:xfrm>
            <a:off x="6350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7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0754F05-F5F5-A8D8-9D56-157463A9DD0F}"/>
              </a:ext>
            </a:extLst>
          </p:cNvPr>
          <p:cNvSpPr/>
          <p:nvPr/>
        </p:nvSpPr>
        <p:spPr>
          <a:xfrm>
            <a:off x="9271000" y="3810000"/>
            <a:ext cx="2286000" cy="1651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HeroicExtremeLeftFacing"/>
            <a:lightRig rig="threePt" dir="t"/>
          </a:scene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Camera 8</a:t>
            </a:r>
          </a:p>
        </p:txBody>
      </p:sp>
    </p:spTree>
    <p:extLst>
      <p:ext uri="{BB962C8B-B14F-4D97-AF65-F5344CB8AC3E}">
        <p14:creationId xmlns:p14="http://schemas.microsoft.com/office/powerpoint/2010/main" val="2015045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B7BC6DC-BDEE-5D7E-D66F-0E8A1D2E15B5}"/>
              </a:ext>
            </a:extLst>
          </p:cNvPr>
          <p:cNvSpPr/>
          <p:nvPr/>
        </p:nvSpPr>
        <p:spPr>
          <a:xfrm>
            <a:off x="889000" y="889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TopUp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5B85BA45-D79B-6799-DB37-6DAB281BAB2C}"/>
              </a:ext>
            </a:extLst>
          </p:cNvPr>
          <p:cNvSpPr/>
          <p:nvPr/>
        </p:nvSpPr>
        <p:spPr>
          <a:xfrm>
            <a:off x="4699000" y="889000"/>
            <a:ext cx="2159000" cy="1524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LeftDown"/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  <p:sp>
        <p:nvSpPr>
          <p:cNvPr id="4" name="Stern: 5 Zacken 3">
            <a:extLst>
              <a:ext uri="{FF2B5EF4-FFF2-40B4-BE49-F238E27FC236}">
                <a16:creationId xmlns:a16="http://schemas.microsoft.com/office/drawing/2014/main" id="{1E745B2D-8AC3-5D65-28CE-4B94A3BE19DD}"/>
              </a:ext>
            </a:extLst>
          </p:cNvPr>
          <p:cNvSpPr/>
          <p:nvPr/>
        </p:nvSpPr>
        <p:spPr>
          <a:xfrm>
            <a:off x="8509000" y="889000"/>
            <a:ext cx="2159000" cy="1524000"/>
          </a:xfrm>
          <a:prstGeom prst="star5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isometricOffAxis1Right"/>
            <a:lightRig rig="threePt" dir="t"/>
          </a:scene3d>
          <a:sp3d extrusionH="3175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25</a:t>
            </a:r>
          </a:p>
        </p:txBody>
      </p:sp>
      <p:sp>
        <p:nvSpPr>
          <p:cNvPr id="5" name="Sechseck 4">
            <a:extLst>
              <a:ext uri="{FF2B5EF4-FFF2-40B4-BE49-F238E27FC236}">
                <a16:creationId xmlns:a16="http://schemas.microsoft.com/office/drawing/2014/main" id="{E4E047AE-F7E6-3D16-3368-625AD95E4656}"/>
              </a:ext>
            </a:extLst>
          </p:cNvPr>
          <p:cNvSpPr/>
          <p:nvPr/>
        </p:nvSpPr>
        <p:spPr>
          <a:xfrm>
            <a:off x="889000" y="4064000"/>
            <a:ext cx="2159000" cy="1524000"/>
          </a:xfrm>
          <a:prstGeom prst="hexagon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Relaxed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3833661-7755-66BE-344B-3B8FD4994AD0}"/>
              </a:ext>
            </a:extLst>
          </p:cNvPr>
          <p:cNvSpPr/>
          <p:nvPr/>
        </p:nvSpPr>
        <p:spPr>
          <a:xfrm>
            <a:off x="4699000" y="4064000"/>
            <a:ext cx="2159000" cy="1524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bliqueTopLeft"/>
            <a:lightRig rig="threePt" dir="t"/>
          </a:scene3d>
          <a:sp3d extrusionH="381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30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8E6E17A-0206-7928-BE9E-D67290654584}"/>
              </a:ext>
            </a:extLst>
          </p:cNvPr>
          <p:cNvSpPr/>
          <p:nvPr/>
        </p:nvSpPr>
        <p:spPr>
          <a:xfrm>
            <a:off x="8509000" y="4064000"/>
            <a:ext cx="2159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1200000" lon="19800000" rev="0"/>
            </a:camera>
            <a:lightRig rig="threePt" dir="t"/>
          </a:scene3d>
          <a:sp3d extrusionH="508000"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Depth 40</a:t>
            </a:r>
          </a:p>
        </p:txBody>
      </p:sp>
    </p:spTree>
    <p:extLst>
      <p:ext uri="{BB962C8B-B14F-4D97-AF65-F5344CB8AC3E}">
        <p14:creationId xmlns:p14="http://schemas.microsoft.com/office/powerpoint/2010/main" val="8568119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75040B94-34F5-5FC5-8B44-12ACB0918EF9}"/>
              </a:ext>
            </a:extLst>
          </p:cNvPr>
          <p:cNvSpPr/>
          <p:nvPr/>
        </p:nvSpPr>
        <p:spPr>
          <a:xfrm>
            <a:off x="381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elaxedIns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2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DDF721-4C3F-DFCB-EFE1-981EE8254761}"/>
              </a:ext>
            </a:extLst>
          </p:cNvPr>
          <p:cNvSpPr/>
          <p:nvPr/>
        </p:nvSpPr>
        <p:spPr>
          <a:xfrm>
            <a:off x="2349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3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6282602-3C61-DC98-D5AB-CD18EE05906A}"/>
              </a:ext>
            </a:extLst>
          </p:cNvPr>
          <p:cNvSpPr/>
          <p:nvPr/>
        </p:nvSpPr>
        <p:spPr>
          <a:xfrm>
            <a:off x="4318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lop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4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3E5E15-22D9-2B6F-2B90-D62F3933D706}"/>
              </a:ext>
            </a:extLst>
          </p:cNvPr>
          <p:cNvSpPr/>
          <p:nvPr/>
        </p:nvSpPr>
        <p:spPr>
          <a:xfrm>
            <a:off x="6286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ross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5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2D2B451-2EB9-90B1-96E1-36EBA2746F60}"/>
              </a:ext>
            </a:extLst>
          </p:cNvPr>
          <p:cNvSpPr/>
          <p:nvPr/>
        </p:nvSpPr>
        <p:spPr>
          <a:xfrm>
            <a:off x="82550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ngl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EE4F95F-05CA-D7D1-B472-330DBEEEA9C0}"/>
              </a:ext>
            </a:extLst>
          </p:cNvPr>
          <p:cNvSpPr/>
          <p:nvPr/>
        </p:nvSpPr>
        <p:spPr>
          <a:xfrm>
            <a:off x="10223500" y="762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softRound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7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822F6FD-636C-04A6-B85E-73B60B46BC5C}"/>
              </a:ext>
            </a:extLst>
          </p:cNvPr>
          <p:cNvSpPr/>
          <p:nvPr/>
        </p:nvSpPr>
        <p:spPr>
          <a:xfrm>
            <a:off x="381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nvex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8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1DF65F-8820-9FE4-ABBA-8539CB4E403F}"/>
              </a:ext>
            </a:extLst>
          </p:cNvPr>
          <p:cNvSpPr/>
          <p:nvPr/>
        </p:nvSpPr>
        <p:spPr>
          <a:xfrm>
            <a:off x="2349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coolSlan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9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2950BE4-89A8-9C02-7E1A-0846152DED0A}"/>
              </a:ext>
            </a:extLst>
          </p:cNvPr>
          <p:cNvSpPr/>
          <p:nvPr/>
        </p:nvSpPr>
        <p:spPr>
          <a:xfrm>
            <a:off x="4318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divo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10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1AF49B3-A472-5B8B-D0AB-80932A66F4E8}"/>
              </a:ext>
            </a:extLst>
          </p:cNvPr>
          <p:cNvSpPr/>
          <p:nvPr/>
        </p:nvSpPr>
        <p:spPr>
          <a:xfrm>
            <a:off x="6286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riblet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EFB83CC-493A-49DD-99CF-9297D4FB4AB3}"/>
              </a:ext>
            </a:extLst>
          </p:cNvPr>
          <p:cNvSpPr/>
          <p:nvPr/>
        </p:nvSpPr>
        <p:spPr>
          <a:xfrm>
            <a:off x="82550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hardEdge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12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5F07A3-9682-D67D-59E5-482C1743B694}"/>
              </a:ext>
            </a:extLst>
          </p:cNvPr>
          <p:cNvSpPr/>
          <p:nvPr/>
        </p:nvSpPr>
        <p:spPr>
          <a:xfrm>
            <a:off x="10223500" y="3810000"/>
            <a:ext cx="1714500" cy="2032000"/>
          </a:xfrm>
          <a:prstGeom prst="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52400" h="101600" prst="artDeco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Bevel 13</a:t>
            </a:r>
          </a:p>
        </p:txBody>
      </p:sp>
    </p:spTree>
    <p:extLst>
      <p:ext uri="{BB962C8B-B14F-4D97-AF65-F5344CB8AC3E}">
        <p14:creationId xmlns:p14="http://schemas.microsoft.com/office/powerpoint/2010/main" val="1650039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69EEE1B4-35E9-E7D8-1595-0B6BCD78C8F6}"/>
              </a:ext>
            </a:extLst>
          </p:cNvPr>
          <p:cNvSpPr/>
          <p:nvPr/>
        </p:nvSpPr>
        <p:spPr>
          <a:xfrm>
            <a:off x="381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2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04590D80-44C0-927B-AA4F-1145D940303C}"/>
              </a:ext>
            </a:extLst>
          </p:cNvPr>
          <p:cNvSpPr/>
          <p:nvPr/>
        </p:nvSpPr>
        <p:spPr>
          <a:xfrm>
            <a:off x="2730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3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6DA034AB-156F-409B-0688-FA372FDC8C5E}"/>
              </a:ext>
            </a:extLst>
          </p:cNvPr>
          <p:cNvSpPr/>
          <p:nvPr/>
        </p:nvSpPr>
        <p:spPr>
          <a:xfrm>
            <a:off x="5080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legacyWirefram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4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211E9D2E-D091-E802-477E-FF0B2053C21B}"/>
              </a:ext>
            </a:extLst>
          </p:cNvPr>
          <p:cNvSpPr/>
          <p:nvPr/>
        </p:nvSpPr>
        <p:spPr>
          <a:xfrm>
            <a:off x="7429500" y="762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att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5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6F803A5-CAEA-1EB6-8B08-B6A101ADD95D}"/>
              </a:ext>
            </a:extLst>
          </p:cNvPr>
          <p:cNvSpPr/>
          <p:nvPr/>
        </p:nvSpPr>
        <p:spPr>
          <a:xfrm>
            <a:off x="9779000" y="762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lastic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6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0DF34C2-DDE4-B0BA-7622-85B9210C908A}"/>
              </a:ext>
            </a:extLst>
          </p:cNvPr>
          <p:cNvSpPr/>
          <p:nvPr/>
        </p:nvSpPr>
        <p:spPr>
          <a:xfrm>
            <a:off x="381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metal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7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88231CAA-6663-5283-6661-EA23E780783F}"/>
              </a:ext>
            </a:extLst>
          </p:cNvPr>
          <p:cNvSpPr/>
          <p:nvPr/>
        </p:nvSpPr>
        <p:spPr>
          <a:xfrm>
            <a:off x="2730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8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349F066-E6EB-9F38-C004-E79796344921}"/>
              </a:ext>
            </a:extLst>
          </p:cNvPr>
          <p:cNvSpPr/>
          <p:nvPr/>
        </p:nvSpPr>
        <p:spPr>
          <a:xfrm>
            <a:off x="5080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translucent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9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0BD477B9-15AB-47E9-D71F-A1CE108FEF15}"/>
              </a:ext>
            </a:extLst>
          </p:cNvPr>
          <p:cNvSpPr/>
          <p:nvPr/>
        </p:nvSpPr>
        <p:spPr>
          <a:xfrm>
            <a:off x="7429500" y="3810000"/>
            <a:ext cx="2032000" cy="2032000"/>
          </a:xfrm>
          <a:prstGeom prst="ellipse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powder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10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143AE60-3A2F-D866-6E0E-A5D59D7EDC2F}"/>
              </a:ext>
            </a:extLst>
          </p:cNvPr>
          <p:cNvSpPr/>
          <p:nvPr/>
        </p:nvSpPr>
        <p:spPr>
          <a:xfrm>
            <a:off x="9779000" y="3810000"/>
            <a:ext cx="2032000" cy="2032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orthographicFront"/>
            <a:lightRig rig="threePt" dir="t"/>
          </a:scene3d>
          <a:sp3d prstMaterial="dkEdge">
            <a:bevelT w="190500" h="1270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Material 11</a:t>
            </a:r>
          </a:p>
        </p:txBody>
      </p:sp>
    </p:spTree>
    <p:extLst>
      <p:ext uri="{BB962C8B-B14F-4D97-AF65-F5344CB8AC3E}">
        <p14:creationId xmlns:p14="http://schemas.microsoft.com/office/powerpoint/2010/main" val="146142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F818A9F0-60EE-64CA-50FD-36630C745F76}"/>
              </a:ext>
            </a:extLst>
          </p:cNvPr>
          <p:cNvSpPr/>
          <p:nvPr/>
        </p:nvSpPr>
        <p:spPr>
          <a:xfrm>
            <a:off x="3175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C90FB439-B09A-707A-C0E6-D475171B626F}"/>
              </a:ext>
            </a:extLst>
          </p:cNvPr>
          <p:cNvSpPr/>
          <p:nvPr/>
        </p:nvSpPr>
        <p:spPr>
          <a:xfrm>
            <a:off x="26924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2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C8756629-4110-9872-71FA-B46A20349B81}"/>
              </a:ext>
            </a:extLst>
          </p:cNvPr>
          <p:cNvSpPr/>
          <p:nvPr/>
        </p:nvSpPr>
        <p:spPr>
          <a:xfrm>
            <a:off x="50673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3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B7ED13CE-D228-FD20-C151-2CC167C013C5}"/>
              </a:ext>
            </a:extLst>
          </p:cNvPr>
          <p:cNvSpPr/>
          <p:nvPr/>
        </p:nvSpPr>
        <p:spPr>
          <a:xfrm>
            <a:off x="74422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Flat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4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ECFED86-9C5C-386A-6A2F-3F31C329C692}"/>
              </a:ext>
            </a:extLst>
          </p:cNvPr>
          <p:cNvSpPr/>
          <p:nvPr/>
        </p:nvSpPr>
        <p:spPr>
          <a:xfrm>
            <a:off x="9817100" y="508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5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29586AE-14C5-42D5-1C52-E7ADA0C7547A}"/>
              </a:ext>
            </a:extLst>
          </p:cNvPr>
          <p:cNvSpPr/>
          <p:nvPr/>
        </p:nvSpPr>
        <p:spPr>
          <a:xfrm>
            <a:off x="3175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6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26D590F-C2C2-12E6-B539-C0FFBF53467D}"/>
              </a:ext>
            </a:extLst>
          </p:cNvPr>
          <p:cNvSpPr/>
          <p:nvPr/>
        </p:nvSpPr>
        <p:spPr>
          <a:xfrm>
            <a:off x="26924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7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558B609-96D2-64D6-90FA-0E5CC64C37F5}"/>
              </a:ext>
            </a:extLst>
          </p:cNvPr>
          <p:cNvSpPr/>
          <p:nvPr/>
        </p:nvSpPr>
        <p:spPr>
          <a:xfrm>
            <a:off x="50673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Normal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8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78F73667-CF16-8B02-C300-3948EBCF9488}"/>
              </a:ext>
            </a:extLst>
          </p:cNvPr>
          <p:cNvSpPr/>
          <p:nvPr/>
        </p:nvSpPr>
        <p:spPr>
          <a:xfrm>
            <a:off x="74422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1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9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AC1967C8-4D19-52B7-6866-5B372F49B21B}"/>
              </a:ext>
            </a:extLst>
          </p:cNvPr>
          <p:cNvSpPr/>
          <p:nvPr/>
        </p:nvSpPr>
        <p:spPr>
          <a:xfrm>
            <a:off x="9817100" y="26035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2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10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820C3AB-D967-D107-6244-92FA27B2BCA2}"/>
              </a:ext>
            </a:extLst>
          </p:cNvPr>
          <p:cNvSpPr/>
          <p:nvPr/>
        </p:nvSpPr>
        <p:spPr>
          <a:xfrm>
            <a:off x="3175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3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11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F3B89C9B-21D8-0F1C-1EE6-C4F521A1F8E1}"/>
              </a:ext>
            </a:extLst>
          </p:cNvPr>
          <p:cNvSpPr/>
          <p:nvPr/>
        </p:nvSpPr>
        <p:spPr>
          <a:xfrm>
            <a:off x="26924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legacyHarsh4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12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95F23E23-0C7D-F94A-6ECC-2C2FAA65CB9C}"/>
              </a:ext>
            </a:extLst>
          </p:cNvPr>
          <p:cNvSpPr/>
          <p:nvPr/>
        </p:nvSpPr>
        <p:spPr>
          <a:xfrm>
            <a:off x="50673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threeP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F9884FF-65F4-261C-5254-A25B59E670AE}"/>
              </a:ext>
            </a:extLst>
          </p:cNvPr>
          <p:cNvSpPr/>
          <p:nvPr/>
        </p:nvSpPr>
        <p:spPr>
          <a:xfrm>
            <a:off x="74422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balanced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14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3B96013-FB92-0522-1ABC-109999571C66}"/>
              </a:ext>
            </a:extLst>
          </p:cNvPr>
          <p:cNvSpPr/>
          <p:nvPr/>
        </p:nvSpPr>
        <p:spPr>
          <a:xfrm>
            <a:off x="9817100" y="4699000"/>
            <a:ext cx="1905000" cy="1524000"/>
          </a:xfrm>
          <a:prstGeom prst="roundRect">
            <a:avLst/>
          </a:prstGeom>
          <a:solidFill>
            <a:srgbClr val="4472C4"/>
          </a:solidFill>
          <a:ln w="19050" cap="flat" cmpd="sng" algn="ctr">
            <a:noFill/>
            <a:prstDash val="solid"/>
            <a:miter lim="800000"/>
          </a:ln>
          <a:effectLst/>
          <a:scene3d>
            <a:camera prst="perspectiveFront">
              <a:rot lat="900000" lon="20400000" rev="0"/>
            </a:camera>
            <a:lightRig rig="soft" dir="t"/>
          </a:scene3d>
          <a:sp3d>
            <a:bevelT w="152400" h="101600"/>
          </a:sp3d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>
                <a:solidFill>
                  <a:srgbClr val="FFFFFF"/>
                </a:solidFill>
              </a:rPr>
              <a:t>Light 15</a:t>
            </a:r>
          </a:p>
        </p:txBody>
      </p:sp>
    </p:spTree>
    <p:extLst>
      <p:ext uri="{BB962C8B-B14F-4D97-AF65-F5344CB8AC3E}">
        <p14:creationId xmlns:p14="http://schemas.microsoft.com/office/powerpoint/2010/main" val="35752616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</Words>
  <Application>Microsoft Office PowerPoint</Application>
  <PresentationFormat>Benutzerdefiniert</PresentationFormat>
  <Paragraphs>51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2026-10-08T14:49:27Z</dcterms:created>
  <dcterms:modified xsi:type="dcterms:W3CDTF">2026-10-08T14:49:27Z</dcterms:modified>
</cp:coreProperties>
</file>