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1819BD-00C1-D7BC-1A02-A5BDE650BE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EDA2377-1F54-8614-A358-5601F4B2F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AD4390D-EAB5-E9FB-172A-A8E223971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5B0A2-5436-4E13-91FA-8671EA735516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9E9FD6-8DF2-08BF-24B0-5B8F8376D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D06AC8-9F73-5A46-0BC2-9B1213874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BE951E-0096-43E3-935D-E21731B98C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700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0899F3-3110-F493-A131-93D03BEDE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CEEC00A-061C-DAF6-7498-09B71F392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190865-1D9D-E2C6-0B3C-331233503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5B0A2-5436-4E13-91FA-8671EA735516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7C5E88-2191-E4F0-BF96-446D56EED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CD833A-C98B-C033-B5DE-89EF5E255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BE951E-0096-43E3-935D-E21731B98C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97763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52C324-E530-D408-2D0C-087DD7082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9EBF28D-3E73-65B4-1CF9-CC89439021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93150D-BD4B-12AE-5BA0-1AA49BD5E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5B0A2-5436-4E13-91FA-8671EA735516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8513C0B-2867-0D6E-4BEA-BDC440875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B3C2E5-E6EF-A14D-BC3C-4058B62B9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BE951E-0096-43E3-935D-E21731B98C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5470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1BD50E-ADD5-80EE-58E3-46E002766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78AAF4-ECF4-7DBB-553A-BBAC398179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920A715-F07A-156B-104C-A20B88C47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C5F5F7E-936B-7A0F-30D3-1385CF14F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5B0A2-5436-4E13-91FA-8671EA735516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7AFA412-65F5-1442-DA4B-516D82A96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96FABBC-F746-9BC9-968C-BAA9BAA99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BE951E-0096-43E3-935D-E21731B98C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210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5AB78A-6A3B-3AD4-A8C3-018814942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27608A-0572-1C78-CEBD-70A481D58A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28A25F2-B77C-87EB-0C47-BEECAF4FDC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3F2618C-3A1C-E242-CB9E-255AEF65B3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7B8685-2654-DEF0-8292-2F29FE5332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88ECD43-E0FC-03E9-8DF7-518D6545E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5B0A2-5436-4E13-91FA-8671EA735516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41AF9F1-D108-01C7-AA50-382BA9170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0CAD56D-51BE-A9AF-8C29-02539B876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BE951E-0096-43E3-935D-E21731B98C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69064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495AD8-0B89-2BB0-BADF-186F7B082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B8ECB95-C7D7-DE53-F43E-396B3F0B2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5B0A2-5436-4E13-91FA-8671EA735516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1F61E22-3961-8726-EB4E-C7A904BAF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25D6EA2-8412-ABC6-2FF8-DB002B390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BE951E-0096-43E3-935D-E21731B98C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6277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8C060C0-0EA9-AB78-FF60-7138C931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5B0A2-5436-4E13-91FA-8671EA735516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9A1E215-E94F-438C-DB60-496D27C96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2EC338-AE95-707A-910D-37ECEE40D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BE951E-0096-43E3-935D-E21731B98C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8750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1B2D73-4ADC-E0C4-93B0-B1F36F973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12CF347-A822-7267-BA97-93DB25231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68836B4-6187-07CB-0AFD-6C70DD122A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04E247C-CAAF-7E99-3B18-E909A1D47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5B0A2-5436-4E13-91FA-8671EA735516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886C3C1-00E5-8AF3-3182-1AC18586F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494465-747B-27B1-0C1B-7340AA8AA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BE951E-0096-43E3-935D-E21731B98C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017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C20D71-187C-AF4B-2029-F77CF7EDE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3803851-DBFD-B29C-C606-D9EC45BBC8E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8EE6492-2CB8-87A5-F9FF-86847A1F95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0B1D4D-0DB3-CAE3-C50A-0EB5893F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5B0A2-5436-4E13-91FA-8671EA735516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59D5BFE-90B1-EB1F-221E-708B5D0BB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DD6277C-71C7-9EB4-2715-47BEC9699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BE951E-0096-43E3-935D-E21731B98C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5187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69DDC1-5A0B-4E1B-956F-276EC513E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02C346F-1D1C-2CC6-9C96-325C73D39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BF3E12-5F08-91FC-3BE5-8B6295BAF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5B0A2-5436-4E13-91FA-8671EA735516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740DC8B-3925-80A4-F5D3-85A696F0F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DB4B2E-CFD3-B0C6-2949-46FE1E6F7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BE951E-0096-43E3-935D-E21731B98C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7253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EDD2D26-D1D6-CFD3-B0BE-A3C9EFBC79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718988D-A5AA-DB77-7B44-83986F39F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6EC9D2-966E-586B-24F9-747C41424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5B0A2-5436-4E13-91FA-8671EA735516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AEDF34-230A-E58E-355A-46D917E5F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9844DB-94B0-A75E-7420-D7624A9AA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BE951E-0096-43E3-935D-E21731B98C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70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B58C65A-DF89-7014-E69F-A44B0A799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71E5C8C-DC3B-EBA6-322D-C43F7DA2D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6ABD1CF-0D8A-2214-C853-119F966590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65B0A2-5436-4E13-91FA-8671EA735516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E7471B5-06D9-65F2-FE87-870592DF04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DCCFDE-9DBB-FA11-22C2-24A39FCEE0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BE951E-0096-43E3-935D-E21731B98C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474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3959CA3-D325-1784-E61A-559D4FC7B100}"/>
              </a:ext>
            </a:extLst>
          </p:cNvPr>
          <p:cNvSpPr/>
          <p:nvPr/>
        </p:nvSpPr>
        <p:spPr>
          <a:xfrm>
            <a:off x="508000" y="635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>
              <a:rot lat="0" lon="1980000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1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7E884F0-0C32-5B31-25EA-EF5BDDBEDB11}"/>
              </a:ext>
            </a:extLst>
          </p:cNvPr>
          <p:cNvSpPr/>
          <p:nvPr/>
        </p:nvSpPr>
        <p:spPr>
          <a:xfrm>
            <a:off x="3429000" y="635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>
              <a:rot lat="2400000" lon="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2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64E85DA-29DE-1164-AF33-ADF679799373}"/>
              </a:ext>
            </a:extLst>
          </p:cNvPr>
          <p:cNvSpPr/>
          <p:nvPr/>
        </p:nvSpPr>
        <p:spPr>
          <a:xfrm>
            <a:off x="6350000" y="635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>
              <a:rot lat="1800000" lon="20400000" rev="2010000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3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D89D78C-A350-4939-424D-79444994E45E}"/>
              </a:ext>
            </a:extLst>
          </p:cNvPr>
          <p:cNvSpPr/>
          <p:nvPr/>
        </p:nvSpPr>
        <p:spPr>
          <a:xfrm>
            <a:off x="9271000" y="635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0" lon="1920000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4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6CA79CD-4EF2-D280-02BA-6EFB81F92216}"/>
              </a:ext>
            </a:extLst>
          </p:cNvPr>
          <p:cNvSpPr/>
          <p:nvPr/>
        </p:nvSpPr>
        <p:spPr>
          <a:xfrm>
            <a:off x="508000" y="3810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3000000" lon="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5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47A227E-2482-F508-E85C-A9169DF22ED3}"/>
              </a:ext>
            </a:extLst>
          </p:cNvPr>
          <p:cNvSpPr/>
          <p:nvPr/>
        </p:nvSpPr>
        <p:spPr>
          <a:xfrm>
            <a:off x="3429000" y="3810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1200000" lon="2400000" rev="120000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6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DC0F0EE-A6EC-0399-0B0D-578CC1F87A5F}"/>
              </a:ext>
            </a:extLst>
          </p:cNvPr>
          <p:cNvSpPr/>
          <p:nvPr/>
        </p:nvSpPr>
        <p:spPr>
          <a:xfrm>
            <a:off x="6350000" y="3810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Relaxed"/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7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DC38825-5D3D-15AC-F211-1EF1E5821A77}"/>
              </a:ext>
            </a:extLst>
          </p:cNvPr>
          <p:cNvSpPr/>
          <p:nvPr/>
        </p:nvSpPr>
        <p:spPr>
          <a:xfrm>
            <a:off x="9271000" y="3810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HeroicExtremeLeftFacing"/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8</a:t>
            </a:r>
          </a:p>
        </p:txBody>
      </p:sp>
    </p:spTree>
    <p:extLst>
      <p:ext uri="{BB962C8B-B14F-4D97-AF65-F5344CB8AC3E}">
        <p14:creationId xmlns:p14="http://schemas.microsoft.com/office/powerpoint/2010/main" val="3704888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7AE89F09-E737-BCAA-3EEA-31D90C1A861F}"/>
              </a:ext>
            </a:extLst>
          </p:cNvPr>
          <p:cNvSpPr/>
          <p:nvPr/>
        </p:nvSpPr>
        <p:spPr>
          <a:xfrm>
            <a:off x="889000" y="889000"/>
            <a:ext cx="2159000" cy="1524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TopUp"/>
            <a:lightRig rig="threePt" dir="t"/>
          </a:scene3d>
          <a:sp3d extrusionH="381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30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81BE0AB2-135A-F95B-CD4D-C4ABCE612D1B}"/>
              </a:ext>
            </a:extLst>
          </p:cNvPr>
          <p:cNvSpPr/>
          <p:nvPr/>
        </p:nvSpPr>
        <p:spPr>
          <a:xfrm>
            <a:off x="4699000" y="889000"/>
            <a:ext cx="2159000" cy="1524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508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40</a:t>
            </a:r>
          </a:p>
        </p:txBody>
      </p:sp>
      <p:sp>
        <p:nvSpPr>
          <p:cNvPr id="4" name="Stern: 5 Zacken 3">
            <a:extLst>
              <a:ext uri="{FF2B5EF4-FFF2-40B4-BE49-F238E27FC236}">
                <a16:creationId xmlns:a16="http://schemas.microsoft.com/office/drawing/2014/main" id="{CE9EFA21-4FFA-CEED-85E1-071A8099E2F9}"/>
              </a:ext>
            </a:extLst>
          </p:cNvPr>
          <p:cNvSpPr/>
          <p:nvPr/>
        </p:nvSpPr>
        <p:spPr>
          <a:xfrm>
            <a:off x="8509000" y="889000"/>
            <a:ext cx="2159000" cy="1524000"/>
          </a:xfrm>
          <a:prstGeom prst="star5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OffAxis1Right"/>
            <a:lightRig rig="threePt" dir="t"/>
          </a:scene3d>
          <a:sp3d extrusionH="3175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25</a:t>
            </a:r>
          </a:p>
        </p:txBody>
      </p:sp>
      <p:sp>
        <p:nvSpPr>
          <p:cNvPr id="5" name="Sechseck 4">
            <a:extLst>
              <a:ext uri="{FF2B5EF4-FFF2-40B4-BE49-F238E27FC236}">
                <a16:creationId xmlns:a16="http://schemas.microsoft.com/office/drawing/2014/main" id="{D5C377B7-B02D-8200-4A23-B5E02822EDD3}"/>
              </a:ext>
            </a:extLst>
          </p:cNvPr>
          <p:cNvSpPr/>
          <p:nvPr/>
        </p:nvSpPr>
        <p:spPr>
          <a:xfrm>
            <a:off x="889000" y="4064000"/>
            <a:ext cx="2159000" cy="1524000"/>
          </a:xfrm>
          <a:prstGeom prst="hexagon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Relaxed"/>
            <a:lightRig rig="threePt" dir="t"/>
          </a:scene3d>
          <a:sp3d extrusionH="381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30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679F230-D423-2B38-C49B-B359EEEB6157}"/>
              </a:ext>
            </a:extLst>
          </p:cNvPr>
          <p:cNvSpPr/>
          <p:nvPr/>
        </p:nvSpPr>
        <p:spPr>
          <a:xfrm>
            <a:off x="4699000" y="4064000"/>
            <a:ext cx="2159000" cy="1524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bliqueTopLeft"/>
            <a:lightRig rig="threePt" dir="t"/>
          </a:scene3d>
          <a:sp3d extrusionH="381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30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A99DB30D-D70E-FAD7-655E-91395B881ECB}"/>
              </a:ext>
            </a:extLst>
          </p:cNvPr>
          <p:cNvSpPr/>
          <p:nvPr/>
        </p:nvSpPr>
        <p:spPr>
          <a:xfrm>
            <a:off x="8509000" y="4064000"/>
            <a:ext cx="2159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1200000" lon="19800000" rev="0"/>
            </a:camera>
            <a:lightRig rig="threePt" dir="t"/>
          </a:scene3d>
          <a:sp3d extrusionH="508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40</a:t>
            </a:r>
          </a:p>
        </p:txBody>
      </p:sp>
    </p:spTree>
    <p:extLst>
      <p:ext uri="{BB962C8B-B14F-4D97-AF65-F5344CB8AC3E}">
        <p14:creationId xmlns:p14="http://schemas.microsoft.com/office/powerpoint/2010/main" val="1709279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7F5C8964-CB2E-9701-4F76-10427843614E}"/>
              </a:ext>
            </a:extLst>
          </p:cNvPr>
          <p:cNvSpPr/>
          <p:nvPr/>
        </p:nvSpPr>
        <p:spPr>
          <a:xfrm>
            <a:off x="3810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relaxedInset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2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E797A22-E37A-F51E-9FD7-313E2DEBCBB1}"/>
              </a:ext>
            </a:extLst>
          </p:cNvPr>
          <p:cNvSpPr/>
          <p:nvPr/>
        </p:nvSpPr>
        <p:spPr>
          <a:xfrm>
            <a:off x="23495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3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5563B98-6539-E3E2-EC90-9E5E743C232B}"/>
              </a:ext>
            </a:extLst>
          </p:cNvPr>
          <p:cNvSpPr/>
          <p:nvPr/>
        </p:nvSpPr>
        <p:spPr>
          <a:xfrm>
            <a:off x="43180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slop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4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162625F-B839-AB72-7C84-39FF92C6E08D}"/>
              </a:ext>
            </a:extLst>
          </p:cNvPr>
          <p:cNvSpPr/>
          <p:nvPr/>
        </p:nvSpPr>
        <p:spPr>
          <a:xfrm>
            <a:off x="62865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cross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5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465EE45-4598-A766-54DF-77C7E5E6B28D}"/>
              </a:ext>
            </a:extLst>
          </p:cNvPr>
          <p:cNvSpPr/>
          <p:nvPr/>
        </p:nvSpPr>
        <p:spPr>
          <a:xfrm>
            <a:off x="82550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AD84C93-71EB-A52B-E5DA-97A8770E8B25}"/>
              </a:ext>
            </a:extLst>
          </p:cNvPr>
          <p:cNvSpPr/>
          <p:nvPr/>
        </p:nvSpPr>
        <p:spPr>
          <a:xfrm>
            <a:off x="102235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softRound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7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3665567-9F98-04F6-2D18-36E77A898251}"/>
              </a:ext>
            </a:extLst>
          </p:cNvPr>
          <p:cNvSpPr/>
          <p:nvPr/>
        </p:nvSpPr>
        <p:spPr>
          <a:xfrm>
            <a:off x="3810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convex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8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775BA2F-D916-584E-4FA3-83296D918FE0}"/>
              </a:ext>
            </a:extLst>
          </p:cNvPr>
          <p:cNvSpPr/>
          <p:nvPr/>
        </p:nvSpPr>
        <p:spPr>
          <a:xfrm>
            <a:off x="23495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coolSlant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9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25F962E-2A43-DE4E-66C0-EA3A5FBA9A2E}"/>
              </a:ext>
            </a:extLst>
          </p:cNvPr>
          <p:cNvSpPr/>
          <p:nvPr/>
        </p:nvSpPr>
        <p:spPr>
          <a:xfrm>
            <a:off x="43180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divot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10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E0D3DF5-0E11-9E8D-F4D3-EE45AF15857A}"/>
              </a:ext>
            </a:extLst>
          </p:cNvPr>
          <p:cNvSpPr/>
          <p:nvPr/>
        </p:nvSpPr>
        <p:spPr>
          <a:xfrm>
            <a:off x="62865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riblet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11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D5AB248-3ED2-8150-D2DB-7FCE674618C5}"/>
              </a:ext>
            </a:extLst>
          </p:cNvPr>
          <p:cNvSpPr/>
          <p:nvPr/>
        </p:nvSpPr>
        <p:spPr>
          <a:xfrm>
            <a:off x="82550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hardEdg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12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2C6E285-DE99-B55C-55A5-B8BB8F3DAC71}"/>
              </a:ext>
            </a:extLst>
          </p:cNvPr>
          <p:cNvSpPr/>
          <p:nvPr/>
        </p:nvSpPr>
        <p:spPr>
          <a:xfrm>
            <a:off x="102235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artDeco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13</a:t>
            </a:r>
          </a:p>
        </p:txBody>
      </p:sp>
    </p:spTree>
    <p:extLst>
      <p:ext uri="{BB962C8B-B14F-4D97-AF65-F5344CB8AC3E}">
        <p14:creationId xmlns:p14="http://schemas.microsoft.com/office/powerpoint/2010/main" val="4260155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0A5ED3A8-CB4E-D563-941A-6F6D5361045C}"/>
              </a:ext>
            </a:extLst>
          </p:cNvPr>
          <p:cNvSpPr/>
          <p:nvPr/>
        </p:nvSpPr>
        <p:spPr>
          <a:xfrm>
            <a:off x="381000" y="762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legacyPlastic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2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A04C90E2-F0A9-7DFC-CA18-A8774FCA0F2A}"/>
              </a:ext>
            </a:extLst>
          </p:cNvPr>
          <p:cNvSpPr/>
          <p:nvPr/>
        </p:nvSpPr>
        <p:spPr>
          <a:xfrm>
            <a:off x="2730500" y="762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legacyMetal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3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FB18F86-2009-9CF1-3BB0-0246550F54C0}"/>
              </a:ext>
            </a:extLst>
          </p:cNvPr>
          <p:cNvSpPr/>
          <p:nvPr/>
        </p:nvSpPr>
        <p:spPr>
          <a:xfrm>
            <a:off x="5080000" y="762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legacyWireframe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4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4BA32328-4D36-BB2B-3034-4CB41E91F4B9}"/>
              </a:ext>
            </a:extLst>
          </p:cNvPr>
          <p:cNvSpPr/>
          <p:nvPr/>
        </p:nvSpPr>
        <p:spPr>
          <a:xfrm>
            <a:off x="7429500" y="762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matte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5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3D2459F3-DB61-29FA-5DB8-87D710C45F3F}"/>
              </a:ext>
            </a:extLst>
          </p:cNvPr>
          <p:cNvSpPr/>
          <p:nvPr/>
        </p:nvSpPr>
        <p:spPr>
          <a:xfrm>
            <a:off x="9779000" y="762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plastic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6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55DC0E0-55C7-CFAD-B440-84D24B775AF7}"/>
              </a:ext>
            </a:extLst>
          </p:cNvPr>
          <p:cNvSpPr/>
          <p:nvPr/>
        </p:nvSpPr>
        <p:spPr>
          <a:xfrm>
            <a:off x="381000" y="3810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metal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7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DABFCADB-381D-8C8E-BB61-7626A19239FC}"/>
              </a:ext>
            </a:extLst>
          </p:cNvPr>
          <p:cNvSpPr/>
          <p:nvPr/>
        </p:nvSpPr>
        <p:spPr>
          <a:xfrm>
            <a:off x="2730500" y="3810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8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202E4ACC-BE24-049A-42BC-559702AC660F}"/>
              </a:ext>
            </a:extLst>
          </p:cNvPr>
          <p:cNvSpPr/>
          <p:nvPr/>
        </p:nvSpPr>
        <p:spPr>
          <a:xfrm>
            <a:off x="5080000" y="3810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translucentPowder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9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795854A9-2D42-8BBD-4E87-76DFC2B986F1}"/>
              </a:ext>
            </a:extLst>
          </p:cNvPr>
          <p:cNvSpPr/>
          <p:nvPr/>
        </p:nvSpPr>
        <p:spPr>
          <a:xfrm>
            <a:off x="7429500" y="3810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powder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10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4FCAE23B-7053-3FFC-4C4D-9DCA9F9E1732}"/>
              </a:ext>
            </a:extLst>
          </p:cNvPr>
          <p:cNvSpPr/>
          <p:nvPr/>
        </p:nvSpPr>
        <p:spPr>
          <a:xfrm>
            <a:off x="9779000" y="3810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dkEdge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11</a:t>
            </a:r>
          </a:p>
        </p:txBody>
      </p:sp>
    </p:spTree>
    <p:extLst>
      <p:ext uri="{BB962C8B-B14F-4D97-AF65-F5344CB8AC3E}">
        <p14:creationId xmlns:p14="http://schemas.microsoft.com/office/powerpoint/2010/main" val="586896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E22372F1-131F-0179-8E50-3816D0D13A8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508000"/>
            <a:ext cx="3302000" cy="2286000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77800" h="127000"/>
          </a:sp3d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6EADD641-C38E-AA3C-CB8A-8FA0ADD3893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0" y="508000"/>
            <a:ext cx="3302000" cy="2286000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77800" h="127000" prst="softRound"/>
          </a:sp3d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E68D3AA-62E6-36B7-A89F-09E75D5003C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000" y="508000"/>
            <a:ext cx="3302000" cy="2286000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77800" h="127000" prst="slope"/>
          </a:sp3d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ADCB96CE-44A0-604B-5501-0F2A283A3895}"/>
              </a:ext>
            </a:extLst>
          </p:cNvPr>
          <p:cNvSpPr/>
          <p:nvPr/>
        </p:nvSpPr>
        <p:spPr>
          <a:xfrm>
            <a:off x="508000" y="3683000"/>
            <a:ext cx="3302000" cy="2286000"/>
          </a:xfrm>
          <a:prstGeom prst="rect">
            <a:avLst/>
          </a:prstGeom>
          <a:gradFill flip="none" rotWithShape="1">
            <a:gsLst>
              <a:gs pos="0">
                <a:srgbClr val="4472C4"/>
              </a:gs>
              <a:gs pos="100000">
                <a:srgbClr val="FFC000"/>
              </a:gs>
            </a:gsLst>
            <a:lin ang="54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2032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Gradient 1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76C6595-112E-EEBA-DD85-3931C977754E}"/>
              </a:ext>
            </a:extLst>
          </p:cNvPr>
          <p:cNvSpPr/>
          <p:nvPr/>
        </p:nvSpPr>
        <p:spPr>
          <a:xfrm>
            <a:off x="4318000" y="3683000"/>
            <a:ext cx="3302000" cy="2286000"/>
          </a:xfrm>
          <a:prstGeom prst="ellipse">
            <a:avLst/>
          </a:prstGeom>
          <a:gradFill flip="none" rotWithShape="1">
            <a:gsLst>
              <a:gs pos="0">
                <a:srgbClr val="4472C4"/>
              </a:gs>
              <a:gs pos="100000">
                <a:srgbClr val="FFC000"/>
              </a:gs>
            </a:gsLst>
            <a:lin ang="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2032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Gradient 2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365DC65-7A5C-C41C-78EA-32229FBA5D50}"/>
              </a:ext>
            </a:extLst>
          </p:cNvPr>
          <p:cNvSpPr/>
          <p:nvPr/>
        </p:nvSpPr>
        <p:spPr>
          <a:xfrm>
            <a:off x="8128000" y="3683000"/>
            <a:ext cx="3302000" cy="2286000"/>
          </a:xfrm>
          <a:prstGeom prst="rect">
            <a:avLst/>
          </a:prstGeom>
          <a:gradFill flip="none" rotWithShape="1">
            <a:gsLst>
              <a:gs pos="0">
                <a:srgbClr val="4472C4"/>
              </a:gs>
              <a:gs pos="100000">
                <a:srgbClr val="FFC000"/>
              </a:gs>
            </a:gsLst>
            <a:lin ang="27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2032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Gradient 3</a:t>
            </a:r>
          </a:p>
        </p:txBody>
      </p:sp>
    </p:spTree>
    <p:extLst>
      <p:ext uri="{BB962C8B-B14F-4D97-AF65-F5344CB8AC3E}">
        <p14:creationId xmlns:p14="http://schemas.microsoft.com/office/powerpoint/2010/main" val="3651226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BC57519C-7EA4-11F4-46B9-44541490B51A}"/>
              </a:ext>
            </a:extLst>
          </p:cNvPr>
          <p:cNvSpPr/>
          <p:nvPr/>
        </p:nvSpPr>
        <p:spPr>
          <a:xfrm>
            <a:off x="508000" y="635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0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98E49E4A-CEF5-3227-59F0-0C3699781B1A}"/>
              </a:ext>
            </a:extLst>
          </p:cNvPr>
          <p:cNvSpPr/>
          <p:nvPr/>
        </p:nvSpPr>
        <p:spPr>
          <a:xfrm>
            <a:off x="3429000" y="635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45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484E46A-519C-C64C-C676-340E424DE9BA}"/>
              </a:ext>
            </a:extLst>
          </p:cNvPr>
          <p:cNvSpPr/>
          <p:nvPr/>
        </p:nvSpPr>
        <p:spPr>
          <a:xfrm>
            <a:off x="6350000" y="635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54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90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303E852-88D3-E10C-D1F9-489D911A7A8E}"/>
              </a:ext>
            </a:extLst>
          </p:cNvPr>
          <p:cNvSpPr/>
          <p:nvPr/>
        </p:nvSpPr>
        <p:spPr>
          <a:xfrm>
            <a:off x="9271000" y="635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81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135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F97FCBC9-0CD4-4CBC-096A-AA88ABE10F95}"/>
              </a:ext>
            </a:extLst>
          </p:cNvPr>
          <p:cNvSpPr/>
          <p:nvPr/>
        </p:nvSpPr>
        <p:spPr>
          <a:xfrm>
            <a:off x="508000" y="3683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108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180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D643C7E-6074-AF02-0BDC-4528465F3028}"/>
              </a:ext>
            </a:extLst>
          </p:cNvPr>
          <p:cNvSpPr/>
          <p:nvPr/>
        </p:nvSpPr>
        <p:spPr>
          <a:xfrm>
            <a:off x="3429000" y="3683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135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225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7D15A591-2428-41BB-6F31-0B5F41B88964}"/>
              </a:ext>
            </a:extLst>
          </p:cNvPr>
          <p:cNvSpPr/>
          <p:nvPr/>
        </p:nvSpPr>
        <p:spPr>
          <a:xfrm>
            <a:off x="6350000" y="3683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162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270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88853A1A-4F69-36C5-8778-694AB41ECB2D}"/>
              </a:ext>
            </a:extLst>
          </p:cNvPr>
          <p:cNvSpPr/>
          <p:nvPr/>
        </p:nvSpPr>
        <p:spPr>
          <a:xfrm>
            <a:off x="9271000" y="3683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189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315</a:t>
            </a:r>
          </a:p>
        </p:txBody>
      </p:sp>
    </p:spTree>
    <p:extLst>
      <p:ext uri="{BB962C8B-B14F-4D97-AF65-F5344CB8AC3E}">
        <p14:creationId xmlns:p14="http://schemas.microsoft.com/office/powerpoint/2010/main" val="3459221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304D51C-7529-63E9-75FE-1B6945133429}"/>
              </a:ext>
            </a:extLst>
          </p:cNvPr>
          <p:cNvSpPr/>
          <p:nvPr/>
        </p:nvSpPr>
        <p:spPr>
          <a:xfrm>
            <a:off x="3175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Flat1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2D45B9-5A16-5694-8853-0DBB6C3CE93E}"/>
              </a:ext>
            </a:extLst>
          </p:cNvPr>
          <p:cNvSpPr/>
          <p:nvPr/>
        </p:nvSpPr>
        <p:spPr>
          <a:xfrm>
            <a:off x="26924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Flat2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2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5D519DEB-4642-A2AA-4273-0CD0638FA94F}"/>
              </a:ext>
            </a:extLst>
          </p:cNvPr>
          <p:cNvSpPr/>
          <p:nvPr/>
        </p:nvSpPr>
        <p:spPr>
          <a:xfrm>
            <a:off x="50673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Flat3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3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E800194-1E06-8FD3-648F-A2A26FB8C878}"/>
              </a:ext>
            </a:extLst>
          </p:cNvPr>
          <p:cNvSpPr/>
          <p:nvPr/>
        </p:nvSpPr>
        <p:spPr>
          <a:xfrm>
            <a:off x="74422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Flat4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4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48DC4AE-2104-FD96-8A2A-0C10A4C725D1}"/>
              </a:ext>
            </a:extLst>
          </p:cNvPr>
          <p:cNvSpPr/>
          <p:nvPr/>
        </p:nvSpPr>
        <p:spPr>
          <a:xfrm>
            <a:off x="98171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Normal1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5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6784AFBE-A2BD-685D-490F-36DD5CFC348D}"/>
              </a:ext>
            </a:extLst>
          </p:cNvPr>
          <p:cNvSpPr/>
          <p:nvPr/>
        </p:nvSpPr>
        <p:spPr>
          <a:xfrm>
            <a:off x="3175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Normal2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6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4F205306-736A-4A8E-E8A3-35D9DE48EC08}"/>
              </a:ext>
            </a:extLst>
          </p:cNvPr>
          <p:cNvSpPr/>
          <p:nvPr/>
        </p:nvSpPr>
        <p:spPr>
          <a:xfrm>
            <a:off x="26924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Normal3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7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E637A683-41E0-A60F-ADD6-DD7890E264AC}"/>
              </a:ext>
            </a:extLst>
          </p:cNvPr>
          <p:cNvSpPr/>
          <p:nvPr/>
        </p:nvSpPr>
        <p:spPr>
          <a:xfrm>
            <a:off x="50673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Normal4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8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0D966F6A-509B-8E14-0390-B48D3E2FA349}"/>
              </a:ext>
            </a:extLst>
          </p:cNvPr>
          <p:cNvSpPr/>
          <p:nvPr/>
        </p:nvSpPr>
        <p:spPr>
          <a:xfrm>
            <a:off x="74422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Harsh1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9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E65A8047-406D-4DAA-F332-B9FD232423D2}"/>
              </a:ext>
            </a:extLst>
          </p:cNvPr>
          <p:cNvSpPr/>
          <p:nvPr/>
        </p:nvSpPr>
        <p:spPr>
          <a:xfrm>
            <a:off x="98171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Harsh2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10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225FE03F-2341-AA62-59CF-00DEBDA5119B}"/>
              </a:ext>
            </a:extLst>
          </p:cNvPr>
          <p:cNvSpPr/>
          <p:nvPr/>
        </p:nvSpPr>
        <p:spPr>
          <a:xfrm>
            <a:off x="3175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Harsh3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11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BD98204D-D291-5D6A-AF7B-D4B17393F825}"/>
              </a:ext>
            </a:extLst>
          </p:cNvPr>
          <p:cNvSpPr/>
          <p:nvPr/>
        </p:nvSpPr>
        <p:spPr>
          <a:xfrm>
            <a:off x="26924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Harsh4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12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9D8CDBF8-560B-F4EF-2D23-D3E3D37CB100}"/>
              </a:ext>
            </a:extLst>
          </p:cNvPr>
          <p:cNvSpPr/>
          <p:nvPr/>
        </p:nvSpPr>
        <p:spPr>
          <a:xfrm>
            <a:off x="50673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threePt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42B2B87B-BF66-CC00-F90C-048D4A8DC8C5}"/>
              </a:ext>
            </a:extLst>
          </p:cNvPr>
          <p:cNvSpPr/>
          <p:nvPr/>
        </p:nvSpPr>
        <p:spPr>
          <a:xfrm>
            <a:off x="74422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balanced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14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BD8CE85C-14CC-9AFB-0280-A150158A03EF}"/>
              </a:ext>
            </a:extLst>
          </p:cNvPr>
          <p:cNvSpPr/>
          <p:nvPr/>
        </p:nvSpPr>
        <p:spPr>
          <a:xfrm>
            <a:off x="98171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soft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15</a:t>
            </a:r>
          </a:p>
        </p:txBody>
      </p:sp>
    </p:spTree>
    <p:extLst>
      <p:ext uri="{BB962C8B-B14F-4D97-AF65-F5344CB8AC3E}">
        <p14:creationId xmlns:p14="http://schemas.microsoft.com/office/powerpoint/2010/main" val="1011131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786C424C-9A94-D4FC-1072-FDED55D004CA}"/>
              </a:ext>
            </a:extLst>
          </p:cNvPr>
          <p:cNvSpPr/>
          <p:nvPr/>
        </p:nvSpPr>
        <p:spPr>
          <a:xfrm>
            <a:off x="508000" y="762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254000">
            <a:bevelB w="152400" h="1524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7A15596-1919-9947-AF3C-F577E1461C26}"/>
              </a:ext>
            </a:extLst>
          </p:cNvPr>
          <p:cNvSpPr/>
          <p:nvPr/>
        </p:nvSpPr>
        <p:spPr>
          <a:xfrm>
            <a:off x="3492500" y="762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254000">
            <a:bevelT w="152400" h="152400"/>
            <a:bevelB w="152400" h="1524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4715B6E-AB2F-A319-0E7A-B58426C9EC0B}"/>
              </a:ext>
            </a:extLst>
          </p:cNvPr>
          <p:cNvSpPr/>
          <p:nvPr/>
        </p:nvSpPr>
        <p:spPr>
          <a:xfrm>
            <a:off x="6477000" y="762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contourW="101600">
            <a:contourClr>
              <a:srgbClr val="FFC000"/>
            </a:contourClr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B50469-61C5-3F93-91D2-6656F5F2805B}"/>
              </a:ext>
            </a:extLst>
          </p:cNvPr>
          <p:cNvSpPr/>
          <p:nvPr/>
        </p:nvSpPr>
        <p:spPr>
          <a:xfrm>
            <a:off x="9461500" y="762000"/>
            <a:ext cx="2032000" cy="1397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contourW="76200">
            <a:bevelT w="190500" h="127000"/>
            <a:contourClr>
              <a:srgbClr val="FFC000"/>
            </a:contourClr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F3CDFCD-2928-47BE-E958-6F593B948418}"/>
              </a:ext>
            </a:extLst>
          </p:cNvPr>
          <p:cNvSpPr/>
          <p:nvPr/>
        </p:nvSpPr>
        <p:spPr>
          <a:xfrm>
            <a:off x="508000" y="3937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381000" contourW="76200">
            <a:contourClr>
              <a:srgbClr val="FFC000"/>
            </a:contourClr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FEC43B5F-C160-A14C-EEEB-0024DDFEE69F}"/>
              </a:ext>
            </a:extLst>
          </p:cNvPr>
          <p:cNvSpPr/>
          <p:nvPr/>
        </p:nvSpPr>
        <p:spPr>
          <a:xfrm>
            <a:off x="3492500" y="3937000"/>
            <a:ext cx="2032000" cy="1397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508000" contourW="76200">
            <a:contourClr>
              <a:srgbClr val="FFC000"/>
            </a:contourClr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05460B9-E6F1-A6FE-FEDD-68CA8D26A9D6}"/>
              </a:ext>
            </a:extLst>
          </p:cNvPr>
          <p:cNvSpPr/>
          <p:nvPr/>
        </p:nvSpPr>
        <p:spPr>
          <a:xfrm>
            <a:off x="6477000" y="3937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contourW="76200">
            <a:bevelT w="254000" h="127000" prst="angle"/>
            <a:contourClr>
              <a:srgbClr val="FFC000"/>
            </a:contourClr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9" name="Stern: 5 Zacken 8">
            <a:extLst>
              <a:ext uri="{FF2B5EF4-FFF2-40B4-BE49-F238E27FC236}">
                <a16:creationId xmlns:a16="http://schemas.microsoft.com/office/drawing/2014/main" id="{7B9965ED-CA07-1254-42E4-BE094DB7B903}"/>
              </a:ext>
            </a:extLst>
          </p:cNvPr>
          <p:cNvSpPr/>
          <p:nvPr/>
        </p:nvSpPr>
        <p:spPr>
          <a:xfrm>
            <a:off x="9461500" y="3937000"/>
            <a:ext cx="2032000" cy="1397000"/>
          </a:xfrm>
          <a:prstGeom prst="star5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>
              <a:rot lat="0" lon="19200000" rev="0"/>
            </a:camera>
            <a:lightRig rig="threePt" dir="t"/>
          </a:scene3d>
          <a:sp3d contourW="63500">
            <a:contourClr>
              <a:srgbClr val="FFC000"/>
            </a:contourClr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22423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A1BB0AE-D215-6C94-62AD-5F9CCAA7AEFA}"/>
              </a:ext>
            </a:extLst>
          </p:cNvPr>
          <p:cNvSpPr/>
          <p:nvPr/>
        </p:nvSpPr>
        <p:spPr>
          <a:xfrm>
            <a:off x="508000" y="762000"/>
            <a:ext cx="2032000" cy="1397000"/>
          </a:xfrm>
          <a:prstGeom prst="rect">
            <a:avLst/>
          </a:prstGeom>
          <a:solidFill>
            <a:srgbClr val="4472C4"/>
          </a:solidFill>
          <a:ln w="101600" cap="flat" cmpd="sng" algn="ctr">
            <a:solidFill>
              <a:srgbClr val="DC0000"/>
            </a:solidFill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508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6BE5AEA-0C28-9552-475A-DE107C9B3692}"/>
              </a:ext>
            </a:extLst>
          </p:cNvPr>
          <p:cNvSpPr/>
          <p:nvPr/>
        </p:nvSpPr>
        <p:spPr>
          <a:xfrm>
            <a:off x="3492500" y="762000"/>
            <a:ext cx="2032000" cy="1397000"/>
          </a:xfrm>
          <a:prstGeom prst="rect">
            <a:avLst/>
          </a:prstGeom>
          <a:solidFill>
            <a:srgbClr val="4472C4"/>
          </a:solidFill>
          <a:ln w="101600" cap="flat" cmpd="sng" algn="ctr">
            <a:solidFill>
              <a:srgbClr val="DC0000"/>
            </a:solidFill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508000">
            <a:extrusionClr>
              <a:srgbClr val="00B000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DBC0C74-9F11-171B-0341-286AC6013EDF}"/>
              </a:ext>
            </a:extLst>
          </p:cNvPr>
          <p:cNvSpPr/>
          <p:nvPr/>
        </p:nvSpPr>
        <p:spPr>
          <a:xfrm>
            <a:off x="6477000" y="762000"/>
            <a:ext cx="2032000" cy="1397000"/>
          </a:xfrm>
          <a:prstGeom prst="rect">
            <a:avLst/>
          </a:prstGeom>
          <a:solidFill>
            <a:srgbClr val="4472C4"/>
          </a:solidFill>
          <a:ln w="101600" cap="flat" cmpd="sng" algn="ctr">
            <a:solidFill>
              <a:srgbClr val="DC0000"/>
            </a:solidFill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905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86FAB92-A840-3A8A-C730-DCFF37EBC5A3}"/>
              </a:ext>
            </a:extLst>
          </p:cNvPr>
          <p:cNvSpPr/>
          <p:nvPr/>
        </p:nvSpPr>
        <p:spPr>
          <a:xfrm>
            <a:off x="9461500" y="762000"/>
            <a:ext cx="2032000" cy="1397000"/>
          </a:xfrm>
          <a:prstGeom prst="rect">
            <a:avLst/>
          </a:prstGeom>
          <a:solidFill>
            <a:srgbClr val="4472C4"/>
          </a:solidFill>
          <a:ln w="101600" cap="flat" cmpd="sng" algn="ctr">
            <a:solidFill>
              <a:srgbClr val="DC0000"/>
            </a:solidFill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381000">
            <a:bevelT w="1905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DF32223-0E88-EC4B-6BF7-8586D2EC6B3A}"/>
              </a:ext>
            </a:extLst>
          </p:cNvPr>
          <p:cNvSpPr/>
          <p:nvPr/>
        </p:nvSpPr>
        <p:spPr>
          <a:xfrm>
            <a:off x="508000" y="3937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/>
            <a:lightRig rig="threePt" dir="t"/>
          </a:scene3d>
          <a:sp3d z="1524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z 120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D8809B1-F211-3C3A-E917-65E0DEE18A58}"/>
              </a:ext>
            </a:extLst>
          </p:cNvPr>
          <p:cNvSpPr/>
          <p:nvPr/>
        </p:nvSpPr>
        <p:spPr>
          <a:xfrm>
            <a:off x="3492500" y="3937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/>
            <a:lightRig rig="threePt" dir="t"/>
          </a:scene3d>
          <a:sp3d z="-1905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z -150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847585-0E42-B588-6779-9E3A82266B77}"/>
              </a:ext>
            </a:extLst>
          </p:cNvPr>
          <p:cNvSpPr/>
          <p:nvPr/>
        </p:nvSpPr>
        <p:spPr>
          <a:xfrm>
            <a:off x="6477000" y="3302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>
              <a:rot lat="2400000" lon="0" rev="0"/>
            </a:camera>
            <a:lightRig rig="threePt" dir="t"/>
          </a:scene3d>
          <a:sp3d z="1270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z 100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2B202E6-E947-35A6-C755-8403FFA13FF4}"/>
              </a:ext>
            </a:extLst>
          </p:cNvPr>
          <p:cNvSpPr/>
          <p:nvPr/>
        </p:nvSpPr>
        <p:spPr>
          <a:xfrm>
            <a:off x="9461500" y="3937000"/>
            <a:ext cx="2032000" cy="1397000"/>
          </a:xfrm>
          <a:prstGeom prst="rect">
            <a:avLst/>
          </a:prstGeom>
          <a:solidFill>
            <a:srgbClr val="4472C4"/>
          </a:solidFill>
          <a:ln w="101600" cap="flat" cmpd="sng" algn="ctr">
            <a:solidFill>
              <a:srgbClr val="DC0000"/>
            </a:solidFill>
            <a:prstDash val="solid"/>
            <a:miter lim="800000"/>
          </a:ln>
          <a:effectLst/>
          <a:scene3d>
            <a:camera prst="orthographicFront">
              <a:rot lat="1200000" lon="12600000" rev="0"/>
            </a:camera>
            <a:lightRig rig="threePt" dir="t"/>
          </a:scene3d>
          <a:sp3d extrusionH="381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005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85DFD11-0711-4013-D971-CDF5CA0AC392}"/>
              </a:ext>
            </a:extLst>
          </p:cNvPr>
          <p:cNvSpPr/>
          <p:nvPr/>
        </p:nvSpPr>
        <p:spPr>
          <a:xfrm>
            <a:off x="762000" y="762000"/>
            <a:ext cx="2286000" cy="1524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outerShdw blurRad="50800" dist="251448" dir="2699995" rotWithShape="0">
              <a:srgbClr val="000000">
                <a:alpha val="60000"/>
              </a:srgbClr>
            </a:outerShdw>
          </a:effectLst>
          <a:scene3d>
            <a:camera prst="orthographicFront"/>
            <a:lightRig rig="threePt" dir="t"/>
          </a:scene3d>
          <a:sp3d>
            <a:bevelT w="2540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Shadow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ACE8906-7FDA-608A-9532-570C516B1FC8}"/>
              </a:ext>
            </a:extLst>
          </p:cNvPr>
          <p:cNvSpPr/>
          <p:nvPr/>
        </p:nvSpPr>
        <p:spPr>
          <a:xfrm>
            <a:off x="4572000" y="762000"/>
            <a:ext cx="2286000" cy="1524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outerShdw blurRad="50800" dist="251448" dir="2699995" rotWithShape="0">
              <a:srgbClr val="000000">
                <a:alpha val="60000"/>
              </a:srgbClr>
            </a:outerShdw>
          </a:effectLst>
          <a:scene3d>
            <a:camera prst="isometricLeftDown"/>
            <a:lightRig rig="threePt" dir="t"/>
          </a:scene3d>
          <a:sp3d extrusionH="508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Shadow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D36E13F-95B0-A840-3B8E-221805202AFA}"/>
              </a:ext>
            </a:extLst>
          </p:cNvPr>
          <p:cNvSpPr/>
          <p:nvPr/>
        </p:nvSpPr>
        <p:spPr>
          <a:xfrm>
            <a:off x="8382000" y="762000"/>
            <a:ext cx="2286000" cy="1524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outerShdw blurRad="50800" dist="251448" dir="2699995" rotWithShape="0">
              <a:srgbClr val="000000">
                <a:alpha val="60000"/>
              </a:srgbClr>
            </a:outerShdw>
          </a:effectLst>
          <a:scene3d>
            <a:camera prst="perspectiveFront">
              <a:rot lat="0" lon="1920000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Shadow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480A7DA-B479-5D5D-8024-669DD31B8DA6}"/>
              </a:ext>
            </a:extLst>
          </p:cNvPr>
          <p:cNvSpPr/>
          <p:nvPr/>
        </p:nvSpPr>
        <p:spPr>
          <a:xfrm>
            <a:off x="762000" y="3810000"/>
            <a:ext cx="2286000" cy="1524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glow rad="152400">
              <a:srgbClr val="FFC000"/>
            </a:glow>
          </a:effectLst>
          <a:scene3d>
            <a:camera prst="isometricLeftDown"/>
            <a:lightRig rig="threePt" dir="t"/>
          </a:scene3d>
          <a:sp3d extrusionH="508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Glow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CA3921F-DABE-5B56-AD49-8C9DF788FA08}"/>
              </a:ext>
            </a:extLst>
          </p:cNvPr>
          <p:cNvSpPr/>
          <p:nvPr/>
        </p:nvSpPr>
        <p:spPr>
          <a:xfrm>
            <a:off x="4572000" y="3810000"/>
            <a:ext cx="2286000" cy="1524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softEdge rad="127000"/>
          </a:effectLst>
          <a:scene3d>
            <a:camera prst="orthographicFront"/>
            <a:lightRig rig="threePt" dir="t"/>
          </a:scene3d>
          <a:sp3d>
            <a:bevelT w="2540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Soft edges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3D607A6C-0914-DF20-716D-EE54EDDAB77B}"/>
              </a:ext>
            </a:extLst>
          </p:cNvPr>
          <p:cNvSpPr/>
          <p:nvPr/>
        </p:nvSpPr>
        <p:spPr>
          <a:xfrm>
            <a:off x="8382000" y="3810000"/>
            <a:ext cx="2286000" cy="1524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>
            <a:outerShdw blurRad="50800" dist="251448" dir="2699995" rotWithShape="0">
              <a:srgbClr val="000000">
                <a:alpha val="60000"/>
              </a:srgbClr>
            </a:outerShdw>
          </a:effectLst>
          <a:scene3d>
            <a:camera prst="perspectiveRelaxed"/>
            <a:lightRig rig="threePt" dir="t"/>
          </a:scene3d>
          <a:sp3d extrusionH="381000"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Shadow</a:t>
            </a:r>
          </a:p>
        </p:txBody>
      </p:sp>
    </p:spTree>
    <p:extLst>
      <p:ext uri="{BB962C8B-B14F-4D97-AF65-F5344CB8AC3E}">
        <p14:creationId xmlns:p14="http://schemas.microsoft.com/office/powerpoint/2010/main" val="30018694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</Words>
  <Application>Microsoft Office PowerPoint</Application>
  <PresentationFormat>Benutzerdefiniert</PresentationFormat>
  <Paragraphs>71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2026-10-08T16:42:00Z</dcterms:created>
  <dcterms:modified xsi:type="dcterms:W3CDTF">2026-10-08T16:42:00Z</dcterms:modified>
</cp:coreProperties>
</file>