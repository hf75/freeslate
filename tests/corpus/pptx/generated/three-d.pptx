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6B9CB-5317-3D1E-B703-C53E153F8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FF0B3E-9321-D164-7B49-EF4F1D826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2C85ED-068B-43FF-515F-FD7DC5BE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FF9B0F-B59A-6F35-203C-F4AD10CB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8BDAC6-C29A-3E73-6FD1-3C1C49B8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61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54B91-D2BF-1E7B-E485-889A25AF9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2DC21-1F09-B703-348D-2047BA52F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8F9FA-A667-D3B4-EC96-A97DB1AA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7999E5-FB19-F3FB-4BAF-DB4D0504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66F9F2-943C-77FA-094C-56D214B5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5E834-BDA2-6C0A-9F0C-99A8FA26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818C10-D25A-0482-12D5-09815E1B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624197-EAC6-DB4F-FB11-472F3008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C95215-26AF-EF8E-A6AD-90DAD768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494B76-2DA3-0FB4-2954-673F8D11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21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5038A-815D-758B-837B-EB0CD01C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11824-CB0D-6CBA-4531-5E7DCF6A6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312707-24A2-B1EE-DBAE-82B48FB66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D0E83C-5710-08FA-EBDD-FDBB7364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69A96D-39D0-45F6-1138-05C4DBB3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CAD499-CB5E-FE26-D578-9E32837C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95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2F6D3-A9B2-231E-162E-46C258418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6BD773-2267-DBA0-A080-07558CEF7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6F0ED9-4B6D-2E3B-56F8-1297705AC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F24B05-7374-859C-B8B5-EA4A9122E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7FCF99-547C-0336-3B0B-882CEFD4A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2B265D-1556-BFFB-E285-A0E080A6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3E05E1-6560-9A9B-F990-2700623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01632D5-AF3B-699E-1FE2-47FF8145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280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972D4-34B3-4854-4B89-BF8B8E69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D7CD4F-61CE-0102-8FCB-AF9F3B44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EC1C6E-A3AE-26DF-63D8-20E610DB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ABA8E4-552E-B378-5A8D-06C92DBE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476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A26B68-39AC-8BD2-3F4B-DC9EEB2D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34D626-D30E-C8D2-4B4D-0313E042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80D56D-AC21-6F32-F055-87527216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11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7E834-48F7-1A7F-B8CC-10E91AD2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96D357-F1E3-8070-7908-73309404A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01D548-D564-F8C6-D78A-F5C932D00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376DDF-0E5F-75A5-CD9D-95AEB7D2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72B23E-F8CE-9CE4-0F01-44AC5AB6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472497-BBE0-0BBD-D6ED-DAA8279A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06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4917F-0277-0B0A-8A93-93E0F630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9F7F5E-45FB-90FD-BB46-96632C5993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BC07E6-57AF-2EDF-7AC3-7C427B52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5E8380-84DA-DD25-841E-AB24C7CA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A7DECF-C0BE-7681-EDB3-FC6CA1AA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E81894-2A88-5EA8-B9E6-C5483FC7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15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FE892-9C35-15FF-AC27-3DCEA2E7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BF9F9E-DEC0-5EAB-776E-50B096133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80D30C-5F60-0C00-3876-B77A8668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7745B5-1633-2A0B-DA74-B7DD9DB1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72A0A7-49BF-76C5-8C72-327954EA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73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3163E5-0C40-AB58-5118-B4FC5DAAA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044CD9-C976-51B6-45E3-5A1FAD085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9CF696-C947-ABFD-6382-7AC15393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65BB5-D2FC-3887-1AB7-239842E9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18F604-C901-8EF7-135E-00991F1C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60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CAA1ED3-A622-07E9-EA00-F289985E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E45821-64B1-2C34-EA7D-9F328F91E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155319-E243-32CD-8EA4-480A1C18C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F278A-23B3-4EF2-94AC-4635568519FC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941F30-2D74-BCA1-2753-8D6397EE6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4D98F1-25EB-297C-88FA-2F0A518A2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4F72E-E169-431D-AEEC-457F8EDE78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17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CC3BA7B-96F6-45E0-7899-485039C7147D}"/>
              </a:ext>
            </a:extLst>
          </p:cNvPr>
          <p:cNvSpPr/>
          <p:nvPr/>
        </p:nvSpPr>
        <p:spPr>
          <a:xfrm>
            <a:off x="508000" y="635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1980000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3AFD8B1-4AAF-D8CD-F348-72FA3198A736}"/>
              </a:ext>
            </a:extLst>
          </p:cNvPr>
          <p:cNvSpPr/>
          <p:nvPr/>
        </p:nvSpPr>
        <p:spPr>
          <a:xfrm>
            <a:off x="3429000" y="635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>
              <a:rot lat="2400000" lon="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82F843-819E-D12A-F23D-5300FDB72E95}"/>
              </a:ext>
            </a:extLst>
          </p:cNvPr>
          <p:cNvSpPr/>
          <p:nvPr/>
        </p:nvSpPr>
        <p:spPr>
          <a:xfrm>
            <a:off x="6350000" y="635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>
              <a:rot lat="1800000" lon="20400000" rev="2010000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3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C76B11C-3CAB-463E-224F-2E679A0AD5C7}"/>
              </a:ext>
            </a:extLst>
          </p:cNvPr>
          <p:cNvSpPr/>
          <p:nvPr/>
        </p:nvSpPr>
        <p:spPr>
          <a:xfrm>
            <a:off x="9271000" y="635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0" lon="1920000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4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CE89A78-E8F3-54B9-6C90-109A30335544}"/>
              </a:ext>
            </a:extLst>
          </p:cNvPr>
          <p:cNvSpPr/>
          <p:nvPr/>
        </p:nvSpPr>
        <p:spPr>
          <a:xfrm>
            <a:off x="508000" y="3810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3000000" lon="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5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C998B28-F425-1569-B5AD-6A6CF1E4437E}"/>
              </a:ext>
            </a:extLst>
          </p:cNvPr>
          <p:cNvSpPr/>
          <p:nvPr/>
        </p:nvSpPr>
        <p:spPr>
          <a:xfrm>
            <a:off x="3429000" y="3810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1200000" lon="2400000" rev="120000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6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8008A35-CC38-6690-7CC7-927929BDFE36}"/>
              </a:ext>
            </a:extLst>
          </p:cNvPr>
          <p:cNvSpPr/>
          <p:nvPr/>
        </p:nvSpPr>
        <p:spPr>
          <a:xfrm>
            <a:off x="6350000" y="3810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Relaxed"/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7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EB257E2-FFB8-705B-44C9-922A44F579D1}"/>
              </a:ext>
            </a:extLst>
          </p:cNvPr>
          <p:cNvSpPr/>
          <p:nvPr/>
        </p:nvSpPr>
        <p:spPr>
          <a:xfrm>
            <a:off x="9271000" y="3810000"/>
            <a:ext cx="2286000" cy="1651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HeroicExtremeLeftFacing"/>
            <a:lightRig rig="threePt" dir="t"/>
          </a:scene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Camera 8</a:t>
            </a:r>
          </a:p>
        </p:txBody>
      </p:sp>
    </p:spTree>
    <p:extLst>
      <p:ext uri="{BB962C8B-B14F-4D97-AF65-F5344CB8AC3E}">
        <p14:creationId xmlns:p14="http://schemas.microsoft.com/office/powerpoint/2010/main" val="109590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2F92B3B-EE68-6AFB-5517-03A6F03B5549}"/>
              </a:ext>
            </a:extLst>
          </p:cNvPr>
          <p:cNvSpPr/>
          <p:nvPr/>
        </p:nvSpPr>
        <p:spPr>
          <a:xfrm>
            <a:off x="889000" y="889000"/>
            <a:ext cx="2159000" cy="1524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isometricTopUp"/>
            <a:lightRig rig="threePt" dir="t"/>
          </a:scene3d>
          <a:sp3d extrusionH="381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30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93CF789-EB9D-C743-E1B7-348D1588BBBD}"/>
              </a:ext>
            </a:extLst>
          </p:cNvPr>
          <p:cNvSpPr/>
          <p:nvPr/>
        </p:nvSpPr>
        <p:spPr>
          <a:xfrm>
            <a:off x="4699000" y="889000"/>
            <a:ext cx="2159000" cy="1524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isometricLeftDown"/>
            <a:lightRig rig="threePt" dir="t"/>
          </a:scene3d>
          <a:sp3d extrusionH="508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40</a:t>
            </a:r>
          </a:p>
        </p:txBody>
      </p:sp>
      <p:sp>
        <p:nvSpPr>
          <p:cNvPr id="4" name="Stern: 5 Zacken 3">
            <a:extLst>
              <a:ext uri="{FF2B5EF4-FFF2-40B4-BE49-F238E27FC236}">
                <a16:creationId xmlns:a16="http://schemas.microsoft.com/office/drawing/2014/main" id="{9D2919F1-4466-C423-5FCF-269A9D9970DD}"/>
              </a:ext>
            </a:extLst>
          </p:cNvPr>
          <p:cNvSpPr/>
          <p:nvPr/>
        </p:nvSpPr>
        <p:spPr>
          <a:xfrm>
            <a:off x="8509000" y="889000"/>
            <a:ext cx="2159000" cy="1524000"/>
          </a:xfrm>
          <a:prstGeom prst="star5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isometricOffAxis1Right"/>
            <a:lightRig rig="threePt" dir="t"/>
          </a:scene3d>
          <a:sp3d extrusionH="3175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25</a:t>
            </a:r>
          </a:p>
        </p:txBody>
      </p:sp>
      <p:sp>
        <p:nvSpPr>
          <p:cNvPr id="5" name="Sechseck 4">
            <a:extLst>
              <a:ext uri="{FF2B5EF4-FFF2-40B4-BE49-F238E27FC236}">
                <a16:creationId xmlns:a16="http://schemas.microsoft.com/office/drawing/2014/main" id="{69D325A6-1DF8-0864-9B0E-46325A2E1ABE}"/>
              </a:ext>
            </a:extLst>
          </p:cNvPr>
          <p:cNvSpPr/>
          <p:nvPr/>
        </p:nvSpPr>
        <p:spPr>
          <a:xfrm>
            <a:off x="889000" y="4064000"/>
            <a:ext cx="2159000" cy="1524000"/>
          </a:xfrm>
          <a:prstGeom prst="hexagon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Relaxed"/>
            <a:lightRig rig="threePt" dir="t"/>
          </a:scene3d>
          <a:sp3d extrusionH="381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30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A5939A-D2B4-0B81-D531-92340B82D153}"/>
              </a:ext>
            </a:extLst>
          </p:cNvPr>
          <p:cNvSpPr/>
          <p:nvPr/>
        </p:nvSpPr>
        <p:spPr>
          <a:xfrm>
            <a:off x="4699000" y="4064000"/>
            <a:ext cx="2159000" cy="1524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bliqueTopLeft"/>
            <a:lightRig rig="threePt" dir="t"/>
          </a:scene3d>
          <a:sp3d extrusionH="381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30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07F9401-1293-DE63-6175-D044F312A6B4}"/>
              </a:ext>
            </a:extLst>
          </p:cNvPr>
          <p:cNvSpPr/>
          <p:nvPr/>
        </p:nvSpPr>
        <p:spPr>
          <a:xfrm>
            <a:off x="8509000" y="4064000"/>
            <a:ext cx="2159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1200000" lon="19800000" rev="0"/>
            </a:camera>
            <a:lightRig rig="threePt" dir="t"/>
          </a:scene3d>
          <a:sp3d extrusionH="508000"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Depth 40</a:t>
            </a:r>
          </a:p>
        </p:txBody>
      </p:sp>
    </p:spTree>
    <p:extLst>
      <p:ext uri="{BB962C8B-B14F-4D97-AF65-F5344CB8AC3E}">
        <p14:creationId xmlns:p14="http://schemas.microsoft.com/office/powerpoint/2010/main" val="93650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A3B7E5-FBD6-FDDB-2DAA-4C3BE9AF480C}"/>
              </a:ext>
            </a:extLst>
          </p:cNvPr>
          <p:cNvSpPr/>
          <p:nvPr/>
        </p:nvSpPr>
        <p:spPr>
          <a:xfrm>
            <a:off x="3810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relaxedInse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2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2BCEAB3-F867-D5D8-D02E-3C1FCE4C5458}"/>
              </a:ext>
            </a:extLst>
          </p:cNvPr>
          <p:cNvSpPr/>
          <p:nvPr/>
        </p:nvSpPr>
        <p:spPr>
          <a:xfrm>
            <a:off x="23495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3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D837A13-2E58-59D4-12D5-FA6E16100DEB}"/>
              </a:ext>
            </a:extLst>
          </p:cNvPr>
          <p:cNvSpPr/>
          <p:nvPr/>
        </p:nvSpPr>
        <p:spPr>
          <a:xfrm>
            <a:off x="43180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slop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4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389D06D-CB70-C011-7A2F-5BC496CCEE07}"/>
              </a:ext>
            </a:extLst>
          </p:cNvPr>
          <p:cNvSpPr/>
          <p:nvPr/>
        </p:nvSpPr>
        <p:spPr>
          <a:xfrm>
            <a:off x="62865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cross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9AA25F-9D1F-1382-DBAD-869445084AB8}"/>
              </a:ext>
            </a:extLst>
          </p:cNvPr>
          <p:cNvSpPr/>
          <p:nvPr/>
        </p:nvSpPr>
        <p:spPr>
          <a:xfrm>
            <a:off x="82550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362AC92-36D4-C9B5-F27F-34152E19E074}"/>
              </a:ext>
            </a:extLst>
          </p:cNvPr>
          <p:cNvSpPr/>
          <p:nvPr/>
        </p:nvSpPr>
        <p:spPr>
          <a:xfrm>
            <a:off x="10223500" y="762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softRound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7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CC4E675-8304-17B2-784E-D07E33A9294F}"/>
              </a:ext>
            </a:extLst>
          </p:cNvPr>
          <p:cNvSpPr/>
          <p:nvPr/>
        </p:nvSpPr>
        <p:spPr>
          <a:xfrm>
            <a:off x="3810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convex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8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D7A483E-4400-ECC8-64C3-BFE36944DAA8}"/>
              </a:ext>
            </a:extLst>
          </p:cNvPr>
          <p:cNvSpPr/>
          <p:nvPr/>
        </p:nvSpPr>
        <p:spPr>
          <a:xfrm>
            <a:off x="23495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coolSlan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9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312E6CF-9831-F1A3-704D-05D40B5DEA08}"/>
              </a:ext>
            </a:extLst>
          </p:cNvPr>
          <p:cNvSpPr/>
          <p:nvPr/>
        </p:nvSpPr>
        <p:spPr>
          <a:xfrm>
            <a:off x="43180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divo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10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B52D26-1D6C-0E27-E1D8-B68828921599}"/>
              </a:ext>
            </a:extLst>
          </p:cNvPr>
          <p:cNvSpPr/>
          <p:nvPr/>
        </p:nvSpPr>
        <p:spPr>
          <a:xfrm>
            <a:off x="62865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rible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11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33CC61A-6042-A0DB-D3FD-BE7248E34470}"/>
              </a:ext>
            </a:extLst>
          </p:cNvPr>
          <p:cNvSpPr/>
          <p:nvPr/>
        </p:nvSpPr>
        <p:spPr>
          <a:xfrm>
            <a:off x="82550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hardEdg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12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467DEA-4BEF-454C-A948-14CCF98FBE1D}"/>
              </a:ext>
            </a:extLst>
          </p:cNvPr>
          <p:cNvSpPr/>
          <p:nvPr/>
        </p:nvSpPr>
        <p:spPr>
          <a:xfrm>
            <a:off x="10223500" y="3810000"/>
            <a:ext cx="1714500" cy="2032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52400" h="101600" prst="artDeco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Bevel 13</a:t>
            </a:r>
          </a:p>
        </p:txBody>
      </p:sp>
    </p:spTree>
    <p:extLst>
      <p:ext uri="{BB962C8B-B14F-4D97-AF65-F5344CB8AC3E}">
        <p14:creationId xmlns:p14="http://schemas.microsoft.com/office/powerpoint/2010/main" val="178697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C1A42206-B55B-473E-BEE8-0A4336E5C061}"/>
              </a:ext>
            </a:extLst>
          </p:cNvPr>
          <p:cNvSpPr/>
          <p:nvPr/>
        </p:nvSpPr>
        <p:spPr>
          <a:xfrm>
            <a:off x="381000" y="762000"/>
            <a:ext cx="2032000" cy="2032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legacyPlastic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2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996A9A6-BBE3-9994-B8CE-A06DA85147F7}"/>
              </a:ext>
            </a:extLst>
          </p:cNvPr>
          <p:cNvSpPr/>
          <p:nvPr/>
        </p:nvSpPr>
        <p:spPr>
          <a:xfrm>
            <a:off x="2730500" y="762000"/>
            <a:ext cx="2032000" cy="2032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legacyMetal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3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524099F-BC63-FC07-7A40-2AD1A27B6A9A}"/>
              </a:ext>
            </a:extLst>
          </p:cNvPr>
          <p:cNvSpPr/>
          <p:nvPr/>
        </p:nvSpPr>
        <p:spPr>
          <a:xfrm>
            <a:off x="5080000" y="762000"/>
            <a:ext cx="2032000" cy="2032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legacyWireframe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4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281F3EF-2DF2-34B3-3131-B29D0D2B1419}"/>
              </a:ext>
            </a:extLst>
          </p:cNvPr>
          <p:cNvSpPr/>
          <p:nvPr/>
        </p:nvSpPr>
        <p:spPr>
          <a:xfrm>
            <a:off x="7429500" y="762000"/>
            <a:ext cx="2032000" cy="2032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matte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5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79CDEFB-0E09-3E5F-A329-75657A71AB72}"/>
              </a:ext>
            </a:extLst>
          </p:cNvPr>
          <p:cNvSpPr/>
          <p:nvPr/>
        </p:nvSpPr>
        <p:spPr>
          <a:xfrm>
            <a:off x="9779000" y="762000"/>
            <a:ext cx="2032000" cy="2032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plastic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6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5F0F22A-D008-FB79-D903-4BFE8D6C9653}"/>
              </a:ext>
            </a:extLst>
          </p:cNvPr>
          <p:cNvSpPr/>
          <p:nvPr/>
        </p:nvSpPr>
        <p:spPr>
          <a:xfrm>
            <a:off x="381000" y="3810000"/>
            <a:ext cx="2032000" cy="2032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metal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7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9E29FDD-AB62-7236-7E14-9EE364B6939F}"/>
              </a:ext>
            </a:extLst>
          </p:cNvPr>
          <p:cNvSpPr/>
          <p:nvPr/>
        </p:nvSpPr>
        <p:spPr>
          <a:xfrm>
            <a:off x="2730500" y="3810000"/>
            <a:ext cx="2032000" cy="2032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8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C6176E7-71A3-B4B5-93CE-CCEB1D99DFE5}"/>
              </a:ext>
            </a:extLst>
          </p:cNvPr>
          <p:cNvSpPr/>
          <p:nvPr/>
        </p:nvSpPr>
        <p:spPr>
          <a:xfrm>
            <a:off x="5080000" y="3810000"/>
            <a:ext cx="2032000" cy="2032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translucentPowder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9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28E87E-2A2A-2953-36AF-7066334EB5B7}"/>
              </a:ext>
            </a:extLst>
          </p:cNvPr>
          <p:cNvSpPr/>
          <p:nvPr/>
        </p:nvSpPr>
        <p:spPr>
          <a:xfrm>
            <a:off x="7429500" y="3810000"/>
            <a:ext cx="2032000" cy="2032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powder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10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23FCB0E-DE19-3E5C-C51C-F2C1919157E5}"/>
              </a:ext>
            </a:extLst>
          </p:cNvPr>
          <p:cNvSpPr/>
          <p:nvPr/>
        </p:nvSpPr>
        <p:spPr>
          <a:xfrm>
            <a:off x="9779000" y="3810000"/>
            <a:ext cx="2032000" cy="2032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dkEdge">
            <a:bevelT w="190500" h="1270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Material 11</a:t>
            </a:r>
          </a:p>
        </p:txBody>
      </p:sp>
    </p:spTree>
    <p:extLst>
      <p:ext uri="{BB962C8B-B14F-4D97-AF65-F5344CB8AC3E}">
        <p14:creationId xmlns:p14="http://schemas.microsoft.com/office/powerpoint/2010/main" val="100826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C27A9C9-A850-5375-E00E-3F6CBAE082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08000"/>
            <a:ext cx="3302000" cy="2286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77800" h="127000"/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4D46807-6AAD-19F2-6A84-F3787DBFFD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508000"/>
            <a:ext cx="3302000" cy="2286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77800" h="127000" prst="softRound"/>
          </a:sp3d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1ADEFD-4A76-D3BB-BDA2-EDDB935413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508000"/>
            <a:ext cx="3302000" cy="2286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77800" h="127000" prst="slope"/>
          </a:sp3d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FB30F7ED-7E6A-1147-6994-4242A5B0E67D}"/>
              </a:ext>
            </a:extLst>
          </p:cNvPr>
          <p:cNvSpPr/>
          <p:nvPr/>
        </p:nvSpPr>
        <p:spPr>
          <a:xfrm>
            <a:off x="508000" y="3683000"/>
            <a:ext cx="3302000" cy="2286000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FFC000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032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Gradient 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1E1E75B-3A71-6284-CA38-90CF210232F3}"/>
              </a:ext>
            </a:extLst>
          </p:cNvPr>
          <p:cNvSpPr/>
          <p:nvPr/>
        </p:nvSpPr>
        <p:spPr>
          <a:xfrm>
            <a:off x="4318000" y="3683000"/>
            <a:ext cx="3302000" cy="2286000"/>
          </a:xfrm>
          <a:prstGeom prst="ellipse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FFC000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032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Gradient 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3369C2-1719-A41F-E462-28DEAF237F59}"/>
              </a:ext>
            </a:extLst>
          </p:cNvPr>
          <p:cNvSpPr/>
          <p:nvPr/>
        </p:nvSpPr>
        <p:spPr>
          <a:xfrm>
            <a:off x="8128000" y="3683000"/>
            <a:ext cx="3302000" cy="2286000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FFC000"/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032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Gradient 3</a:t>
            </a:r>
          </a:p>
        </p:txBody>
      </p:sp>
    </p:spTree>
    <p:extLst>
      <p:ext uri="{BB962C8B-B14F-4D97-AF65-F5344CB8AC3E}">
        <p14:creationId xmlns:p14="http://schemas.microsoft.com/office/powerpoint/2010/main" val="24768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FB51541-3F7D-7AF6-A060-1F6ADFC998FF}"/>
              </a:ext>
            </a:extLst>
          </p:cNvPr>
          <p:cNvSpPr/>
          <p:nvPr/>
        </p:nvSpPr>
        <p:spPr>
          <a:xfrm>
            <a:off x="508000" y="635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ADEE460-1871-AB31-23A2-D4E6402249E4}"/>
              </a:ext>
            </a:extLst>
          </p:cNvPr>
          <p:cNvSpPr/>
          <p:nvPr/>
        </p:nvSpPr>
        <p:spPr>
          <a:xfrm>
            <a:off x="3429000" y="635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45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3BEFD63-2ECD-99FB-F459-D0B2F8B90F71}"/>
              </a:ext>
            </a:extLst>
          </p:cNvPr>
          <p:cNvSpPr/>
          <p:nvPr/>
        </p:nvSpPr>
        <p:spPr>
          <a:xfrm>
            <a:off x="6350000" y="635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54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90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EBB32A1-9280-0AF5-1D02-A630E4348D92}"/>
              </a:ext>
            </a:extLst>
          </p:cNvPr>
          <p:cNvSpPr/>
          <p:nvPr/>
        </p:nvSpPr>
        <p:spPr>
          <a:xfrm>
            <a:off x="9271000" y="635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81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135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0CF79B2-C2FA-C2ED-C8C1-9816DA40F552}"/>
              </a:ext>
            </a:extLst>
          </p:cNvPr>
          <p:cNvSpPr/>
          <p:nvPr/>
        </p:nvSpPr>
        <p:spPr>
          <a:xfrm>
            <a:off x="508000" y="3683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108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180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F28CB74-F322-0731-24D3-538C00FEF1FF}"/>
              </a:ext>
            </a:extLst>
          </p:cNvPr>
          <p:cNvSpPr/>
          <p:nvPr/>
        </p:nvSpPr>
        <p:spPr>
          <a:xfrm>
            <a:off x="3429000" y="3683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135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225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2D6AE70-F6D0-4091-70FD-AFE0BA9EC170}"/>
              </a:ext>
            </a:extLst>
          </p:cNvPr>
          <p:cNvSpPr/>
          <p:nvPr/>
        </p:nvSpPr>
        <p:spPr>
          <a:xfrm>
            <a:off x="6350000" y="3683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162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270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74D6DC8-1E78-A335-0393-C64DD23DA392}"/>
              </a:ext>
            </a:extLst>
          </p:cNvPr>
          <p:cNvSpPr/>
          <p:nvPr/>
        </p:nvSpPr>
        <p:spPr>
          <a:xfrm>
            <a:off x="9271000" y="3683000"/>
            <a:ext cx="2413000" cy="2413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18900000"/>
            </a:lightRig>
          </a:scene3d>
          <a:sp3d>
            <a:bevelT w="508000" h="508000"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Angle 315</a:t>
            </a:r>
          </a:p>
        </p:txBody>
      </p:sp>
    </p:spTree>
    <p:extLst>
      <p:ext uri="{BB962C8B-B14F-4D97-AF65-F5344CB8AC3E}">
        <p14:creationId xmlns:p14="http://schemas.microsoft.com/office/powerpoint/2010/main" val="314318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73CD33D-4F32-90CB-4A1E-EA56BFE71237}"/>
              </a:ext>
            </a:extLst>
          </p:cNvPr>
          <p:cNvSpPr/>
          <p:nvPr/>
        </p:nvSpPr>
        <p:spPr>
          <a:xfrm>
            <a:off x="317500" y="508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Flat1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4778884-57DD-67E4-2D19-D38EC6D958F2}"/>
              </a:ext>
            </a:extLst>
          </p:cNvPr>
          <p:cNvSpPr/>
          <p:nvPr/>
        </p:nvSpPr>
        <p:spPr>
          <a:xfrm>
            <a:off x="2692400" y="508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Flat2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2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9F72CC0-DAA0-7F9B-B527-E079C8ABBAD9}"/>
              </a:ext>
            </a:extLst>
          </p:cNvPr>
          <p:cNvSpPr/>
          <p:nvPr/>
        </p:nvSpPr>
        <p:spPr>
          <a:xfrm>
            <a:off x="5067300" y="508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Flat3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3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6C3D22F-C201-14BB-A991-5F8A9CDACD63}"/>
              </a:ext>
            </a:extLst>
          </p:cNvPr>
          <p:cNvSpPr/>
          <p:nvPr/>
        </p:nvSpPr>
        <p:spPr>
          <a:xfrm>
            <a:off x="7442200" y="508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Flat4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4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432F22F-AC2E-512D-2427-47B9FBE83173}"/>
              </a:ext>
            </a:extLst>
          </p:cNvPr>
          <p:cNvSpPr/>
          <p:nvPr/>
        </p:nvSpPr>
        <p:spPr>
          <a:xfrm>
            <a:off x="9817100" y="508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Normal1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5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66C3052-490F-6778-F624-C46150D8D979}"/>
              </a:ext>
            </a:extLst>
          </p:cNvPr>
          <p:cNvSpPr/>
          <p:nvPr/>
        </p:nvSpPr>
        <p:spPr>
          <a:xfrm>
            <a:off x="317500" y="26035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Normal2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6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6D23EA4-2014-5B70-3075-641F91D520A4}"/>
              </a:ext>
            </a:extLst>
          </p:cNvPr>
          <p:cNvSpPr/>
          <p:nvPr/>
        </p:nvSpPr>
        <p:spPr>
          <a:xfrm>
            <a:off x="2692400" y="26035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Normal3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7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2C45A04-B116-C084-606B-FF211B16A7C4}"/>
              </a:ext>
            </a:extLst>
          </p:cNvPr>
          <p:cNvSpPr/>
          <p:nvPr/>
        </p:nvSpPr>
        <p:spPr>
          <a:xfrm>
            <a:off x="5067300" y="26035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Normal4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8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DE2D5D5-61FE-8D63-CE3D-3F22BAB6E5F5}"/>
              </a:ext>
            </a:extLst>
          </p:cNvPr>
          <p:cNvSpPr/>
          <p:nvPr/>
        </p:nvSpPr>
        <p:spPr>
          <a:xfrm>
            <a:off x="7442200" y="26035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Harsh1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9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03FA1DB-0C8A-571E-87FA-6C20050BDC9F}"/>
              </a:ext>
            </a:extLst>
          </p:cNvPr>
          <p:cNvSpPr/>
          <p:nvPr/>
        </p:nvSpPr>
        <p:spPr>
          <a:xfrm>
            <a:off x="9817100" y="26035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Harsh2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10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0E7108D-DA04-A725-4520-A90993258CED}"/>
              </a:ext>
            </a:extLst>
          </p:cNvPr>
          <p:cNvSpPr/>
          <p:nvPr/>
        </p:nvSpPr>
        <p:spPr>
          <a:xfrm>
            <a:off x="317500" y="4699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Harsh3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11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89A33DD-9952-2497-82D3-29CE96E03014}"/>
              </a:ext>
            </a:extLst>
          </p:cNvPr>
          <p:cNvSpPr/>
          <p:nvPr/>
        </p:nvSpPr>
        <p:spPr>
          <a:xfrm>
            <a:off x="2692400" y="4699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legacyHarsh4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12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2E31027-232B-71B9-8A95-4781BE6F1A93}"/>
              </a:ext>
            </a:extLst>
          </p:cNvPr>
          <p:cNvSpPr/>
          <p:nvPr/>
        </p:nvSpPr>
        <p:spPr>
          <a:xfrm>
            <a:off x="5067300" y="4699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threePt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CB095B4-DFB1-C1F8-653E-005AA33C2DEC}"/>
              </a:ext>
            </a:extLst>
          </p:cNvPr>
          <p:cNvSpPr/>
          <p:nvPr/>
        </p:nvSpPr>
        <p:spPr>
          <a:xfrm>
            <a:off x="7442200" y="4699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balanced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14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CF4276D-95C2-CE85-6050-C77163F9A354}"/>
              </a:ext>
            </a:extLst>
          </p:cNvPr>
          <p:cNvSpPr/>
          <p:nvPr/>
        </p:nvSpPr>
        <p:spPr>
          <a:xfrm>
            <a:off x="9817100" y="4699000"/>
            <a:ext cx="1905000" cy="15240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perspectiveFront">
              <a:rot lat="900000" lon="20400000" rev="0"/>
            </a:camera>
            <a:lightRig rig="soft" dir="t"/>
          </a:scene3d>
          <a:sp3d>
            <a:bevelT w="152400" h="1016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rgbClr val="FFFFFF"/>
                </a:solidFill>
              </a:rPr>
              <a:t>Light 15</a:t>
            </a:r>
          </a:p>
        </p:txBody>
      </p:sp>
    </p:spTree>
    <p:extLst>
      <p:ext uri="{BB962C8B-B14F-4D97-AF65-F5344CB8AC3E}">
        <p14:creationId xmlns:p14="http://schemas.microsoft.com/office/powerpoint/2010/main" val="612993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Benutzerdefiniert</PresentationFormat>
  <Paragraphs>62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2026-10-08T16:01:53Z</dcterms:created>
  <dcterms:modified xsi:type="dcterms:W3CDTF">2026-10-08T16:01:53Z</dcterms:modified>
</cp:coreProperties>
</file>