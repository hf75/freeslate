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D2F145-F48C-D3A0-E455-FEE9982BB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740265-97F2-E4B6-FA76-0921916E10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427EBB-DD12-57BA-750F-5716AA9B3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7FEF5-1A95-4F64-82B3-584310EC57F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8BEE2C-A4D4-4DFC-3B1E-210924234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553717-878E-0DE2-E2D1-C6874648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2EA97-9341-4750-B40D-132E9C98FB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5919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E86E7-B7B2-2A80-A2D1-EBC025126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2F2E16-2B6A-4D20-0A23-C985ABA57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13B4C7-FEAD-E95B-B4E9-F9F7E0D41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7FEF5-1A95-4F64-82B3-584310EC57F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667229-EDD9-0551-A4F1-BF5B9F773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4C3ED4-D8F0-32EE-EBC8-8D93B4A1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2EA97-9341-4750-B40D-132E9C98FB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7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04F5B-31C3-44B7-7439-BA722DED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0EAAD9-4490-F8E5-00D8-4EAA72F4C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44A22A-0FC9-D4F9-5E6A-4A92C599F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7FEF5-1A95-4F64-82B3-584310EC57F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E9563D-9EE9-8DD2-9190-E733F1D26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5E45B-8F37-70E6-84CE-5D3303E7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2EA97-9341-4750-B40D-132E9C98FB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770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E248A5-7E57-4A7D-FACC-03D7EE28E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8677DA-5EA7-6A99-ED08-4A4CA75B4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A6EB54-F646-95A5-94D6-A03007847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A1FC15-0E20-395F-76FF-02BF24BBE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7FEF5-1A95-4F64-82B3-584310EC57F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0E7CAE-318C-30C1-29B7-6BD2DC43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6D4D1A2-9BD1-9E6C-7A35-9A29A264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2EA97-9341-4750-B40D-132E9C98FB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544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DCE704-3560-ADBE-2DE5-56F8AB027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ED4037-4CF8-96D3-C19F-B5B7D6B01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260565F-5C52-7204-3C36-EB9E45BC2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9F8AD68-76C9-2FF2-D02F-C56465A33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082887C-8468-4A53-66D3-2072E7714D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8A77E33-516C-32DE-DD11-C4FFF659C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7FEF5-1A95-4F64-82B3-584310EC57F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955CF91-1AC3-4812-C731-606B854DF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C399816-8C86-812E-36DC-6DE594E2A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2EA97-9341-4750-B40D-132E9C98FB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60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03A110-5C3A-D1B8-DDDF-B14FDDE48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1C20D52-0206-7272-BD8C-7446536D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7FEF5-1A95-4F64-82B3-584310EC57F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EB50BB-2648-523B-557C-9F6ED70BF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FFE99D-1E8E-DC32-E1C4-7FAB4E9D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2EA97-9341-4750-B40D-132E9C98FB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3698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7EB7EB9-B459-C925-2C24-90D0C99B6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7FEF5-1A95-4F64-82B3-584310EC57F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B56E09E-A3F0-282B-8FC9-BE3F2BD4C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35E020-1A22-7FB7-1EE8-173232EF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2EA97-9341-4750-B40D-132E9C98FB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74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52498E-6E99-CBD6-B265-A0EB9B6D2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18DFCF-C256-987D-C2C0-5014613B5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AE181D-B870-590F-3A55-0E8851532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005CB0-DF6C-7F25-3B35-348410CC1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7FEF5-1A95-4F64-82B3-584310EC57F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D42080-4E5D-A2E1-AAEE-4E18544CE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0E677D-E651-87AD-D49E-6C917CB67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2EA97-9341-4750-B40D-132E9C98FB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621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AF6A0-D4C7-A41D-C1F3-C66AB5F0A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A3D74A5-E409-92D4-A0D1-63DB07EED4E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84C7DE0-0147-AAE6-53F2-D668677A4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C09C763-3CC1-1993-CF9D-3216C388D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7FEF5-1A95-4F64-82B3-584310EC57F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8B9A1D-4207-5994-2939-831F47B7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3F054E-8547-3BE2-D6F9-DE9574723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2EA97-9341-4750-B40D-132E9C98FB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3479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30D7AC-4C2B-F35F-F78D-9DAC4DCE0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32FCE1A-7CA4-AAF1-EE93-5C6F5C212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C1E073-0EBD-13A4-36B4-91C739DB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7FEF5-1A95-4F64-82B3-584310EC57F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B651C3-1342-75D6-B2BF-374C3FB61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2DAC4A-5502-C9E6-00DA-AB132BC38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2EA97-9341-4750-B40D-132E9C98FB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188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C79B74-698F-AF10-F8A4-629B64734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4993CD9-BCFD-CC67-C3C1-1D56FD172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608AE5-D756-E4A6-2E1E-2F8A680EF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7FEF5-1A95-4F64-82B3-584310EC57F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11A9B1-6398-CB63-CB9F-32FDDD37A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146AA2-E220-DE31-49E6-36A806434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2EA97-9341-4750-B40D-132E9C98FB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0484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6CC6CFD-130A-AA99-CE34-0290AE05D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96F15B-0C26-5335-1C51-48CEC4079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D98B57-ACAB-86A3-2F3D-EB936EEF31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87FEF5-1A95-4F64-82B3-584310EC57F2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DDB875-83B5-9CC0-86D5-73F41375E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8FA175-E721-A915-1930-51D97FC19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2EA97-9341-4750-B40D-132E9C98FB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012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ated">
            <a:extLst>
              <a:ext uri="{FF2B5EF4-FFF2-40B4-BE49-F238E27FC236}">
                <a16:creationId xmlns:a16="http://schemas.microsoft.com/office/drawing/2014/main" id="{4EAD8290-B9E9-1637-BF2D-6AE49CCA5657}"/>
              </a:ext>
            </a:extLst>
          </p:cNvPr>
          <p:cNvSpPr/>
          <p:nvPr/>
        </p:nvSpPr>
        <p:spPr>
          <a:xfrm>
            <a:off x="381000" y="508000"/>
            <a:ext cx="2540000" cy="1778000"/>
          </a:xfrm>
          <a:prstGeom prst="rect">
            <a:avLst/>
          </a:prstGeom>
          <a:scene3d>
            <a:camera prst="orthographicFront">
              <a:rot lat="240000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/>
              <a:t>Rotated</a:t>
            </a:r>
          </a:p>
        </p:txBody>
      </p:sp>
      <p:sp>
        <p:nvSpPr>
          <p:cNvPr id="3" name="flat">
            <a:extLst>
              <a:ext uri="{FF2B5EF4-FFF2-40B4-BE49-F238E27FC236}">
                <a16:creationId xmlns:a16="http://schemas.microsoft.com/office/drawing/2014/main" id="{DF6146E0-ECFB-D352-A180-53F2D923DF94}"/>
              </a:ext>
            </a:extLst>
          </p:cNvPr>
          <p:cNvSpPr/>
          <p:nvPr/>
        </p:nvSpPr>
        <p:spPr>
          <a:xfrm>
            <a:off x="3302000" y="508000"/>
            <a:ext cx="2540000" cy="1778000"/>
          </a:xfrm>
          <a:prstGeom prst="rect">
            <a:avLst/>
          </a:prstGeom>
          <a:scene3d>
            <a:camera prst="orthographicFront">
              <a:rot lat="240000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r>
              <a:rPr lang="de-DE" sz="2800" b="1"/>
              <a:t>Flat text</a:t>
            </a:r>
          </a:p>
        </p:txBody>
      </p:sp>
      <p:sp>
        <p:nvSpPr>
          <p:cNvPr id="4" name="extruded">
            <a:extLst>
              <a:ext uri="{FF2B5EF4-FFF2-40B4-BE49-F238E27FC236}">
                <a16:creationId xmlns:a16="http://schemas.microsoft.com/office/drawing/2014/main" id="{156BBCE7-4B39-22A3-98BD-A18D4D623998}"/>
              </a:ext>
            </a:extLst>
          </p:cNvPr>
          <p:cNvSpPr txBox="1"/>
          <p:nvPr/>
        </p:nvSpPr>
        <p:spPr>
          <a:xfrm>
            <a:off x="6350000" y="254000"/>
            <a:ext cx="5334000" cy="1015663"/>
          </a:xfrm>
          <a:prstGeom prst="rect">
            <a:avLst/>
          </a:prstGeom>
          <a:noFill/>
        </p:spPr>
        <p:txBody>
          <a:bodyPr vert="horz" rtlCol="0">
            <a:spAutoFit/>
            <a:scene3d>
              <a:camera prst="legacyPerspectiveBottomRight"/>
              <a:lightRig rig="threePt" dir="t"/>
            </a:scene3d>
            <a:sp3d extrusionH="152400">
              <a:bevelT w="50800" h="50800"/>
            </a:sp3d>
          </a:bodyPr>
          <a:lstStyle/>
          <a:p>
            <a:r>
              <a:rPr lang="de-DE" sz="6000" b="1">
                <a:solidFill>
                  <a:srgbClr val="C06020"/>
                </a:solidFill>
              </a:rPr>
              <a:t>Extruded</a:t>
            </a:r>
          </a:p>
        </p:txBody>
      </p:sp>
      <p:sp>
        <p:nvSpPr>
          <p:cNvPr id="5" name="turned">
            <a:extLst>
              <a:ext uri="{FF2B5EF4-FFF2-40B4-BE49-F238E27FC236}">
                <a16:creationId xmlns:a16="http://schemas.microsoft.com/office/drawing/2014/main" id="{C2EED0C4-A615-10B3-0DB5-17789053D850}"/>
              </a:ext>
            </a:extLst>
          </p:cNvPr>
          <p:cNvSpPr txBox="1"/>
          <p:nvPr/>
        </p:nvSpPr>
        <p:spPr>
          <a:xfrm>
            <a:off x="6350000" y="2159000"/>
            <a:ext cx="5334000" cy="1015663"/>
          </a:xfrm>
          <a:prstGeom prst="rect">
            <a:avLst/>
          </a:prstGeom>
          <a:noFill/>
        </p:spPr>
        <p:txBody>
          <a:bodyPr vert="horz" rtlCol="0">
            <a:spAutoFit/>
            <a:scene3d>
              <a:camera prst="orthographicFront">
                <a:rot lat="2400000" lon="21000000" rev="0"/>
              </a:camera>
              <a:lightRig rig="threePt" dir="t"/>
            </a:scene3d>
          </a:bodyPr>
          <a:lstStyle/>
          <a:p>
            <a:r>
              <a:rPr lang="de-DE" sz="6000" b="1">
                <a:solidFill>
                  <a:srgbClr val="202020"/>
                </a:solidFill>
              </a:rPr>
              <a:t>Turned</a:t>
            </a:r>
          </a:p>
        </p:txBody>
      </p:sp>
      <p:sp>
        <p:nvSpPr>
          <p:cNvPr id="6" name="bevel">
            <a:extLst>
              <a:ext uri="{FF2B5EF4-FFF2-40B4-BE49-F238E27FC236}">
                <a16:creationId xmlns:a16="http://schemas.microsoft.com/office/drawing/2014/main" id="{10230DFD-53F2-DA19-8B8D-A6B93745F401}"/>
              </a:ext>
            </a:extLst>
          </p:cNvPr>
          <p:cNvSpPr/>
          <p:nvPr/>
        </p:nvSpPr>
        <p:spPr>
          <a:xfrm>
            <a:off x="381000" y="3810000"/>
            <a:ext cx="2540000" cy="1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38100" h="38100"/>
            </a:sp3d>
          </a:bodyPr>
          <a:lstStyle/>
          <a:p>
            <a:pPr algn="ctr"/>
            <a:r>
              <a:rPr lang="de-DE" sz="2800" b="1"/>
              <a:t>Bevel</a:t>
            </a:r>
          </a:p>
        </p:txBody>
      </p:sp>
      <p:sp>
        <p:nvSpPr>
          <p:cNvPr id="7" name="colored">
            <a:extLst>
              <a:ext uri="{FF2B5EF4-FFF2-40B4-BE49-F238E27FC236}">
                <a16:creationId xmlns:a16="http://schemas.microsoft.com/office/drawing/2014/main" id="{49DFAFE0-36D8-E710-AD34-68A8A5A22107}"/>
              </a:ext>
            </a:extLst>
          </p:cNvPr>
          <p:cNvSpPr txBox="1"/>
          <p:nvPr/>
        </p:nvSpPr>
        <p:spPr>
          <a:xfrm>
            <a:off x="4191000" y="4318000"/>
            <a:ext cx="5334000" cy="1015663"/>
          </a:xfrm>
          <a:prstGeom prst="rect">
            <a:avLst/>
          </a:prstGeom>
          <a:noFill/>
        </p:spPr>
        <p:txBody>
          <a:bodyPr vert="horz" rtlCol="0">
            <a:spAutoFit/>
            <a:scene3d>
              <a:camera prst="orthographicFront">
                <a:rot lat="1500000" lon="20400000" rev="0"/>
              </a:camera>
              <a:lightRig rig="threePt" dir="t"/>
            </a:scene3d>
            <a:sp3d extrusionH="304800">
              <a:extrusionClr>
                <a:srgbClr val="FFC000"/>
              </a:extrusionClr>
            </a:sp3d>
          </a:bodyPr>
          <a:lstStyle/>
          <a:p>
            <a:r>
              <a:rPr lang="de-DE" sz="6000" b="1">
                <a:solidFill>
                  <a:srgbClr val="0070C0"/>
                </a:solidFill>
              </a:rPr>
              <a:t>Depth</a:t>
            </a:r>
          </a:p>
        </p:txBody>
      </p:sp>
    </p:spTree>
    <p:extLst>
      <p:ext uri="{BB962C8B-B14F-4D97-AF65-F5344CB8AC3E}">
        <p14:creationId xmlns:p14="http://schemas.microsoft.com/office/powerpoint/2010/main" val="96996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Benutzerdefiniert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2026-10-08T21:22:13Z</dcterms:created>
  <dcterms:modified xsi:type="dcterms:W3CDTF">2026-10-08T21:22:13Z</dcterms:modified>
</cp:coreProperties>
</file>