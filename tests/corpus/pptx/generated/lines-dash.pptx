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FBE0A4-0EC5-5198-13C8-81AC0CB0D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249823-E0D0-62C0-FB73-A9C28393B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6C8353-E918-22AF-BB65-A151D1974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C5EF-8147-4D65-997F-48EF2C02AD4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7ED008-277A-11C0-1D4A-32438425C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13DA33-3EA7-B546-FBA4-45DC8FA3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04243-13E6-4317-86DC-189867051B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9510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97654B-2230-1F78-5DEF-B2EE4967F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21D5DB-5A9D-BA52-D8AD-987948F1C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CFE217-B7E1-B86A-5D40-19F1B09DD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C5EF-8147-4D65-997F-48EF2C02AD4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75625E-D1DF-360F-280D-2E87C293C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0EAB85-A279-2F09-2F6E-185C75E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04243-13E6-4317-86DC-189867051B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14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1C857D-B7D9-9F45-C52D-51A63FA45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226EE6-23C8-B408-1120-BF7EE29D5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3695B6-A76A-F08F-6D34-34B0E9092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C5EF-8147-4D65-997F-48EF2C02AD4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52F663-FEA4-7697-A226-26DA0F69D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93A7DC-1F7E-4A1A-D5E0-9313C9CE8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04243-13E6-4317-86DC-189867051B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6840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82FF0F-F4D2-0DB6-5B54-BE025DB73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886015-0D21-0349-80A7-FDD4CEEC8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0CBDEE1-B5A2-8377-7E8B-1F6EEA138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11E3F60-87A1-76B0-6C2A-7F58902F2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C5EF-8147-4D65-997F-48EF2C02AD4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9A0B35-3B03-B262-4279-6A4B76BAD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10474F-521F-10C2-60B6-C494558B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04243-13E6-4317-86DC-189867051B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6699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D896D1-8095-BA3B-D47E-CF7CF8F5C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B74D89-1636-EB0D-CB9F-C35DC951C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284EF8-0C59-7415-FF37-97FD96601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0AC084-489D-9B38-3BB3-DACB54779D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0AD90AD-2C03-219A-720E-F3E32F8FB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169D773-4A1F-65E0-0C38-25F12BF95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C5EF-8147-4D65-997F-48EF2C02AD4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458960B-878C-B7DF-FA39-5B4018614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C28E996-4326-72B6-9097-A3CC578E4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04243-13E6-4317-86DC-189867051B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6179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71D964-5A23-A6E1-2728-C94DADE22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B4768D4-8A48-59EE-3829-012FD774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C5EF-8147-4D65-997F-48EF2C02AD4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521A274-A408-7838-4EEE-8203C7B5B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3977B4-BBAF-A98F-CEB6-9CBFE0080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04243-13E6-4317-86DC-189867051B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3191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C29ADC9-A325-1DA8-7F04-85D64BEAB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C5EF-8147-4D65-997F-48EF2C02AD4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8229603-3A27-893C-1E7F-E718D3CE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5A0FFF-CC61-B4CC-75E5-123D6B22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04243-13E6-4317-86DC-189867051B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427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E5A271-A87A-0D9C-A0B2-4C82E2F39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8C6B6C-B68E-DFB3-6B1E-E9C971F40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AC1F4CC-6D59-FEAD-4B89-211DDD673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DE909C9-D02C-5220-1AF2-D98389897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C5EF-8147-4D65-997F-48EF2C02AD4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697561-7647-77FA-6465-9FD2B92FE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5644295-366B-B970-CAC3-F902A12ED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04243-13E6-4317-86DC-189867051B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2944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E0191F-0474-93BF-9C35-EAC15F0A8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A11B03C-E932-CF39-A2E1-D5B802B8C36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053F7D8-A1F1-2378-8932-7E56E1ADA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253E828-D4DB-6585-FD04-A22AAEFFE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C5EF-8147-4D65-997F-48EF2C02AD4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5061CB2-9488-3467-695F-A194E1FA7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F85FCBF-EE17-B9CE-8DF0-06E5BE739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04243-13E6-4317-86DC-189867051B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6281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C20598-D41A-37D3-FE54-23FD13EB2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41F461F-ABBC-9BAB-4E1C-E510C07E5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A0D773-5791-9085-4262-1F233686F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C5EF-8147-4D65-997F-48EF2C02AD4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A7FCD2-89D7-9D04-AA7D-14ECA26B9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A34979-10CE-9210-3B39-DE41C3D8C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04243-13E6-4317-86DC-189867051B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212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B387A71-FE47-1E0C-204B-095484FE57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ACABBE-FE29-64C4-ECAF-38E45862E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172474-1EF1-3587-8EC9-CF6864679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C5EF-8147-4D65-997F-48EF2C02AD4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109B06-255E-9586-3212-DA26B388A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6F6334-59FF-922D-969C-5BA7F5674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04243-13E6-4317-86DC-189867051B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909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3800876-1E04-CA78-D9CB-14C09C873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C5AC84-572A-55BB-68F0-ADE774D76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62ECA3-0082-54EB-0D55-D79A752716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7C5EF-8147-4D65-997F-48EF2C02AD4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7507D4-029B-23A3-321C-FAC4205FD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9119F4-745A-533C-47ED-F86742B2AB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04243-13E6-4317-86DC-189867051B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5774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line 0 0">
            <a:extLst>
              <a:ext uri="{FF2B5EF4-FFF2-40B4-BE49-F238E27FC236}">
                <a16:creationId xmlns:a16="http://schemas.microsoft.com/office/drawing/2014/main" id="{9C58777F-74E9-5A8F-555B-DAED436C865C}"/>
              </a:ext>
            </a:extLst>
          </p:cNvPr>
          <p:cNvCxnSpPr/>
          <p:nvPr/>
        </p:nvCxnSpPr>
        <p:spPr>
          <a:xfrm>
            <a:off x="381000" y="508000"/>
            <a:ext cx="3429000" cy="0"/>
          </a:xfrm>
          <a:prstGeom prst="line">
            <a:avLst/>
          </a:prstGeom>
          <a:ln w="19050" cap="flat">
            <a:solidFill>
              <a:srgbClr val="1F4E79"/>
            </a:solidFill>
            <a:custDash>
              <a:ds d="100000" sp="100000"/>
            </a:custDash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line 0 1">
            <a:extLst>
              <a:ext uri="{FF2B5EF4-FFF2-40B4-BE49-F238E27FC236}">
                <a16:creationId xmlns:a16="http://schemas.microsoft.com/office/drawing/2014/main" id="{AD75C894-AF87-19EA-9221-CFD17F4FC176}"/>
              </a:ext>
            </a:extLst>
          </p:cNvPr>
          <p:cNvCxnSpPr/>
          <p:nvPr/>
        </p:nvCxnSpPr>
        <p:spPr>
          <a:xfrm>
            <a:off x="4318000" y="508000"/>
            <a:ext cx="3429000" cy="0"/>
          </a:xfrm>
          <a:prstGeom prst="line">
            <a:avLst/>
          </a:prstGeom>
          <a:ln w="50800" cap="rnd">
            <a:solidFill>
              <a:srgbClr val="1F4E79"/>
            </a:solidFill>
            <a:custDash>
              <a:ds d="100000" sp="100000"/>
            </a:custDash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line 0 2">
            <a:extLst>
              <a:ext uri="{FF2B5EF4-FFF2-40B4-BE49-F238E27FC236}">
                <a16:creationId xmlns:a16="http://schemas.microsoft.com/office/drawing/2014/main" id="{4F0291E8-028A-0EC8-88EC-81EA979E0DCB}"/>
              </a:ext>
            </a:extLst>
          </p:cNvPr>
          <p:cNvCxnSpPr/>
          <p:nvPr/>
        </p:nvCxnSpPr>
        <p:spPr>
          <a:xfrm>
            <a:off x="8255000" y="508000"/>
            <a:ext cx="3429000" cy="0"/>
          </a:xfrm>
          <a:prstGeom prst="line">
            <a:avLst/>
          </a:prstGeom>
          <a:ln w="101600" cap="sq">
            <a:solidFill>
              <a:srgbClr val="1F4E79"/>
            </a:solidFill>
            <a:custDash>
              <a:ds d="100000" sp="100000"/>
            </a:custDash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line 1 0">
            <a:extLst>
              <a:ext uri="{FF2B5EF4-FFF2-40B4-BE49-F238E27FC236}">
                <a16:creationId xmlns:a16="http://schemas.microsoft.com/office/drawing/2014/main" id="{584B70DF-B094-5117-DC23-43E200127F07}"/>
              </a:ext>
            </a:extLst>
          </p:cNvPr>
          <p:cNvCxnSpPr/>
          <p:nvPr/>
        </p:nvCxnSpPr>
        <p:spPr>
          <a:xfrm>
            <a:off x="381000" y="1714500"/>
            <a:ext cx="3429000" cy="0"/>
          </a:xfrm>
          <a:prstGeom prst="line">
            <a:avLst/>
          </a:prstGeom>
          <a:ln w="19050" cap="flat">
            <a:solidFill>
              <a:srgbClr val="1F4E79"/>
            </a:solidFill>
            <a:custDash>
              <a:ds d="300000" sp="100000"/>
            </a:custDash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ine 1 1">
            <a:extLst>
              <a:ext uri="{FF2B5EF4-FFF2-40B4-BE49-F238E27FC236}">
                <a16:creationId xmlns:a16="http://schemas.microsoft.com/office/drawing/2014/main" id="{F872C53A-83E6-C8BE-5EE0-060CE7734E48}"/>
              </a:ext>
            </a:extLst>
          </p:cNvPr>
          <p:cNvCxnSpPr/>
          <p:nvPr/>
        </p:nvCxnSpPr>
        <p:spPr>
          <a:xfrm>
            <a:off x="4318000" y="1714500"/>
            <a:ext cx="3429000" cy="0"/>
          </a:xfrm>
          <a:prstGeom prst="line">
            <a:avLst/>
          </a:prstGeom>
          <a:ln w="50800" cap="rnd">
            <a:solidFill>
              <a:srgbClr val="1F4E79"/>
            </a:solidFill>
            <a:custDash>
              <a:ds d="300000" sp="100000"/>
            </a:custDash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ine 1 2">
            <a:extLst>
              <a:ext uri="{FF2B5EF4-FFF2-40B4-BE49-F238E27FC236}">
                <a16:creationId xmlns:a16="http://schemas.microsoft.com/office/drawing/2014/main" id="{41DDE0E2-9A2A-E041-75CF-955AF2EFAC51}"/>
              </a:ext>
            </a:extLst>
          </p:cNvPr>
          <p:cNvCxnSpPr/>
          <p:nvPr/>
        </p:nvCxnSpPr>
        <p:spPr>
          <a:xfrm>
            <a:off x="8255000" y="1714500"/>
            <a:ext cx="3429000" cy="0"/>
          </a:xfrm>
          <a:prstGeom prst="line">
            <a:avLst/>
          </a:prstGeom>
          <a:ln w="101600" cap="sq">
            <a:solidFill>
              <a:srgbClr val="1F4E79"/>
            </a:solidFill>
            <a:custDash>
              <a:ds d="300000" sp="100000"/>
            </a:custDash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ine 2 0">
            <a:extLst>
              <a:ext uri="{FF2B5EF4-FFF2-40B4-BE49-F238E27FC236}">
                <a16:creationId xmlns:a16="http://schemas.microsoft.com/office/drawing/2014/main" id="{15D400E5-5348-0887-8AE1-D8472A2597BD}"/>
              </a:ext>
            </a:extLst>
          </p:cNvPr>
          <p:cNvCxnSpPr/>
          <p:nvPr/>
        </p:nvCxnSpPr>
        <p:spPr>
          <a:xfrm>
            <a:off x="381000" y="2921000"/>
            <a:ext cx="3429000" cy="0"/>
          </a:xfrm>
          <a:prstGeom prst="line">
            <a:avLst/>
          </a:prstGeom>
          <a:ln w="19050" cap="flat">
            <a:solidFill>
              <a:srgbClr val="1F4E79"/>
            </a:solidFill>
            <a:custDash>
              <a:ds d="800000" sp="300000"/>
              <a:ds d="100000" sp="300000"/>
            </a:custDash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ine 2 1">
            <a:extLst>
              <a:ext uri="{FF2B5EF4-FFF2-40B4-BE49-F238E27FC236}">
                <a16:creationId xmlns:a16="http://schemas.microsoft.com/office/drawing/2014/main" id="{E79BAAF8-1A6C-B65F-2DF2-3B4DDD3A9CFB}"/>
              </a:ext>
            </a:extLst>
          </p:cNvPr>
          <p:cNvCxnSpPr/>
          <p:nvPr/>
        </p:nvCxnSpPr>
        <p:spPr>
          <a:xfrm>
            <a:off x="4318000" y="2921000"/>
            <a:ext cx="3429000" cy="0"/>
          </a:xfrm>
          <a:prstGeom prst="line">
            <a:avLst/>
          </a:prstGeom>
          <a:ln w="50800" cap="rnd">
            <a:solidFill>
              <a:srgbClr val="1F4E79"/>
            </a:solidFill>
            <a:custDash>
              <a:ds d="800000" sp="300000"/>
              <a:ds d="100000" sp="300000"/>
            </a:custDash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ine 2 2">
            <a:extLst>
              <a:ext uri="{FF2B5EF4-FFF2-40B4-BE49-F238E27FC236}">
                <a16:creationId xmlns:a16="http://schemas.microsoft.com/office/drawing/2014/main" id="{459ADD74-A15B-20F3-20DA-41ECA9FDB6DB}"/>
              </a:ext>
            </a:extLst>
          </p:cNvPr>
          <p:cNvCxnSpPr/>
          <p:nvPr/>
        </p:nvCxnSpPr>
        <p:spPr>
          <a:xfrm>
            <a:off x="8255000" y="2921000"/>
            <a:ext cx="3429000" cy="0"/>
          </a:xfrm>
          <a:prstGeom prst="line">
            <a:avLst/>
          </a:prstGeom>
          <a:ln w="101600" cap="sq">
            <a:solidFill>
              <a:srgbClr val="1F4E79"/>
            </a:solidFill>
            <a:custDash>
              <a:ds d="800000" sp="300000"/>
              <a:ds d="100000" sp="300000"/>
            </a:custDash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ine 3 0">
            <a:extLst>
              <a:ext uri="{FF2B5EF4-FFF2-40B4-BE49-F238E27FC236}">
                <a16:creationId xmlns:a16="http://schemas.microsoft.com/office/drawing/2014/main" id="{38616EEE-BD16-2A7C-1552-2E2219FA7CE9}"/>
              </a:ext>
            </a:extLst>
          </p:cNvPr>
          <p:cNvCxnSpPr/>
          <p:nvPr/>
        </p:nvCxnSpPr>
        <p:spPr>
          <a:xfrm>
            <a:off x="381000" y="4127500"/>
            <a:ext cx="3429000" cy="0"/>
          </a:xfrm>
          <a:prstGeom prst="line">
            <a:avLst/>
          </a:prstGeom>
          <a:ln w="19050" cap="flat">
            <a:solidFill>
              <a:srgbClr val="1F4E79"/>
            </a:solidFill>
            <a:custDash>
              <a:ds d="50000" sp="200000"/>
            </a:custDash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line 3 1">
            <a:extLst>
              <a:ext uri="{FF2B5EF4-FFF2-40B4-BE49-F238E27FC236}">
                <a16:creationId xmlns:a16="http://schemas.microsoft.com/office/drawing/2014/main" id="{CAABA43F-20B9-0883-FC37-85251F47B9BF}"/>
              </a:ext>
            </a:extLst>
          </p:cNvPr>
          <p:cNvCxnSpPr/>
          <p:nvPr/>
        </p:nvCxnSpPr>
        <p:spPr>
          <a:xfrm>
            <a:off x="4318000" y="4127500"/>
            <a:ext cx="3429000" cy="0"/>
          </a:xfrm>
          <a:prstGeom prst="line">
            <a:avLst/>
          </a:prstGeom>
          <a:ln w="50800" cap="rnd">
            <a:solidFill>
              <a:srgbClr val="1F4E79"/>
            </a:solidFill>
            <a:custDash>
              <a:ds d="50000" sp="200000"/>
            </a:custDash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ine 3 2">
            <a:extLst>
              <a:ext uri="{FF2B5EF4-FFF2-40B4-BE49-F238E27FC236}">
                <a16:creationId xmlns:a16="http://schemas.microsoft.com/office/drawing/2014/main" id="{77CC9803-CE54-75AB-AD8D-F75CF75944F6}"/>
              </a:ext>
            </a:extLst>
          </p:cNvPr>
          <p:cNvCxnSpPr/>
          <p:nvPr/>
        </p:nvCxnSpPr>
        <p:spPr>
          <a:xfrm>
            <a:off x="8255000" y="4127500"/>
            <a:ext cx="3429000" cy="0"/>
          </a:xfrm>
          <a:prstGeom prst="line">
            <a:avLst/>
          </a:prstGeom>
          <a:ln w="101600" cap="sq">
            <a:solidFill>
              <a:srgbClr val="1F4E79"/>
            </a:solidFill>
            <a:custDash>
              <a:ds d="50000" sp="200000"/>
            </a:custDash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ine 4 0">
            <a:extLst>
              <a:ext uri="{FF2B5EF4-FFF2-40B4-BE49-F238E27FC236}">
                <a16:creationId xmlns:a16="http://schemas.microsoft.com/office/drawing/2014/main" id="{45933DB3-8589-56CE-009E-68BD91E5A797}"/>
              </a:ext>
            </a:extLst>
          </p:cNvPr>
          <p:cNvCxnSpPr/>
          <p:nvPr/>
        </p:nvCxnSpPr>
        <p:spPr>
          <a:xfrm>
            <a:off x="381000" y="5334000"/>
            <a:ext cx="3429000" cy="0"/>
          </a:xfrm>
          <a:prstGeom prst="line">
            <a:avLst/>
          </a:prstGeom>
          <a:ln w="19050" cap="flat">
            <a:solidFill>
              <a:srgbClr val="1F4E79"/>
            </a:solidFill>
            <a:custDash>
              <a:ds d="400000" sp="200000"/>
              <a:ds d="100000" sp="200000"/>
              <a:ds d="100000" sp="200000"/>
            </a:custDash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ine 4 1">
            <a:extLst>
              <a:ext uri="{FF2B5EF4-FFF2-40B4-BE49-F238E27FC236}">
                <a16:creationId xmlns:a16="http://schemas.microsoft.com/office/drawing/2014/main" id="{746C0175-FD03-33E6-5DF3-6EDFE4706A3C}"/>
              </a:ext>
            </a:extLst>
          </p:cNvPr>
          <p:cNvCxnSpPr/>
          <p:nvPr/>
        </p:nvCxnSpPr>
        <p:spPr>
          <a:xfrm>
            <a:off x="4318000" y="5334000"/>
            <a:ext cx="3429000" cy="0"/>
          </a:xfrm>
          <a:prstGeom prst="line">
            <a:avLst/>
          </a:prstGeom>
          <a:ln w="50800" cap="rnd">
            <a:solidFill>
              <a:srgbClr val="1F4E79"/>
            </a:solidFill>
            <a:custDash>
              <a:ds d="400000" sp="200000"/>
              <a:ds d="100000" sp="200000"/>
              <a:ds d="100000" sp="200000"/>
            </a:custDash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ine 4 2">
            <a:extLst>
              <a:ext uri="{FF2B5EF4-FFF2-40B4-BE49-F238E27FC236}">
                <a16:creationId xmlns:a16="http://schemas.microsoft.com/office/drawing/2014/main" id="{AE45C2CC-B291-DCE4-58AF-53E635BA4BB3}"/>
              </a:ext>
            </a:extLst>
          </p:cNvPr>
          <p:cNvCxnSpPr/>
          <p:nvPr/>
        </p:nvCxnSpPr>
        <p:spPr>
          <a:xfrm>
            <a:off x="8255000" y="5334000"/>
            <a:ext cx="3429000" cy="0"/>
          </a:xfrm>
          <a:prstGeom prst="line">
            <a:avLst/>
          </a:prstGeom>
          <a:ln w="101600" cap="sq">
            <a:solidFill>
              <a:srgbClr val="1F4E79"/>
            </a:solidFill>
            <a:custDash>
              <a:ds d="400000" sp="200000"/>
              <a:ds d="100000" sp="200000"/>
              <a:ds d="100000" sp="200000"/>
            </a:custDash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59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 0">
            <a:extLst>
              <a:ext uri="{FF2B5EF4-FFF2-40B4-BE49-F238E27FC236}">
                <a16:creationId xmlns:a16="http://schemas.microsoft.com/office/drawing/2014/main" id="{8FEA4629-466A-1ED7-C35F-B6EA6BE43D3D}"/>
              </a:ext>
            </a:extLst>
          </p:cNvPr>
          <p:cNvSpPr/>
          <p:nvPr/>
        </p:nvSpPr>
        <p:spPr>
          <a:xfrm>
            <a:off x="381000" y="190500"/>
            <a:ext cx="3429000" cy="1079500"/>
          </a:xfrm>
          <a:prstGeom prst="rect">
            <a:avLst/>
          </a:prstGeom>
          <a:noFill/>
          <a:ln w="63500" cap="flat" cmpd="sng" algn="ctr">
            <a:solidFill>
              <a:srgbClr val="C00000"/>
            </a:solidFill>
            <a:custDash>
              <a:ds d="100000" sp="100000"/>
            </a:custDash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hape 0 1">
            <a:extLst>
              <a:ext uri="{FF2B5EF4-FFF2-40B4-BE49-F238E27FC236}">
                <a16:creationId xmlns:a16="http://schemas.microsoft.com/office/drawing/2014/main" id="{50CEA4D7-5958-ABF3-2E5B-F34458BB28FC}"/>
              </a:ext>
            </a:extLst>
          </p:cNvPr>
          <p:cNvSpPr/>
          <p:nvPr/>
        </p:nvSpPr>
        <p:spPr>
          <a:xfrm>
            <a:off x="4318000" y="190500"/>
            <a:ext cx="3429000" cy="1079500"/>
          </a:xfrm>
          <a:prstGeom prst="ellipse">
            <a:avLst/>
          </a:prstGeom>
          <a:noFill/>
          <a:ln w="63500" cap="rnd" cmpd="sng" algn="ctr">
            <a:solidFill>
              <a:srgbClr val="C00000"/>
            </a:solidFill>
            <a:custDash>
              <a:ds d="100000" sp="100000"/>
            </a:custDash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shape 0 2">
            <a:extLst>
              <a:ext uri="{FF2B5EF4-FFF2-40B4-BE49-F238E27FC236}">
                <a16:creationId xmlns:a16="http://schemas.microsoft.com/office/drawing/2014/main" id="{665ACEB6-88EB-5A64-951F-144FBA218CB0}"/>
              </a:ext>
            </a:extLst>
          </p:cNvPr>
          <p:cNvSpPr/>
          <p:nvPr/>
        </p:nvSpPr>
        <p:spPr>
          <a:xfrm>
            <a:off x="8255000" y="190500"/>
            <a:ext cx="3429000" cy="1079500"/>
          </a:xfrm>
          <a:prstGeom prst="rect">
            <a:avLst/>
          </a:prstGeom>
          <a:noFill/>
          <a:ln w="63500" cap="sq" cmpd="sng" algn="ctr">
            <a:solidFill>
              <a:srgbClr val="C00000"/>
            </a:solidFill>
            <a:custDash>
              <a:ds d="100000" sp="100000"/>
            </a:custDash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shape 1 0">
            <a:extLst>
              <a:ext uri="{FF2B5EF4-FFF2-40B4-BE49-F238E27FC236}">
                <a16:creationId xmlns:a16="http://schemas.microsoft.com/office/drawing/2014/main" id="{941EF966-A3C8-2F7B-9F59-5AA331C89539}"/>
              </a:ext>
            </a:extLst>
          </p:cNvPr>
          <p:cNvSpPr/>
          <p:nvPr/>
        </p:nvSpPr>
        <p:spPr>
          <a:xfrm>
            <a:off x="381000" y="1524000"/>
            <a:ext cx="3429000" cy="1079500"/>
          </a:xfrm>
          <a:prstGeom prst="rect">
            <a:avLst/>
          </a:prstGeom>
          <a:noFill/>
          <a:ln w="63500" cap="flat" cmpd="sng" algn="ctr">
            <a:solidFill>
              <a:srgbClr val="C00000"/>
            </a:solidFill>
            <a:custDash>
              <a:ds d="300000" sp="100000"/>
            </a:custDash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shape 1 1">
            <a:extLst>
              <a:ext uri="{FF2B5EF4-FFF2-40B4-BE49-F238E27FC236}">
                <a16:creationId xmlns:a16="http://schemas.microsoft.com/office/drawing/2014/main" id="{81A3D472-6A13-A430-7F1C-44E84220F587}"/>
              </a:ext>
            </a:extLst>
          </p:cNvPr>
          <p:cNvSpPr/>
          <p:nvPr/>
        </p:nvSpPr>
        <p:spPr>
          <a:xfrm>
            <a:off x="4318000" y="1524000"/>
            <a:ext cx="3429000" cy="1079500"/>
          </a:xfrm>
          <a:prstGeom prst="ellipse">
            <a:avLst/>
          </a:prstGeom>
          <a:noFill/>
          <a:ln w="63500" cap="rnd" cmpd="sng" algn="ctr">
            <a:solidFill>
              <a:srgbClr val="C00000"/>
            </a:solidFill>
            <a:custDash>
              <a:ds d="300000" sp="100000"/>
            </a:custDash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shape 1 2">
            <a:extLst>
              <a:ext uri="{FF2B5EF4-FFF2-40B4-BE49-F238E27FC236}">
                <a16:creationId xmlns:a16="http://schemas.microsoft.com/office/drawing/2014/main" id="{91367714-510E-232F-CCF9-A5F48DC2EABE}"/>
              </a:ext>
            </a:extLst>
          </p:cNvPr>
          <p:cNvSpPr/>
          <p:nvPr/>
        </p:nvSpPr>
        <p:spPr>
          <a:xfrm>
            <a:off x="8255000" y="1524000"/>
            <a:ext cx="3429000" cy="1079500"/>
          </a:xfrm>
          <a:prstGeom prst="rect">
            <a:avLst/>
          </a:prstGeom>
          <a:noFill/>
          <a:ln w="63500" cap="sq" cmpd="sng" algn="ctr">
            <a:solidFill>
              <a:srgbClr val="C00000"/>
            </a:solidFill>
            <a:custDash>
              <a:ds d="300000" sp="100000"/>
            </a:custDash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shape 2 0">
            <a:extLst>
              <a:ext uri="{FF2B5EF4-FFF2-40B4-BE49-F238E27FC236}">
                <a16:creationId xmlns:a16="http://schemas.microsoft.com/office/drawing/2014/main" id="{E2CAAB34-8232-2D76-BD9C-D559A5CC83B3}"/>
              </a:ext>
            </a:extLst>
          </p:cNvPr>
          <p:cNvSpPr/>
          <p:nvPr/>
        </p:nvSpPr>
        <p:spPr>
          <a:xfrm>
            <a:off x="381000" y="2857500"/>
            <a:ext cx="3429000" cy="1079500"/>
          </a:xfrm>
          <a:prstGeom prst="rect">
            <a:avLst/>
          </a:prstGeom>
          <a:noFill/>
          <a:ln w="63500" cap="flat" cmpd="sng" algn="ctr">
            <a:solidFill>
              <a:srgbClr val="C00000"/>
            </a:solidFill>
            <a:custDash>
              <a:ds d="800000" sp="300000"/>
              <a:ds d="100000" sp="300000"/>
            </a:custDash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shape 2 1">
            <a:extLst>
              <a:ext uri="{FF2B5EF4-FFF2-40B4-BE49-F238E27FC236}">
                <a16:creationId xmlns:a16="http://schemas.microsoft.com/office/drawing/2014/main" id="{35B4EDEA-55A8-70B8-1AEF-18A620E2BDCF}"/>
              </a:ext>
            </a:extLst>
          </p:cNvPr>
          <p:cNvSpPr/>
          <p:nvPr/>
        </p:nvSpPr>
        <p:spPr>
          <a:xfrm>
            <a:off x="4318000" y="2857500"/>
            <a:ext cx="3429000" cy="1079500"/>
          </a:xfrm>
          <a:prstGeom prst="ellipse">
            <a:avLst/>
          </a:prstGeom>
          <a:noFill/>
          <a:ln w="63500" cap="rnd" cmpd="sng" algn="ctr">
            <a:solidFill>
              <a:srgbClr val="C00000"/>
            </a:solidFill>
            <a:custDash>
              <a:ds d="800000" sp="300000"/>
              <a:ds d="100000" sp="300000"/>
            </a:custDash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shape 2 2">
            <a:extLst>
              <a:ext uri="{FF2B5EF4-FFF2-40B4-BE49-F238E27FC236}">
                <a16:creationId xmlns:a16="http://schemas.microsoft.com/office/drawing/2014/main" id="{3D12D6C8-328E-D875-B68B-E02BEE0011E0}"/>
              </a:ext>
            </a:extLst>
          </p:cNvPr>
          <p:cNvSpPr/>
          <p:nvPr/>
        </p:nvSpPr>
        <p:spPr>
          <a:xfrm>
            <a:off x="8255000" y="2857500"/>
            <a:ext cx="3429000" cy="1079500"/>
          </a:xfrm>
          <a:prstGeom prst="rect">
            <a:avLst/>
          </a:prstGeom>
          <a:noFill/>
          <a:ln w="63500" cap="sq" cmpd="sng" algn="ctr">
            <a:solidFill>
              <a:srgbClr val="C00000"/>
            </a:solidFill>
            <a:custDash>
              <a:ds d="800000" sp="300000"/>
              <a:ds d="100000" sp="300000"/>
            </a:custDash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shape 3 0">
            <a:extLst>
              <a:ext uri="{FF2B5EF4-FFF2-40B4-BE49-F238E27FC236}">
                <a16:creationId xmlns:a16="http://schemas.microsoft.com/office/drawing/2014/main" id="{4F5E18C2-2EF4-EE8A-5C9A-D44476626C12}"/>
              </a:ext>
            </a:extLst>
          </p:cNvPr>
          <p:cNvSpPr/>
          <p:nvPr/>
        </p:nvSpPr>
        <p:spPr>
          <a:xfrm>
            <a:off x="381000" y="4191000"/>
            <a:ext cx="3429000" cy="1079500"/>
          </a:xfrm>
          <a:prstGeom prst="rect">
            <a:avLst/>
          </a:prstGeom>
          <a:noFill/>
          <a:ln w="63500" cap="flat" cmpd="sng" algn="ctr">
            <a:solidFill>
              <a:srgbClr val="C00000"/>
            </a:solidFill>
            <a:custDash>
              <a:ds d="50000" sp="200000"/>
            </a:custDash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shape 3 1">
            <a:extLst>
              <a:ext uri="{FF2B5EF4-FFF2-40B4-BE49-F238E27FC236}">
                <a16:creationId xmlns:a16="http://schemas.microsoft.com/office/drawing/2014/main" id="{962DE7B5-5E03-1FB1-71EC-DC9AC12504FF}"/>
              </a:ext>
            </a:extLst>
          </p:cNvPr>
          <p:cNvSpPr/>
          <p:nvPr/>
        </p:nvSpPr>
        <p:spPr>
          <a:xfrm>
            <a:off x="4318000" y="4191000"/>
            <a:ext cx="3429000" cy="1079500"/>
          </a:xfrm>
          <a:prstGeom prst="ellipse">
            <a:avLst/>
          </a:prstGeom>
          <a:noFill/>
          <a:ln w="63500" cap="rnd" cmpd="sng" algn="ctr">
            <a:solidFill>
              <a:srgbClr val="C00000"/>
            </a:solidFill>
            <a:custDash>
              <a:ds d="50000" sp="200000"/>
            </a:custDash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shape 3 2">
            <a:extLst>
              <a:ext uri="{FF2B5EF4-FFF2-40B4-BE49-F238E27FC236}">
                <a16:creationId xmlns:a16="http://schemas.microsoft.com/office/drawing/2014/main" id="{2BB5B859-AA0A-F9CD-8A9C-C657395B09C5}"/>
              </a:ext>
            </a:extLst>
          </p:cNvPr>
          <p:cNvSpPr/>
          <p:nvPr/>
        </p:nvSpPr>
        <p:spPr>
          <a:xfrm>
            <a:off x="8255000" y="4191000"/>
            <a:ext cx="3429000" cy="1079500"/>
          </a:xfrm>
          <a:prstGeom prst="rect">
            <a:avLst/>
          </a:prstGeom>
          <a:noFill/>
          <a:ln w="63500" cap="sq" cmpd="sng" algn="ctr">
            <a:solidFill>
              <a:srgbClr val="C00000"/>
            </a:solidFill>
            <a:custDash>
              <a:ds d="50000" sp="200000"/>
            </a:custDash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shape 4 0">
            <a:extLst>
              <a:ext uri="{FF2B5EF4-FFF2-40B4-BE49-F238E27FC236}">
                <a16:creationId xmlns:a16="http://schemas.microsoft.com/office/drawing/2014/main" id="{962520A5-0628-802A-B416-8BA9C47EB4EA}"/>
              </a:ext>
            </a:extLst>
          </p:cNvPr>
          <p:cNvSpPr/>
          <p:nvPr/>
        </p:nvSpPr>
        <p:spPr>
          <a:xfrm>
            <a:off x="381000" y="5524500"/>
            <a:ext cx="3429000" cy="1079500"/>
          </a:xfrm>
          <a:prstGeom prst="rect">
            <a:avLst/>
          </a:prstGeom>
          <a:noFill/>
          <a:ln w="63500" cap="flat" cmpd="sng" algn="ctr">
            <a:solidFill>
              <a:srgbClr val="C00000"/>
            </a:solidFill>
            <a:custDash>
              <a:ds d="400000" sp="200000"/>
              <a:ds d="100000" sp="200000"/>
              <a:ds d="100000" sp="200000"/>
            </a:custDash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shape 4 1">
            <a:extLst>
              <a:ext uri="{FF2B5EF4-FFF2-40B4-BE49-F238E27FC236}">
                <a16:creationId xmlns:a16="http://schemas.microsoft.com/office/drawing/2014/main" id="{C20FDB12-9312-1900-66F4-3CB07934CC35}"/>
              </a:ext>
            </a:extLst>
          </p:cNvPr>
          <p:cNvSpPr/>
          <p:nvPr/>
        </p:nvSpPr>
        <p:spPr>
          <a:xfrm>
            <a:off x="4318000" y="5524500"/>
            <a:ext cx="3429000" cy="1079500"/>
          </a:xfrm>
          <a:prstGeom prst="ellipse">
            <a:avLst/>
          </a:prstGeom>
          <a:noFill/>
          <a:ln w="63500" cap="rnd" cmpd="sng" algn="ctr">
            <a:solidFill>
              <a:srgbClr val="C00000"/>
            </a:solidFill>
            <a:custDash>
              <a:ds d="400000" sp="200000"/>
              <a:ds d="100000" sp="200000"/>
              <a:ds d="100000" sp="200000"/>
            </a:custDash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shape 4 2">
            <a:extLst>
              <a:ext uri="{FF2B5EF4-FFF2-40B4-BE49-F238E27FC236}">
                <a16:creationId xmlns:a16="http://schemas.microsoft.com/office/drawing/2014/main" id="{97AC9A2C-8D74-9202-A990-F9CBAE575798}"/>
              </a:ext>
            </a:extLst>
          </p:cNvPr>
          <p:cNvSpPr/>
          <p:nvPr/>
        </p:nvSpPr>
        <p:spPr>
          <a:xfrm>
            <a:off x="8255000" y="5524500"/>
            <a:ext cx="3429000" cy="1079500"/>
          </a:xfrm>
          <a:prstGeom prst="rect">
            <a:avLst/>
          </a:prstGeom>
          <a:noFill/>
          <a:ln w="63500" cap="sq" cmpd="sng" algn="ctr">
            <a:solidFill>
              <a:srgbClr val="C00000"/>
            </a:solidFill>
            <a:custDash>
              <a:ds d="400000" sp="200000"/>
              <a:ds d="100000" sp="200000"/>
              <a:ds d="100000" sp="200000"/>
            </a:custDash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3744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Benutzerdefiniert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2026-10-08T23:26:16Z</dcterms:created>
  <dcterms:modified xsi:type="dcterms:W3CDTF">2026-10-08T23:26:16Z</dcterms:modified>
</cp:coreProperties>
</file>