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1-01T12:00:00.000"/>
    </inkml:context>
    <inkml:brush xml:id="b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">2000 2000, 3000 3500, 4000 2000, 5000 3500, 6000 2000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1-01T12:00:00.000"/>
    </inkml:context>
    <inkml:brush xml:id="b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">9000 2000, 10000 3500, 11000 2000, 12000 3500, 13000 2000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1-01T12:00:00.000"/>
    </inkml:context>
    <inkml:brush xml:id="b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">16000 2000, 17000 3500, 18000 2000, 19000 3500, 20000 2000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1-01T12:00:00.000"/>
    </inkml:context>
    <inkml:brush xml:id="b">
      <inkml:brushProperty name="width" value="0.2" units="cm"/>
      <inkml:brushProperty name="height" value="0.2" units="cm"/>
      <inkml:brushProperty name="color" value="#0070C0"/>
    </inkml:brush>
  </inkml:definitions>
  <inkml:trace contextRef="#ctx0" brushRef="#b">2000 6000, 3000 7500, 4000 6000, 5000 7500, 6000 6000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1-01T12:00:00.000"/>
    </inkml:context>
    <inkml:brush xml:id="b">
      <inkml:brushProperty name="width" value="0.2" units="cm"/>
      <inkml:brushProperty name="height" value="0.2" units="cm"/>
      <inkml:brushProperty name="color" value="#0070C0"/>
    </inkml:brush>
    <inkml:brush xml:id="c">
      <inkml:brushProperty name="width" value="0.6" units="cm"/>
      <inkml:brushProperty name="height" value="0.6" units="cm"/>
      <inkml:brushProperty name="color" value="#00B050"/>
    </inkml:brush>
  </inkml:definitions>
  <inkml:trace contextRef="#ctx0" brushRef="#b">9000 6000, 10000 7500, 11000 6000, 12000 7500, 13000 6000</inkml:trace>
  <inkml:trace contextRef="#ctx0" brushRef="#c">9000 8000, 13000 8000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1-01T12:00:00.000"/>
    </inkml:context>
    <inkml:brush xml:id="b">
      <inkml:brushProperty name="width" value="0.05" units="cm"/>
      <inkml:brushProperty name="height" value="0.05" units="cm"/>
      <inkml:brushProperty name="color" value="#0070C0"/>
    </inkml:brush>
  </inkml:definitions>
  <inkml:trace contextRef="#ctx0" brushRef="#b">16000 6000, 17000 7500, 18000 6000, 19000 7500, 20000 6000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1-01T12:00:00.000"/>
    </inkml:context>
    <inkml:brush xml:id="b">
      <inkml:brushProperty name="width" value="0.6" units="cm"/>
      <inkml:brushProperty name="height" value="0.6" units="cm"/>
      <inkml:brushProperty name="color" value="#FFFF00"/>
      <inkml:brushProperty name="tip" value="rectangle"/>
      <inkml:brushProperty name="rasterOp" value="maskPen"/>
    </inkml:brush>
  </inkml:definitions>
  <inkml:trace contextRef="#ctx0" brushRef="#b">2000 14200, 12000 14200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1-01T12:00:00.000"/>
    </inkml:context>
    <inkml:brush xml:id="b">
      <inkml:brushProperty name="width" value="0.6" units="cm"/>
      <inkml:brushProperty name="height" value="0.6" units="cm"/>
      <inkml:brushProperty name="color" value="#FFFF00"/>
      <inkml:brushProperty name="tip" value="rectangle"/>
      <inkml:brushProperty name="rasterOp" value="maskPen"/>
    </inkml:brush>
    <inkml:brush xml:id="c">
      <inkml:brushProperty name="width" value="0.05" units="cm"/>
      <inkml:brushProperty name="height" value="0.05" units="cm"/>
      <inkml:brushProperty name="color" value="#0070C0"/>
    </inkml:brush>
  </inkml:definitions>
  <inkml:trace contextRef="#ctx0" brushRef="#b">16000 12000, 24000 12000</inkml:trace>
  <inkml:trace contextRef="#ctx0" brushRef="#c">16000 13000, 18000 14000, 20000 13000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E8F7182-0215-B7B8-4E0B-F9D98D406F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132F515-0217-627E-07E2-96DF219B47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EEFA24E-1103-FAE5-5DF4-369237783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08190-ECEE-4405-8762-B79C9CB8530E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0B9AEF6-ECA7-5375-9D2A-9219CD264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AE9B31B-F227-680B-1A5B-4A0F8BB39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EE498-A838-455C-A0C1-5F48ABA5D83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872546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F91901-8F39-FF7F-CCA6-169CDACEE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A796B3E-4D3F-423B-724A-0257150FD1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693095-02EB-1ED4-2138-DBCDF7383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08190-ECEE-4405-8762-B79C9CB8530E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E392AE2-EF0D-8965-0AE5-37E0EFECF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138FF39-EBFE-318F-F0C5-31725B543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EE498-A838-455C-A0C1-5F48ABA5D83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355588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B4613E0-B031-BB09-3D86-4D71D6BF9A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2D7C947-6287-4461-3A17-37C825CBC4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E1BC5D2-BEBF-8EF6-32C8-3BA32A099D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08190-ECEE-4405-8762-B79C9CB8530E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F16A645-6CF5-2372-AD8B-087048D14A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1115614-93B9-AB86-1EC4-006CC254F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EE498-A838-455C-A0C1-5F48ABA5D83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50339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7DB456-2863-3480-7090-A9FADF07F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3820E33-1DF4-C86C-40F7-A0ACC32A67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6BF2CF0-8767-C2D8-01BE-62F26D9FEE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A8F8CA7-4C55-0A9E-29C8-D49405CA6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08190-ECEE-4405-8762-B79C9CB8530E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30DBED7-10D9-BE55-5E77-2D97D23D6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6B40A09-7B0A-B6A2-2924-DA119BD16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EE498-A838-455C-A0C1-5F48ABA5D83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91866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466955-E2EE-C428-F132-08C01E79DF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D6E4EFF-10CB-4156-EFA7-5B52AF8B58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7029288-9AC9-D28C-5B85-BB4D435C40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CCD134E9-EB26-C6B3-B8C6-4984B0B77E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764DC9F5-55D5-B857-C5E4-A0DDEDEA97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1E117FF-6E7F-0D05-50F9-3C44866528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08190-ECEE-4405-8762-B79C9CB8530E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39C89894-EE73-262E-C277-136DCC8CC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F2D2A99-F754-B526-0B0E-56541FBB1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EE498-A838-455C-A0C1-5F48ABA5D83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3310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7D2648-B9C5-E20B-C0AF-61927F470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72A27CC-1F2B-8CB2-390A-DFBDDBBA8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08190-ECEE-4405-8762-B79C9CB8530E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B7E7F46-852C-6A9C-E03D-7CB8BAED2C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83B5D59-CA79-F192-4C1A-46D634720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EE498-A838-455C-A0C1-5F48ABA5D83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13531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07A205A-753E-433C-5657-6DF44EF744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08190-ECEE-4405-8762-B79C9CB8530E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CB7D7A6-88C8-EEDE-70B7-6762764C86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906DBE4-F22D-C3B8-AB0D-76EC6E80B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EE498-A838-455C-A0C1-5F48ABA5D83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63339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986C57-B983-3B3D-2A4A-A4860D70FE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B9795F1-8858-7CD6-1EFA-A8BFCF6046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7416BBC-09AE-7367-55D5-CE42232D64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BC93DA8-54B8-71E2-1559-D16D128FF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08190-ECEE-4405-8762-B79C9CB8530E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872A153-3D74-E3F2-6CEF-6F088E8236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B834821-6B96-287A-641F-1C014631E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EE498-A838-455C-A0C1-5F48ABA5D83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526662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EB9A77-819F-03EE-2C5A-B45A9C4B3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96620AA1-4680-3083-AF63-3DF294CA072B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4118095-1B02-D8A1-6422-700F175C35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C5811F6-B15C-0A03-9410-A8823B6D11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08190-ECEE-4405-8762-B79C9CB8530E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692BC28-94C0-DBBE-9CCD-44C5AA2BD2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B5E5C24-47B8-A344-28E0-A81C1F24E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EE498-A838-455C-A0C1-5F48ABA5D83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8926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D55422-2CB7-9B09-37AB-512EA8BB13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8BBC50E-D1BF-B152-CE49-CFF69D8D61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804A387-1A42-F033-A278-E8FFA2BBF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08190-ECEE-4405-8762-B79C9CB8530E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D42681A-9FFF-EA98-3E8E-07019113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49181FD-4565-E445-CD20-302DDC487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EE498-A838-455C-A0C1-5F48ABA5D83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84159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D50D10E1-798B-A70D-61CE-F949D78ECB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356C762-F384-D7CA-AA6D-0019582FF5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EE913B4-B551-8F39-20B6-E647DF12C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08190-ECEE-4405-8762-B79C9CB8530E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117F3BD-B8E8-4A72-CF08-0F7D298EA8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77CAD4B-02AB-A95D-69EF-EE1BE6F35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EE498-A838-455C-A0C1-5F48ABA5D83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713477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7EAAE2C2-D4A7-E45A-B8A0-EE90D5A1A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D207141-B982-FA5C-43F5-E026D786C7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3CDCF69-51C6-8DCE-675D-F0E852842B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808190-ECEE-4405-8762-B79C9CB8530E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91BF911-A8EC-666E-A9F7-54B29E9D19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FE18BB4-7183-9146-7250-D09131EB5E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FEE498-A838-455C-A0C1-5F48ABA5D83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257823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Ink1" Type="http://schemas.openxmlformats.org/officeDocument/2006/relationships/customXml" Target="../ink/ink1.xml"/><Relationship Id="rIdInk2" Type="http://schemas.openxmlformats.org/officeDocument/2006/relationships/customXml" Target="../ink/ink2.xml"/><Relationship Id="rIdInk3" Type="http://schemas.openxmlformats.org/officeDocument/2006/relationships/customXml" Target="../ink/ink3.xml"/><Relationship Id="rIdInk4" Type="http://schemas.openxmlformats.org/officeDocument/2006/relationships/customXml" Target="../ink/ink4.xml"/><Relationship Id="rIdInk5" Type="http://schemas.openxmlformats.org/officeDocument/2006/relationships/customXml" Target="../ink/ink5.xml"/><Relationship Id="rIdInk6" Type="http://schemas.openxmlformats.org/officeDocument/2006/relationships/customXml" Target="../ink/ink6.xml"/><Relationship Id="rIdInk7" Type="http://schemas.openxmlformats.org/officeDocument/2006/relationships/customXml" Target="../ink/ink7.xml"/><Relationship Id="rIdInk8" Type="http://schemas.openxmlformats.org/officeDocument/2006/relationships/customXml" Target="../ink/ink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1DA5438B-4111-839F-A4A1-B38DB33DA9C8}"/>
              </a:ext>
            </a:extLst>
          </p:cNvPr>
          <p:cNvSpPr txBox="1"/>
          <p:nvPr/>
        </p:nvSpPr>
        <p:spPr>
          <a:xfrm>
            <a:off x="508000" y="5080000"/>
            <a:ext cx="508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de-DE" sz="2800"/>
              <a:t>Text under a highlighter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Ink1">
            <p14:nvContentPartPr>
              <p14:cNvPr id="200" name="Ink 1"/>
              <p14:cNvContentPartPr/>
              <p14:nvPr/>
            </p14:nvContentPartPr>
            <p14:xfrm>
              <a:off x="720000" y="720000"/>
              <a:ext cx="1440000" cy="540000"/>
            </p14:xfrm>
          </p:contentPart>
        </mc:Choice>
        <mc:Fallback/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Ink2">
            <p14:nvContentPartPr>
              <p14:cNvPr id="201" name="Ink 2"/>
              <p14:cNvContentPartPr/>
              <p14:nvPr/>
            </p14:nvContentPartPr>
            <p14:xfrm>
              <a:off x="3204000" y="684000"/>
              <a:ext cx="1512000" cy="612000"/>
            </p14:xfrm>
          </p:contentPart>
        </mc:Choice>
        <mc:Fallback/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Ink3">
            <p14:nvContentPartPr>
              <p14:cNvPr id="202" name="Ink 3"/>
              <p14:cNvContentPartPr/>
              <p14:nvPr/>
            </p14:nvContentPartPr>
            <p14:xfrm>
              <a:off x="5760000" y="720000"/>
              <a:ext cx="2880000" cy="1080000"/>
            </p14:xfrm>
          </p:contentPart>
        </mc:Choice>
        <mc:Fallback/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Ink4">
            <p14:nvContentPartPr>
              <p14:cNvPr id="203" name="Ink 4"/>
              <p14:cNvContentPartPr/>
              <p14:nvPr/>
            </p14:nvContentPartPr>
            <p14:xfrm>
              <a:off x="684000" y="2844000"/>
              <a:ext cx="1512000" cy="612000"/>
            </p14:xfrm>
          </p:contentPart>
        </mc:Choice>
        <mc:Fallback/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Ink5">
            <p14:nvContentPartPr>
              <p14:cNvPr id="204" name="Ink 5"/>
              <p14:cNvContentPartPr/>
              <p14:nvPr/>
            </p14:nvContentPartPr>
            <p14:xfrm>
              <a:off x="3240000" y="2160000"/>
              <a:ext cx="1440000" cy="720000"/>
            </p14:xfrm>
          </p:contentPart>
        </mc:Choice>
        <mc:Fallback/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Ink6">
            <p14:nvContentPartPr>
              <p14:cNvPr id="205" name="Ink 6"/>
              <p14:cNvContentPartPr/>
              <p14:nvPr/>
            </p14:nvContentPartPr>
            <p14:xfrm>
              <a:off x="5751000" y="2151000"/>
              <a:ext cx="1458000" cy="558000"/>
            </p14:xfrm>
          </p:contentPart>
        </mc:Choice>
        <mc:Fallback/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Ink7">
            <p14:nvContentPartPr>
              <p14:cNvPr id="206" name="Ink 7"/>
              <p14:cNvContentPartPr/>
              <p14:nvPr/>
            </p14:nvContentPartPr>
            <p14:xfrm>
              <a:off x="612000" y="5004000"/>
              <a:ext cx="3816000" cy="216000"/>
            </p14:xfrm>
          </p:contentPart>
        </mc:Choice>
        <mc:Fallback/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Ink8">
            <p14:nvContentPartPr>
              <p14:cNvPr id="207" name="Ink 8"/>
              <p14:cNvContentPartPr/>
              <p14:nvPr/>
            </p14:nvContentPartPr>
            <p14:xfrm>
              <a:off x="5652000" y="4212000"/>
              <a:ext cx="3096000" cy="936000"/>
            </p14:xfrm>
          </p:contentPart>
        </mc:Choice>
        <mc:Fallback/>
      </mc:AlternateContent>
    </p:spTree>
    <p:extLst>
      <p:ext uri="{BB962C8B-B14F-4D97-AF65-F5344CB8AC3E}">
        <p14:creationId xmlns:p14="http://schemas.microsoft.com/office/powerpoint/2010/main" val="14539275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</Words>
  <Application>Microsoft Office PowerPoint</Application>
  <PresentationFormat>Benutzerdefiniert</PresentationFormat>
  <Paragraphs>1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Fidelity generator</dc:creator>
  <cp:lastModifiedBy>Fidelity generator</cp:lastModifiedBy>
  <cp:revision>1</cp:revision>
  <dcterms:created xsi:type="dcterms:W3CDTF">2026-10-08T17:52:49Z</dcterms:created>
  <dcterms:modified xsi:type="dcterms:W3CDTF">2026-10-08T17:52:49Z</dcterms:modified>
</cp:coreProperties>
</file>