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">2000 2000, 3000 3500, 4000 2000, 5000 3500, 6000 2000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">9000 2000, 10000 3500, 11000 2000, 12000 3500, 13000 2000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">16000 2000, 17000 3500, 18000 2000, 19000 3500, 20000 2000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2" units="cm"/>
      <inkml:brushProperty name="height" value="0.2" units="cm"/>
      <inkml:brushProperty name="color" value="#0070C0"/>
    </inkml:brush>
  </inkml:definitions>
  <inkml:trace contextRef="#ctx0" brushRef="#b">2000 6000, 3000 7500, 4000 6000, 5000 7500, 6000 6000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2" units="cm"/>
      <inkml:brushProperty name="height" value="0.2" units="cm"/>
      <inkml:brushProperty name="color" value="#0070C0"/>
    </inkml:brush>
    <inkml:brush xml:id="c">
      <inkml:brushProperty name="width" value="0.6" units="cm"/>
      <inkml:brushProperty name="height" value="0.6" units="cm"/>
      <inkml:brushProperty name="color" value="#00B050"/>
    </inkml:brush>
  </inkml:definitions>
  <inkml:trace contextRef="#ctx0" brushRef="#b">9000 6000, 10000 7500, 11000 6000, 12000 7500, 13000 6000</inkml:trace>
  <inkml:trace contextRef="#ctx0" brushRef="#c">9000 8000, 13000 8000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">16000 6000, 17000 7500, 18000 6000, 19000 7500, 20000 6000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6" units="cm"/>
      <inkml:brushProperty name="height" value="0.6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">2000 14200, 12000 14200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6" units="cm"/>
      <inkml:brushProperty name="height" value="0.6" units="cm"/>
      <inkml:brushProperty name="color" value="#FFFF00"/>
      <inkml:brushProperty name="tip" value="rectangle"/>
      <inkml:brushProperty name="rasterOp" value="maskPen"/>
    </inkml:brush>
    <inkml:brush xml:id="c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">16000 12000, 24000 12000</inkml:trace>
  <inkml:trace contextRef="#ctx0" brushRef="#c">16000 13000, 18000 14000, 20000 13000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4" units="cm"/>
      <inkml:brushProperty name="height" value="0.4" units="cm"/>
      <inkml:brushProperty name="color" value="#E71224"/>
    </inkml:brush>
  </inkml:definitions>
  <inkml:trace contextRef="#ctx1" brushRef="#b">26500 2000 0, 28000 2000 8192, 29500 2000 16384, 31000 2000 24576, 32500 2000 32767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4" units="cm"/>
      <inkml:brushProperty name="height" value="0.4" units="cm"/>
      <inkml:brushProperty name="color" value="#E71224"/>
    </inkml:brush>
  </inkml:definitions>
  <inkml:trace contextRef="#ctx1" brushRef="#b">26500 4000 32767, 29500 4000 32767, 32500 4000 32767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4" units="cm"/>
      <inkml:brushProperty name="height" value="0.4" units="cm"/>
      <inkml:brushProperty name="color" value="#E71224"/>
    </inkml:brush>
  </inkml:definitions>
  <inkml:trace contextRef="#ctx1" brushRef="#b">26500 6000 8192, 29500 6000 8192, 32500 6000 8192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4" units="cm"/>
      <inkml:brushProperty name="height" value="0.4" units="cm"/>
      <inkml:brushProperty name="color" value="#0070C0"/>
      <inkml:brushProperty name="ignorePressure" value="1"/>
    </inkml:brush>
  </inkml:definitions>
  <inkml:trace contextRef="#ctx1" brushRef="#b">26500 8000 32767, 29500 8000 32767, 32500 8000 32767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01T12:00:00.000"/>
    </inkml:context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4-01-01T12:00:00.000"/>
    </inkml:context>
    <inkml:brush xml:id="b">
      <inkml:brushProperty name="width" value="0.3" units="cm"/>
      <inkml:brushProperty name="height" value="0.3" units="cm"/>
      <inkml:brushProperty name="color" value="#7030A0"/>
    </inkml:brush>
  </inkml:definitions>
  <inkml:trace contextRef="#ctx1" brushRef="#b">26500 10000 4000, 28000 11500 32767, 29500 10000 4000, 31000 11500 32767, 32500 10000 4000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39892-736A-A9B0-85B9-4CC6D7198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115E18-0328-4E07-425E-9104DB40D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510FF9-665B-4FA8-3C36-EEE8D5D8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4D9BCD-02E6-0E3A-19DF-DDF9D57D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2934C-27E7-BA84-ED0B-6283DFD0A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030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423AE-E3AC-36DB-4565-2CF359CD8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ECE5C7-9711-5A66-64D4-C2AFBCAF1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84657E-B482-19D5-FEEB-2317DAD5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4F4D61-46B2-B219-0737-913D14496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41AB54-1919-BFE7-6F91-3898AF17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45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117782-0654-7262-BD20-6AEB88F2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6DA940-36ED-30A7-B3C7-9F2FC840A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A0869B-9992-FC8A-2956-4214E6B8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C57148-4EEB-AE96-889E-289807CC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9A19E9-E021-7C06-B602-E3E12E3B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10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EE149-EABE-FBA2-5CF5-2E6EC06B3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B8322D-AD96-9968-45C0-AF8C6FF19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85FB57-E14C-3279-B2CE-A473DAA68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91D9A9-04D4-A501-A013-58CEFF34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B5234D-D315-D20F-C723-0B02D5F3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636249-6ECE-8716-580D-BB871961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560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99BFD-B012-28C5-8B67-D62D44AB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8329C9-CDAF-31D9-F2E5-0579175FC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8D7C2CF-2F75-4A5F-15FB-B95B3780A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24329A-1DB1-F63E-54DC-BE68570D0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F62F178-F223-A317-AA94-7E1487D89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6AB61E4-371B-354F-2927-41529A6C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649C9F5-70CA-5CB8-BB0B-C8A22BFE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7C66C5D-069F-88F2-BFEB-E15FCC9B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84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DC0EE-4A31-4A84-59A8-EAB35D48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8867E5-C243-229A-DC68-D358477CB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7C634-DA56-EF9E-E64F-ABD7F925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BDE2AA-C003-C1F0-8956-9958332A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38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336B7D-EEDD-C075-450C-8E1AEA20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05AA78-DC27-6BB8-0B18-8D1131092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4536F3-3F0B-ED8A-78ED-8BA8A070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86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846FE-409F-DE6C-918B-05A03C95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EC7551-CE6E-6F2D-BFD1-193D8798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212A25-6C38-7AD6-8A7D-6D1BD95FE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396382-38CF-D107-E64B-F044CEAB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AF71E4-6F53-D49E-F3BA-12F85FF3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BA0D38-1385-1891-38B6-133C7E9F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957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4C5D15-A283-AB84-48B0-9D62418D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7F09E0-20B5-0CDC-7D9C-13C1DA9B81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08D572-40FB-57CA-2BEC-3320EAEEB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205A0F-DC69-B9E8-E1DF-6BEE31FC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297E28-7C52-42EB-D582-5C4669CB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D11BB2-A711-71DB-9872-31C0EBE0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03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469AC-9FC8-488F-F8F6-5E875DA01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DEC1F0-3F80-61CF-CA62-EB049C1E3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CD1844-E3F9-CA1F-40B4-62BA8068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FC4252-E0D2-5564-EAB8-CA3D4C71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43B337-F1AA-BC8F-B517-FC386A12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67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045C9DD-42B4-CE9D-502A-B605C2FB6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1A4393-67A2-E636-0BFD-31C450871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DE5EEF-D3DD-7888-3A2A-539AC93E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F9B5E2-BD74-864A-8BBA-340BDFD9E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FED2B8-975A-1EA4-C2A5-D7E4B094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92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B1B202-45FD-5FE3-0E33-C1320C80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757D00-BF82-4A8A-0C4B-C45D765DB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DB34D9-E3A2-2816-2FE4-1ADA5D7C40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E988D-1B93-4C32-8AF0-3823B3639D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B7528-EAC1-7C0A-0713-69F564599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3A4660-B5D8-B245-C7F8-C8142A8E7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1D80D-627D-4426-A21E-9522BBF9A6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74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Ink1" Type="http://schemas.openxmlformats.org/officeDocument/2006/relationships/customXml" Target="../ink/ink1.xml"/><Relationship Id="rIdInk2" Type="http://schemas.openxmlformats.org/officeDocument/2006/relationships/customXml" Target="../ink/ink2.xml"/><Relationship Id="rIdInk3" Type="http://schemas.openxmlformats.org/officeDocument/2006/relationships/customXml" Target="../ink/ink3.xml"/><Relationship Id="rIdInk4" Type="http://schemas.openxmlformats.org/officeDocument/2006/relationships/customXml" Target="../ink/ink4.xml"/><Relationship Id="rIdInk5" Type="http://schemas.openxmlformats.org/officeDocument/2006/relationships/customXml" Target="../ink/ink5.xml"/><Relationship Id="rIdInk6" Type="http://schemas.openxmlformats.org/officeDocument/2006/relationships/customXml" Target="../ink/ink6.xml"/><Relationship Id="rIdInk7" Type="http://schemas.openxmlformats.org/officeDocument/2006/relationships/customXml" Target="../ink/ink7.xml"/><Relationship Id="rIdInk8" Type="http://schemas.openxmlformats.org/officeDocument/2006/relationships/customXml" Target="../ink/ink8.xml"/><Relationship Id="rIdInk9" Type="http://schemas.openxmlformats.org/officeDocument/2006/relationships/customXml" Target="../ink/ink9.xml"/><Relationship Id="rIdInk10" Type="http://schemas.openxmlformats.org/officeDocument/2006/relationships/customXml" Target="../ink/ink10.xml"/><Relationship Id="rIdInk11" Type="http://schemas.openxmlformats.org/officeDocument/2006/relationships/customXml" Target="../ink/ink11.xml"/><Relationship Id="rIdInk12" Type="http://schemas.openxmlformats.org/officeDocument/2006/relationships/customXml" Target="../ink/ink12.xml"/><Relationship Id="rIdInk13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CE77F6C-BB73-01BE-97A0-2FD7351C16BE}"/>
              </a:ext>
            </a:extLst>
          </p:cNvPr>
          <p:cNvSpPr txBox="1"/>
          <p:nvPr/>
        </p:nvSpPr>
        <p:spPr>
          <a:xfrm>
            <a:off x="508000" y="5080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/>
              <a:t>Text under a highlighter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Ink1">
            <p14:nvContentPartPr>
              <p14:cNvPr id="200" name="Ink 1"/>
              <p14:cNvContentPartPr/>
              <p14:nvPr/>
            </p14:nvContentPartPr>
            <p14:xfrm>
              <a:off x="720000" y="720000"/>
              <a:ext cx="1440000" cy="540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2">
            <p14:nvContentPartPr>
              <p14:cNvPr id="201" name="Ink 2"/>
              <p14:cNvContentPartPr/>
              <p14:nvPr/>
            </p14:nvContentPartPr>
            <p14:xfrm>
              <a:off x="3204000" y="684000"/>
              <a:ext cx="1512000" cy="612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3">
            <p14:nvContentPartPr>
              <p14:cNvPr id="202" name="Ink 3"/>
              <p14:cNvContentPartPr/>
              <p14:nvPr/>
            </p14:nvContentPartPr>
            <p14:xfrm>
              <a:off x="5760000" y="720000"/>
              <a:ext cx="2880000" cy="1080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4">
            <p14:nvContentPartPr>
              <p14:cNvPr id="203" name="Ink 4"/>
              <p14:cNvContentPartPr/>
              <p14:nvPr/>
            </p14:nvContentPartPr>
            <p14:xfrm>
              <a:off x="684000" y="2844000"/>
              <a:ext cx="1512000" cy="612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5">
            <p14:nvContentPartPr>
              <p14:cNvPr id="204" name="Ink 5"/>
              <p14:cNvContentPartPr/>
              <p14:nvPr/>
            </p14:nvContentPartPr>
            <p14:xfrm>
              <a:off x="3240000" y="2160000"/>
              <a:ext cx="1440000" cy="720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6">
            <p14:nvContentPartPr>
              <p14:cNvPr id="205" name="Ink 6"/>
              <p14:cNvContentPartPr/>
              <p14:nvPr/>
            </p14:nvContentPartPr>
            <p14:xfrm>
              <a:off x="5751000" y="2151000"/>
              <a:ext cx="1458000" cy="558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7">
            <p14:nvContentPartPr>
              <p14:cNvPr id="206" name="Ink 7"/>
              <p14:cNvContentPartPr/>
              <p14:nvPr/>
            </p14:nvContentPartPr>
            <p14:xfrm>
              <a:off x="612000" y="5004000"/>
              <a:ext cx="3816000" cy="216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8">
            <p14:nvContentPartPr>
              <p14:cNvPr id="207" name="Ink 8"/>
              <p14:cNvContentPartPr/>
              <p14:nvPr/>
            </p14:nvContentPartPr>
            <p14:xfrm>
              <a:off x="5652000" y="4212000"/>
              <a:ext cx="3096000" cy="936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9">
            <p14:nvContentPartPr>
              <p14:cNvPr id="208" name="Ink 9"/>
              <p14:cNvContentPartPr/>
              <p14:nvPr/>
            </p14:nvContentPartPr>
            <p14:xfrm>
              <a:off x="9468000" y="648000"/>
              <a:ext cx="2304000" cy="144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10">
            <p14:nvContentPartPr>
              <p14:cNvPr id="209" name="Ink 10"/>
              <p14:cNvContentPartPr/>
              <p14:nvPr/>
            </p14:nvContentPartPr>
            <p14:xfrm>
              <a:off x="9468000" y="1368000"/>
              <a:ext cx="2304000" cy="144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11">
            <p14:nvContentPartPr>
              <p14:cNvPr id="210" name="Ink 11"/>
              <p14:cNvContentPartPr/>
              <p14:nvPr/>
            </p14:nvContentPartPr>
            <p14:xfrm>
              <a:off x="9468000" y="2088000"/>
              <a:ext cx="2304000" cy="144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12">
            <p14:nvContentPartPr>
              <p14:cNvPr id="211" name="Ink 12"/>
              <p14:cNvContentPartPr/>
              <p14:nvPr/>
            </p14:nvContentPartPr>
            <p14:xfrm>
              <a:off x="9468000" y="2808000"/>
              <a:ext cx="2304000" cy="144000"/>
            </p14:xfrm>
          </p:contentPart>
        </mc:Choice>
        <mc:Fallback/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Ink13">
            <p14:nvContentPartPr>
              <p14:cNvPr id="212" name="Ink 13"/>
              <p14:cNvContentPartPr/>
              <p14:nvPr/>
            </p14:nvContentPartPr>
            <p14:xfrm>
              <a:off x="9486000" y="3546000"/>
              <a:ext cx="2268000" cy="648000"/>
            </p14:xfrm>
          </p:contentPart>
        </mc:Choice>
        <mc:Fallback/>
      </mc:AlternateContent>
    </p:spTree>
    <p:extLst>
      <p:ext uri="{BB962C8B-B14F-4D97-AF65-F5344CB8AC3E}">
        <p14:creationId xmlns:p14="http://schemas.microsoft.com/office/powerpoint/2010/main" val="2835428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2026-10-08T17:58:36Z</dcterms:created>
  <dcterms:modified xsi:type="dcterms:W3CDTF">2026-10-08T17:58:36Z</dcterms:modified>
</cp:coreProperties>
</file>