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96-46C7-B82E-AF45C77B0EA9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96-46C7-B82E-AF45C77B0EA9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96-46C7-B82E-AF45C77B0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1400736"/>
        <c:axId val="1019292080"/>
      </c:barChart>
      <c:catAx>
        <c:axId val="1211400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292080"/>
        <c:crosses val="autoZero"/>
        <c:auto val="1"/>
        <c:lblAlgn val="ctr"/>
        <c:lblOffset val="100"/>
        <c:noMultiLvlLbl val="0"/>
      </c:catAx>
      <c:valAx>
        <c:axId val="1019292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1400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5-4D17-8344-D4CBF122867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5-4D17-8344-D4CBF122867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F5-4D17-8344-D4CBF12286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1397024"/>
        <c:axId val="1019311760"/>
      </c:barChart>
      <c:catAx>
        <c:axId val="121139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19311760"/>
        <c:crosses val="autoZero"/>
        <c:auto val="1"/>
        <c:lblAlgn val="ctr"/>
        <c:lblOffset val="100"/>
        <c:noMultiLvlLbl val="0"/>
      </c:catAx>
      <c:valAx>
        <c:axId val="101931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139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237EC-898C-141A-184C-BB80FC531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E340CC-5287-C66E-7AE4-3E4252971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DD942B-3C2F-62E3-162E-C3EDA6C5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1AB964-4085-E333-8B03-5ED54BEF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AB1EE8-B40E-618C-646F-E5326527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022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67875-A98A-851F-0402-C11ECB2D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1B453D-C496-6B6F-1D84-8EB7F8B67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F14C33-7F1B-4654-5B0F-3D27E575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7623B-B943-0A81-DAD7-D78582E9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402B64-B3DF-D7A4-C17D-5E6B4AE3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800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6B545D-8655-C951-FAFE-2E3AF5A83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E8785A-2C40-5B97-A3EC-9E106A01D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70D94E-E62A-BB26-9267-CA2D7EB1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64614D-FA4B-01C9-12BD-5569CA66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A5A8B9-367C-ED61-65F9-73599704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841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30601C-79B4-E5AC-8DA1-B891A21A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EBD52D-3CCB-565A-A5A1-251527257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FC092C-1295-FAFA-BF4B-F66BA35DB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78058E-D2EC-D665-C649-4DCE5913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2B762B-0169-A985-2BCB-01231800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02D834-230E-5618-4D64-483F20CC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54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67A3AF-6F36-8BAD-0884-4D6BED9E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229D90-8A2F-DD19-60F6-CC26576F0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6E274E-7768-AFFB-228C-73F345A5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5A18581-DBE5-DBA6-829F-FBB40041C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9C99FE6-12B2-4406-054F-C0A9D7F8A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14DDDA8-EAE6-2A22-D82D-1B4E8FCF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DFBE778-930F-9F08-7F4C-17AD3FE6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01F922-047F-D246-6B75-6BC47727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594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0DBB1-1788-DF8D-D99C-502E3E542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4C2B4A-D8CB-5299-185E-C782CE76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822BD9-3E19-E210-5338-4D315EE5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453A2B-21F6-9FBD-2F3B-7CB89FA4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47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54F379C-073A-8B3B-AC50-AA74CD2A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79D22C-02F9-3CE7-65A9-3D3F8B8E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A2A5F3-10EF-CBDA-0843-54F9423F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23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8EA2C-0F23-43E8-C113-16A84CEC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97748D-E6AE-7688-42FC-B3E749ACA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FEF1DB-1642-9B78-B623-0F3C7A58C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C01123-6AAD-ACA4-BAFD-D183EBC1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B6A25D-03D7-86B0-932C-E32F937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DA3874-6322-0FD7-EC9E-DE448FDC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03003-D3E1-2B33-79F3-362920A7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A9C705-BD38-66F8-3903-F4F0CDC6D4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2DBBD5-936A-AE0B-2BF1-C9524A8A7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55051C-9415-E885-5EB3-662BCA3E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BE0B3B-9229-1073-411F-657914B93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37472B-5D2B-28FC-8B25-BBAB50D5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377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A3F7AA-260C-0A51-5BC2-3AD2424B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596FAB-0D18-434B-B840-0B50B9F32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D19CDD-F8CF-5362-DA5E-7BAEBEC7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1752CA-2D63-39D2-0EB9-B8D47869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295B08-F52C-5804-2151-D5B95040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1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67F7903-75F8-7B50-2999-1276BADA4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A74AA-0C6A-D56B-0B24-41B363ED0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E85F06-FB41-FD32-8383-00B73F91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405BED-D5A2-9BB7-CC7E-75698BC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2EF998-7BD8-07B8-FE88-8F5B106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27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B98C15-9AFB-D5CF-67EC-95C26C07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95DFCD-BAD1-AC0D-B351-991FDCD2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F3EDB-DA54-BA97-98A0-BCDFA9023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405F7-A932-4F13-9557-E375B393931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EE8666-88FF-E11C-DE5A-0D87A4BB0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9CA0A6-CC99-E3CB-BBE5-267BDF762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8A62F-700E-4B31-8193-DBAEEE6F7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361419"/>
      </p:ext>
    </p:extLst>
  </p:cSld>
  <p:clrMap bg1="dk1" tx1="lt1" bg2="dk2" tx2="lt2" accent1="accent2" accent2="accent1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40D1A-3B63-92A6-A599-36335D28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Mapped colors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9DE57A5-3963-4988-655E-23C48CA51E7E}"/>
              </a:ext>
            </a:extLst>
          </p:cNvPr>
          <p:cNvSpPr/>
          <p:nvPr/>
        </p:nvSpPr>
        <p:spPr>
          <a:xfrm>
            <a:off x="508000" y="1778000"/>
            <a:ext cx="1651000" cy="1143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accent1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EE4DD95-1F4D-A13C-2BE2-D779CAD9D3E4}"/>
              </a:ext>
            </a:extLst>
          </p:cNvPr>
          <p:cNvSpPr/>
          <p:nvPr/>
        </p:nvSpPr>
        <p:spPr>
          <a:xfrm>
            <a:off x="2413000" y="1778000"/>
            <a:ext cx="1651000" cy="11430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accent2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A7E515-334B-F01F-E4F3-3FA0125DDBBE}"/>
              </a:ext>
            </a:extLst>
          </p:cNvPr>
          <p:cNvSpPr/>
          <p:nvPr/>
        </p:nvSpPr>
        <p:spPr>
          <a:xfrm>
            <a:off x="4318000" y="1778000"/>
            <a:ext cx="1651000" cy="114300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accent3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992A41B-CB04-09CF-7D97-A4B981D29FFB}"/>
              </a:ext>
            </a:extLst>
          </p:cNvPr>
          <p:cNvSpPr/>
          <p:nvPr/>
        </p:nvSpPr>
        <p:spPr>
          <a:xfrm>
            <a:off x="6223000" y="1778000"/>
            <a:ext cx="1651000" cy="1143000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accent4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AD5CE68-AC40-7F9B-1591-797A36AB462C}"/>
              </a:ext>
            </a:extLst>
          </p:cNvPr>
          <p:cNvSpPr/>
          <p:nvPr/>
        </p:nvSpPr>
        <p:spPr>
          <a:xfrm>
            <a:off x="8128000" y="1778000"/>
            <a:ext cx="1651000" cy="1143000"/>
          </a:xfrm>
          <a:prstGeom prst="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accent5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81AD91C-CD84-5FEE-3AC9-05639DA4F000}"/>
              </a:ext>
            </a:extLst>
          </p:cNvPr>
          <p:cNvSpPr/>
          <p:nvPr/>
        </p:nvSpPr>
        <p:spPr>
          <a:xfrm>
            <a:off x="10033000" y="1778000"/>
            <a:ext cx="1651000" cy="1143000"/>
          </a:xfrm>
          <a:prstGeom prst="rect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accent6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82836F6-3A91-7211-2827-316AE886245C}"/>
              </a:ext>
            </a:extLst>
          </p:cNvPr>
          <p:cNvSpPr/>
          <p:nvPr/>
        </p:nvSpPr>
        <p:spPr>
          <a:xfrm>
            <a:off x="508000" y="3556000"/>
            <a:ext cx="2540000" cy="1016000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Text 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B94AF1B-1501-08DB-936B-5D6BEAE4518B}"/>
              </a:ext>
            </a:extLst>
          </p:cNvPr>
          <p:cNvSpPr/>
          <p:nvPr/>
        </p:nvSpPr>
        <p:spPr>
          <a:xfrm>
            <a:off x="3365500" y="3556000"/>
            <a:ext cx="2540000" cy="1016000"/>
          </a:xfrm>
          <a:prstGeom prst="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bg1"/>
                </a:solidFill>
              </a:rPr>
              <a:t>Background 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E7EE3DA-3449-62F3-4872-71E506A6AEC1}"/>
              </a:ext>
            </a:extLst>
          </p:cNvPr>
          <p:cNvSpPr/>
          <p:nvPr/>
        </p:nvSpPr>
        <p:spPr>
          <a:xfrm>
            <a:off x="6223000" y="3556000"/>
            <a:ext cx="2540000" cy="1016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2"/>
                </a:solidFill>
              </a:rPr>
              <a:t>Text 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08E83C2-7EA5-5742-0615-FE5B51090EFC}"/>
              </a:ext>
            </a:extLst>
          </p:cNvPr>
          <p:cNvSpPr/>
          <p:nvPr/>
        </p:nvSpPr>
        <p:spPr>
          <a:xfrm>
            <a:off x="9080500" y="3556000"/>
            <a:ext cx="2540000" cy="1016000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bg2"/>
                </a:solidFill>
              </a:rPr>
              <a:t>Background 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09125B1-A777-2B82-674C-941354944492}"/>
              </a:ext>
            </a:extLst>
          </p:cNvPr>
          <p:cNvSpPr txBox="1"/>
          <p:nvPr/>
        </p:nvSpPr>
        <p:spPr>
          <a:xfrm>
            <a:off x="508000" y="508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>
                <a:hlinkClick r:id="rId2"/>
              </a:rPr>
              <a:t>A hyperlink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72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ACF22-F668-425A-3410-059ED119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Chart color maps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7EE6417-3870-A255-8EBB-A97E6CDA1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5180032"/>
              </p:ext>
            </p:extLst>
          </p:nvPr>
        </p:nvGraphicFramePr>
        <p:xfrm>
          <a:off x="508000" y="15240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81D165C3-D8D9-9452-75A9-470E6880EE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3160033"/>
              </p:ext>
            </p:extLst>
          </p:nvPr>
        </p:nvGraphicFramePr>
        <p:xfrm>
          <a:off x="6350000" y="15240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634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02605F-DD31-FC20-B615-E09399EC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Slide override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909A94-4656-0631-E079-A990F0F2856D}"/>
              </a:ext>
            </a:extLst>
          </p:cNvPr>
          <p:cNvSpPr/>
          <p:nvPr/>
        </p:nvSpPr>
        <p:spPr>
          <a:xfrm>
            <a:off x="508000" y="2032000"/>
            <a:ext cx="3302000" cy="1524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accent1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63E87E-2925-25B7-94F0-D522FFC56BB3}"/>
              </a:ext>
            </a:extLst>
          </p:cNvPr>
          <p:cNvSpPr/>
          <p:nvPr/>
        </p:nvSpPr>
        <p:spPr>
          <a:xfrm>
            <a:off x="4318000" y="2032000"/>
            <a:ext cx="3302000" cy="15240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accent2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3A39348-E3BC-BAB8-687B-B73E184B19F0}"/>
              </a:ext>
            </a:extLst>
          </p:cNvPr>
          <p:cNvSpPr/>
          <p:nvPr/>
        </p:nvSpPr>
        <p:spPr>
          <a:xfrm>
            <a:off x="8128000" y="2032000"/>
            <a:ext cx="3302000" cy="152400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accent3</a:t>
            </a:r>
          </a:p>
        </p:txBody>
      </p:sp>
    </p:spTree>
    <p:extLst>
      <p:ext uri="{BB962C8B-B14F-4D97-AF65-F5344CB8AC3E}">
        <p14:creationId xmlns:p14="http://schemas.microsoft.com/office/powerpoint/2010/main" val="3061560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696"/>
            </a:gs>
            <a:gs pos="100000">
              <a:srgbClr val="3C78C8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0D2AA9-29A0-1E31-8AFA-45FFE260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Background fill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8B1C0F-F4FD-A404-58D3-BEC0FBE68903}"/>
              </a:ext>
            </a:extLst>
          </p:cNvPr>
          <p:cNvSpPr/>
          <p:nvPr/>
        </p:nvSpPr>
        <p:spPr>
          <a:xfrm>
            <a:off x="0" y="3175000"/>
            <a:ext cx="12192000" cy="1524000"/>
          </a:xfrm>
          <a:prstGeom prst="rect">
            <a:avLst/>
          </a:prstGeom>
          <a:solidFill>
            <a:srgbClr val="C82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 useBgFill="1">
        <p:nvSpPr>
          <p:cNvPr id="4" name="Ellipse 3">
            <a:extLst>
              <a:ext uri="{FF2B5EF4-FFF2-40B4-BE49-F238E27FC236}">
                <a16:creationId xmlns:a16="http://schemas.microsoft.com/office/drawing/2014/main" id="{63BAB3E2-C557-454D-F12B-01863F214768}"/>
              </a:ext>
            </a:extLst>
          </p:cNvPr>
          <p:cNvSpPr/>
          <p:nvPr/>
        </p:nvSpPr>
        <p:spPr>
          <a:xfrm>
            <a:off x="1016000" y="2540000"/>
            <a:ext cx="2286000" cy="2794000"/>
          </a:xfrm>
          <a:prstGeom prst="ellips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 useBgFill="1">
        <p:nvSpPr>
          <p:cNvPr id="5" name="Ellipse 4">
            <a:extLst>
              <a:ext uri="{FF2B5EF4-FFF2-40B4-BE49-F238E27FC236}">
                <a16:creationId xmlns:a16="http://schemas.microsoft.com/office/drawing/2014/main" id="{3CC6140B-F77F-D9BD-9F60-AB9EEB6E1AB1}"/>
              </a:ext>
            </a:extLst>
          </p:cNvPr>
          <p:cNvSpPr/>
          <p:nvPr/>
        </p:nvSpPr>
        <p:spPr>
          <a:xfrm rot="1800000">
            <a:off x="5080000" y="2794000"/>
            <a:ext cx="2286000" cy="2794000"/>
          </a:xfrm>
          <a:prstGeom prst="ellips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 useBgFill="1">
        <p:nvSpPr>
          <p:cNvPr id="6" name="Ellipse 5">
            <a:extLst>
              <a:ext uri="{FF2B5EF4-FFF2-40B4-BE49-F238E27FC236}">
                <a16:creationId xmlns:a16="http://schemas.microsoft.com/office/drawing/2014/main" id="{BF92EE88-9870-4711-BCDD-83F39FE75CA4}"/>
              </a:ext>
            </a:extLst>
          </p:cNvPr>
          <p:cNvSpPr/>
          <p:nvPr/>
        </p:nvSpPr>
        <p:spPr>
          <a:xfrm>
            <a:off x="8890000" y="2286000"/>
            <a:ext cx="2286000" cy="2794000"/>
          </a:xfrm>
          <a:prstGeom prst="ellips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846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Benutzerdefiniert</PresentationFormat>
  <Paragraphs>20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Mapped colors</vt:lpstr>
      <vt:lpstr>Chart color maps</vt:lpstr>
      <vt:lpstr>Slide override</vt:lpstr>
      <vt:lpstr>Background fill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2026-10-08T16:49:58Z</dcterms:created>
  <dcterms:modified xsi:type="dcterms:W3CDTF">2026-10-08T16:49:58Z</dcterms:modified>
</cp:coreProperties>
</file>