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88414B6-6D64-90E9-1905-738DCEDEC2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0CBF8AEF-79BE-DF02-3F08-44E3B990DB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706ECD-3486-E6AC-AF8C-BAA7677138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6AE3D64-B2E0-3135-7765-5FE5169006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D2BD782-3F29-8FA6-5DB5-8DDA9D9009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597654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B6C4D63-56B9-A34F-238B-7593E0B8EC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866A935-3CC5-DE82-E748-667A07CFC4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86F1469-6547-6B8E-CF16-9195FCDFA1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F8E605-01CF-283D-9F66-D80B4FE1AE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F6ECD5-D986-1E3B-4E62-C9639F7211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574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C9EC8BB-A42E-E729-2BB2-EF658D6993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EE0A8FD-302D-0E25-8E3A-7F87D0EB39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E1DFA58-C594-3DFE-1DB1-33792AA69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4806530-C2A3-FFB3-C9D3-C88919B839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23B2B64-8E05-3C14-72F2-A69017E60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61166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2013D08-B044-C6BF-B87C-10E2D9332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D4482A60-97AF-AC46-FDDA-7C838AA4F9F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A8BE279-43B9-38F2-83B2-4014E82FFB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1788860-F5C4-342C-8A0D-3988063B7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BD55A550-479B-8446-609C-B5F00CFB89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381831E8-AC63-7A3D-5B61-995C6AFCD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384684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BCA6426-CEC4-040D-E818-AF5F372B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D53A6C0-453F-FAC5-64CF-0F9CA1F57F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118E48BA-2B58-1B2F-103B-F423948D71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44E9A5AD-6F30-6761-970A-74FC7ABEF6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3624ACB3-7E18-AFDD-A6CF-D319172C5AD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E65A0341-691D-9E4C-0BB3-4FF6F004C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EBB1292-820D-E7C6-3611-356EF732E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19925D70-81D6-8F91-7369-96CEBDAB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150674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BDEF467-D165-8103-7F0E-A387A909BE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3806A83-92E7-3AE4-D123-8CF8DA9008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D83B97C-635F-FFA3-E1DB-8A9E4D9D2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2AB1EEF-B875-63ED-F65B-B828DF36F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197649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C1D7E8A6-8FF7-DDE3-7BFD-024AAFD47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E334AF70-21E0-62E1-E3AC-214AC32D4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F3B7C107-47D9-3A75-D235-763685905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306469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92205D-BE27-72ED-8573-0FEA290201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7D59462-31E3-6A09-3DAF-51FB59E7F8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0A00DBA1-055E-CE5F-B441-B1502A289B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CEBF2C12-FE66-CA8F-2729-2B25A8594D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3F12F19-C5DB-14EA-77C4-D929438B8F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640719E-AB66-0F6F-F797-A5E8CC4572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597121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2C3B5E8D-ED24-D3F7-6D71-734C606C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D4DE2FDB-9721-9D25-0ED9-5D74D810CD4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B105DFA0-C07D-DA0D-D13F-751E127A4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9AD07A2D-1F1F-4A27-BB76-2E3DE43D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2FB10F31-7DA0-DD31-6F1F-C807DBE05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A94C18C-790F-63CD-A88B-6E1D5CE7A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915913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943362-D97C-6E0A-E4C1-3AD6EF62CA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F1BD0FF6-84C1-A493-53BC-7BD112F7FDF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6E4567D-FF88-871E-FECE-A3F17B63E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2D2502F-408F-9019-9154-8750999BA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A2BC95C7-F992-042E-86B3-40F57CB2A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617353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6E771DAE-4163-4C80-0D48-CEECE2EAE7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9D058EA1-5820-4CE5-D6DF-D0ABC47734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5373581-5133-3B6B-1165-600A17FAA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3C53754-1CCD-6C1A-BB16-6F3D1F5D4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11A69FA-1636-7812-D3A0-6925E4572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32581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00BAF3C-81A9-4AB4-9521-0E1BC8C3E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6EFA632-8074-A465-A73D-4EC851081A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EC725BE-AA62-B817-0F8C-7EA15077DE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428585-B139-474B-9688-FDED56DFB423}" type="datetimeFigureOut">
              <a:rPr lang="de-DE" smtClean="0"/>
              <a:t>09.10.2026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D49FF16-865A-EFDF-2394-B55AEB8DDD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4A2EC35-5425-3FDF-AEA6-F1A7BC23E7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E0373D-7656-4310-9418-318FFD356A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59426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11E67A44-4C46-8BA1-F8E4-9CFCE681CF15}"/>
              </a:ext>
            </a:extLst>
          </p:cNvPr>
          <p:cNvSpPr txBox="1"/>
          <p:nvPr/>
        </p:nvSpPr>
        <p:spPr>
          <a:xfrm>
            <a:off x="381000" y="254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2000">
                <a:latin typeface="Arial" panose="020B0604020202020204" pitchFamily="34" charset="0"/>
              </a:rPr>
              <a:t>A	B	C	D	E</a:t>
            </a:r>
          </a:p>
          <a:p>
            <a:r>
              <a:rPr lang="en-US" sz="2000">
                <a:latin typeface="Arial" panose="020B0604020202020204" pitchFamily="34" charset="0"/>
              </a:rPr>
              <a:t>1	22	333	4444	55555</a:t>
            </a:r>
          </a:p>
          <a:p>
            <a:r>
              <a:rPr lang="en-US" sz="2000">
                <a:latin typeface="Arial" panose="020B0604020202020204" pitchFamily="34" charset="0"/>
              </a:rPr>
              <a:t>Word	WordWord	W</a:t>
            </a:r>
            <a:endParaRPr lang="de-DE" sz="2000">
              <a:latin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5CAC4BD-AAFA-C1CB-B669-DE8DD752FB20}"/>
              </a:ext>
            </a:extLst>
          </p:cNvPr>
          <p:cNvSpPr txBox="1"/>
          <p:nvPr/>
        </p:nvSpPr>
        <p:spPr>
          <a:xfrm>
            <a:off x="381000" y="1905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 defTabSz="457200"/>
            <a:r>
              <a:rPr lang="pt-BR" sz="2000">
                <a:latin typeface="Arial" panose="020B0604020202020204" pitchFamily="34" charset="0"/>
              </a:rPr>
              <a:t>A	B	C	D	E	F	G</a:t>
            </a:r>
          </a:p>
          <a:p>
            <a:pPr defTabSz="457200"/>
            <a:r>
              <a:rPr lang="pt-BR" sz="2000">
                <a:latin typeface="Arial" panose="020B0604020202020204" pitchFamily="34" charset="0"/>
              </a:rPr>
              <a:t>1	22	333	4444	55555</a:t>
            </a:r>
            <a:endParaRPr lang="de-DE" sz="2000">
              <a:latin typeface="Arial" panose="020B0604020202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8D7D4347-F0AF-C948-6AD0-5EAB8EEF3C81}"/>
              </a:ext>
            </a:extLst>
          </p:cNvPr>
          <p:cNvSpPr txBox="1"/>
          <p:nvPr/>
        </p:nvSpPr>
        <p:spPr>
          <a:xfrm>
            <a:off x="381000" y="3556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 defTabSz="720090"/>
            <a:r>
              <a:rPr lang="en-US" sz="2000">
                <a:latin typeface="Arial" panose="020B0604020202020204" pitchFamily="34" charset="0"/>
              </a:rPr>
              <a:t>A	B	C	D	E	F</a:t>
            </a:r>
          </a:p>
          <a:p>
            <a:pPr defTabSz="720090"/>
            <a:r>
              <a:rPr lang="en-US" sz="2000">
                <a:latin typeface="Arial" panose="020B0604020202020204" pitchFamily="34" charset="0"/>
              </a:rPr>
              <a:t>	Starts with a tab</a:t>
            </a:r>
          </a:p>
          <a:p>
            <a:pPr defTabSz="720090"/>
            <a:r>
              <a:rPr lang="en-US" sz="2000">
                <a:latin typeface="Arial" panose="020B0604020202020204" pitchFamily="34" charset="0"/>
              </a:rPr>
              <a:t>		Two tabs</a:t>
            </a:r>
            <a:endParaRPr lang="de-DE" sz="2000">
              <a:latin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CD0CD6A2-690C-ECD8-B7E3-AD0A186DB84C}"/>
              </a:ext>
            </a:extLst>
          </p:cNvPr>
          <p:cNvSpPr txBox="1"/>
          <p:nvPr/>
        </p:nvSpPr>
        <p:spPr>
          <a:xfrm>
            <a:off x="381000" y="5207000"/>
            <a:ext cx="381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r>
              <a:rPr lang="en-US" sz="2000">
                <a:latin typeface="Arial" panose="020B0604020202020204" pitchFamily="34" charset="0"/>
              </a:rPr>
              <a:t>Long text before a tab	after	and more	again</a:t>
            </a:r>
            <a:endParaRPr lang="de-DE" sz="2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07460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666BCCD8-DAE9-4AEA-52D6-59F5A10FCE5C}"/>
              </a:ext>
            </a:extLst>
          </p:cNvPr>
          <p:cNvSpPr txBox="1"/>
          <p:nvPr/>
        </p:nvSpPr>
        <p:spPr>
          <a:xfrm>
            <a:off x="381000" y="254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>
              <a:tabLst>
                <a:tab pos="2540000" algn="l"/>
                <a:tab pos="4826000" algn="l"/>
              </a:tabLst>
            </a:pPr>
            <a:r>
              <a:rPr lang="en-US" sz="2000">
                <a:latin typeface="Arial" panose="020B0604020202020204" pitchFamily="34" charset="0"/>
              </a:rPr>
              <a:t>Name	Value	Note</a:t>
            </a:r>
          </a:p>
          <a:p>
            <a:pPr>
              <a:tabLst>
                <a:tab pos="2540000" algn="l"/>
                <a:tab pos="4826000" algn="l"/>
              </a:tabLst>
            </a:pPr>
            <a:r>
              <a:rPr lang="en-US" sz="2000">
                <a:latin typeface="Arial" panose="020B0604020202020204" pitchFamily="34" charset="0"/>
              </a:rPr>
              <a:t>Apples	12	red</a:t>
            </a:r>
          </a:p>
          <a:p>
            <a:pPr>
              <a:tabLst>
                <a:tab pos="2540000" algn="l"/>
                <a:tab pos="4826000" algn="l"/>
              </a:tabLst>
            </a:pPr>
            <a:r>
              <a:rPr lang="en-US" sz="2000">
                <a:latin typeface="Arial" panose="020B0604020202020204" pitchFamily="34" charset="0"/>
              </a:rPr>
              <a:t>Pears	7	green</a:t>
            </a:r>
            <a:endParaRPr lang="de-DE" sz="2000">
              <a:latin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E29612D-9991-8A91-009C-C9BFD83BBEB8}"/>
              </a:ext>
            </a:extLst>
          </p:cNvPr>
          <p:cNvSpPr txBox="1"/>
          <p:nvPr/>
        </p:nvSpPr>
        <p:spPr>
          <a:xfrm>
            <a:off x="381000" y="1905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>
              <a:tabLst>
                <a:tab pos="3810000" algn="r"/>
                <a:tab pos="6604000" algn="r"/>
              </a:tabLst>
            </a:pPr>
            <a:r>
              <a:rPr lang="en-US" sz="2000">
                <a:latin typeface="Arial" panose="020B0604020202020204" pitchFamily="34" charset="0"/>
              </a:rPr>
              <a:t>Item	Price	Total</a:t>
            </a:r>
          </a:p>
          <a:p>
            <a:pPr>
              <a:tabLst>
                <a:tab pos="3810000" algn="r"/>
                <a:tab pos="6604000" algn="r"/>
              </a:tabLst>
            </a:pPr>
            <a:r>
              <a:rPr lang="en-US" sz="2000">
                <a:latin typeface="Arial" panose="020B0604020202020204" pitchFamily="34" charset="0"/>
              </a:rPr>
              <a:t>Books	12.50	1,250.00</a:t>
            </a:r>
          </a:p>
          <a:p>
            <a:pPr>
              <a:tabLst>
                <a:tab pos="3810000" algn="r"/>
                <a:tab pos="6604000" algn="r"/>
              </a:tabLst>
            </a:pPr>
            <a:r>
              <a:rPr lang="en-US" sz="2000">
                <a:latin typeface="Arial" panose="020B0604020202020204" pitchFamily="34" charset="0"/>
              </a:rPr>
              <a:t>Pens	3.20	64.00</a:t>
            </a:r>
            <a:endParaRPr lang="de-DE" sz="2000">
              <a:latin typeface="Arial" panose="020B0604020202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51E86B7-CC96-D9E3-4E55-584977609CE3}"/>
              </a:ext>
            </a:extLst>
          </p:cNvPr>
          <p:cNvSpPr txBox="1"/>
          <p:nvPr/>
        </p:nvSpPr>
        <p:spPr>
          <a:xfrm>
            <a:off x="381000" y="3556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>
              <a:tabLst>
                <a:tab pos="4191000" algn="ctr"/>
                <a:tab pos="8255000" algn="ctr"/>
              </a:tabLst>
            </a:pPr>
            <a:r>
              <a:rPr lang="en-US" sz="2000">
                <a:latin typeface="Arial" panose="020B0604020202020204" pitchFamily="34" charset="0"/>
              </a:rPr>
              <a:t>Left	Centered	More</a:t>
            </a:r>
          </a:p>
          <a:p>
            <a:pPr>
              <a:tabLst>
                <a:tab pos="4191000" algn="ctr"/>
                <a:tab pos="8255000" algn="ctr"/>
              </a:tabLst>
            </a:pPr>
            <a:r>
              <a:rPr lang="en-US" sz="2000">
                <a:latin typeface="Arial" panose="020B0604020202020204" pitchFamily="34" charset="0"/>
              </a:rPr>
              <a:t>x	A longer centered text	y</a:t>
            </a:r>
          </a:p>
          <a:p>
            <a:pPr>
              <a:tabLst>
                <a:tab pos="4191000" algn="ctr"/>
                <a:tab pos="8255000" algn="ctr"/>
              </a:tabLst>
            </a:pPr>
            <a:r>
              <a:rPr lang="en-US" sz="2000">
                <a:latin typeface="Arial" panose="020B0604020202020204" pitchFamily="34" charset="0"/>
              </a:rPr>
              <a:t>x	Short	y</a:t>
            </a:r>
            <a:endParaRPr lang="de-DE" sz="2000">
              <a:latin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1ABE610F-DB7F-6342-5B08-C80E6902215A}"/>
              </a:ext>
            </a:extLst>
          </p:cNvPr>
          <p:cNvSpPr txBox="1"/>
          <p:nvPr/>
        </p:nvSpPr>
        <p:spPr>
          <a:xfrm>
            <a:off x="381000" y="5207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>
              <a:tabLst>
                <a:tab pos="2540000" algn="dec"/>
                <a:tab pos="6604000" algn="dec"/>
              </a:tabLst>
            </a:pPr>
            <a:r>
              <a:rPr lang="pt-BR" sz="2000">
                <a:latin typeface="Arial" panose="020B0604020202020204" pitchFamily="34" charset="0"/>
              </a:rPr>
              <a:t>A	1.5	B	10.25</a:t>
            </a:r>
          </a:p>
          <a:p>
            <a:pPr>
              <a:tabLst>
                <a:tab pos="2540000" algn="dec"/>
                <a:tab pos="6604000" algn="dec"/>
              </a:tabLst>
            </a:pPr>
            <a:r>
              <a:rPr lang="pt-BR" sz="2000">
                <a:latin typeface="Arial" panose="020B0604020202020204" pitchFamily="34" charset="0"/>
              </a:rPr>
              <a:t>C	123.456	D	7</a:t>
            </a:r>
          </a:p>
          <a:p>
            <a:pPr>
              <a:tabLst>
                <a:tab pos="2540000" algn="dec"/>
                <a:tab pos="6604000" algn="dec"/>
              </a:tabLst>
            </a:pPr>
            <a:r>
              <a:rPr lang="pt-BR" sz="2000">
                <a:latin typeface="Arial" panose="020B0604020202020204" pitchFamily="34" charset="0"/>
              </a:rPr>
              <a:t>E	99	F	0.125</a:t>
            </a:r>
            <a:endParaRPr lang="de-DE" sz="2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8077842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215010CD-0F1F-AE56-BD13-09511214412D}"/>
              </a:ext>
            </a:extLst>
          </p:cNvPr>
          <p:cNvSpPr txBox="1"/>
          <p:nvPr/>
        </p:nvSpPr>
        <p:spPr>
          <a:xfrm>
            <a:off x="381000" y="254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 marL="762000" indent="-508000">
              <a:tabLst>
                <a:tab pos="1905000" algn="l"/>
                <a:tab pos="3810000" algn="l"/>
              </a:tabLst>
            </a:pPr>
            <a:r>
              <a:rPr lang="en-US" sz="2000">
                <a:latin typeface="Arial" panose="020B0604020202020204" pitchFamily="34" charset="0"/>
              </a:rPr>
              <a:t>First	second	third</a:t>
            </a:r>
          </a:p>
          <a:p>
            <a:pPr marL="762000" indent="-508000">
              <a:tabLst>
                <a:tab pos="1905000" algn="l"/>
                <a:tab pos="3810000" algn="l"/>
              </a:tabLst>
            </a:pPr>
            <a:r>
              <a:rPr lang="en-US" sz="2000">
                <a:latin typeface="Arial" panose="020B0604020202020204" pitchFamily="34" charset="0"/>
              </a:rPr>
              <a:t>More	text	here</a:t>
            </a:r>
            <a:endParaRPr lang="de-DE" sz="2000">
              <a:latin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F88A4B27-6DEF-CD90-EBB8-7CCBD12D501E}"/>
              </a:ext>
            </a:extLst>
          </p:cNvPr>
          <p:cNvSpPr txBox="1"/>
          <p:nvPr/>
        </p:nvSpPr>
        <p:spPr>
          <a:xfrm>
            <a:off x="381000" y="1905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>
              <a:tabLst>
                <a:tab pos="1270000" algn="l"/>
                <a:tab pos="3175000" algn="r"/>
              </a:tabLst>
            </a:pPr>
            <a:r>
              <a:rPr lang="de-DE" sz="2000">
                <a:latin typeface="Arial" panose="020B0604020202020204" pitchFamily="34" charset="0"/>
              </a:rPr>
              <a:t>A	B	C	D	E	F</a:t>
            </a:r>
          </a:p>
          <a:p>
            <a:pPr>
              <a:tabLst>
                <a:tab pos="1270000" algn="l"/>
                <a:tab pos="3175000" algn="r"/>
              </a:tabLst>
            </a:pPr>
            <a:r>
              <a:rPr lang="de-DE" sz="2000">
                <a:latin typeface="Arial" panose="020B0604020202020204" pitchFamily="34" charset="0"/>
              </a:rPr>
              <a:t>x	y	z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DA5D7D29-D997-0FEB-DAFC-4C7C3A0536D8}"/>
              </a:ext>
            </a:extLst>
          </p:cNvPr>
          <p:cNvSpPr txBox="1"/>
          <p:nvPr/>
        </p:nvSpPr>
        <p:spPr>
          <a:xfrm>
            <a:off x="381000" y="3556000"/>
            <a:ext cx="508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>
              <a:tabLst>
                <a:tab pos="4826000" algn="l"/>
              </a:tabLst>
            </a:pPr>
            <a:r>
              <a:rPr lang="en-US" sz="2000">
                <a:latin typeface="Arial" panose="020B0604020202020204" pitchFamily="34" charset="0"/>
              </a:rPr>
              <a:t>Text	after a stop past the line end and more words</a:t>
            </a:r>
            <a:endParaRPr lang="de-DE" sz="2000">
              <a:latin typeface="Arial" panose="020B0604020202020204" pitchFamily="34" charset="0"/>
            </a:endParaRP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F6C71CF8-7214-1845-4519-319C12563545}"/>
              </a:ext>
            </a:extLst>
          </p:cNvPr>
          <p:cNvSpPr txBox="1"/>
          <p:nvPr/>
        </p:nvSpPr>
        <p:spPr>
          <a:xfrm>
            <a:off x="381000" y="5207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 marL="457200" indent="-457200">
              <a:buFont typeface="+mj-lt"/>
              <a:buAutoNum type="arabicPeriod"/>
              <a:tabLst>
                <a:tab pos="3175000" algn="l"/>
              </a:tabLst>
            </a:pPr>
            <a:r>
              <a:rPr lang="en-US" sz="2000">
                <a:latin typeface="Arial" panose="020B0604020202020204" pitchFamily="34" charset="0"/>
              </a:rPr>
              <a:t>One	A</a:t>
            </a:r>
          </a:p>
          <a:p>
            <a:pPr marL="457200" indent="-457200">
              <a:buFont typeface="+mj-lt"/>
              <a:buAutoNum type="arabicPeriod"/>
              <a:tabLst>
                <a:tab pos="3175000" algn="l"/>
              </a:tabLst>
            </a:pPr>
            <a:r>
              <a:rPr lang="en-US" sz="2000">
                <a:latin typeface="Arial" panose="020B0604020202020204" pitchFamily="34" charset="0"/>
              </a:rPr>
              <a:t>Two	B</a:t>
            </a:r>
          </a:p>
          <a:p>
            <a:pPr marL="457200" indent="-457200">
              <a:buFont typeface="+mj-lt"/>
              <a:buAutoNum type="arabicPeriod"/>
              <a:tabLst>
                <a:tab pos="3175000" algn="l"/>
              </a:tabLst>
            </a:pPr>
            <a:r>
              <a:rPr lang="en-US" sz="2000">
                <a:latin typeface="Arial" panose="020B0604020202020204" pitchFamily="34" charset="0"/>
              </a:rPr>
              <a:t>Three	C</a:t>
            </a:r>
            <a:endParaRPr lang="de-DE" sz="20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074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feld 1">
            <a:extLst>
              <a:ext uri="{FF2B5EF4-FFF2-40B4-BE49-F238E27FC236}">
                <a16:creationId xmlns:a16="http://schemas.microsoft.com/office/drawing/2014/main" id="{31716666-B78C-4531-D20D-111F9B61B072}"/>
              </a:ext>
            </a:extLst>
          </p:cNvPr>
          <p:cNvSpPr txBox="1"/>
          <p:nvPr/>
        </p:nvSpPr>
        <p:spPr>
          <a:xfrm>
            <a:off x="381000" y="254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 algn="ctr"/>
            <a:r>
              <a:rPr lang="en-US" sz="2000">
                <a:latin typeface="Arial" panose="020B0604020202020204" pitchFamily="34" charset="0"/>
              </a:rPr>
              <a:t>A	B	C</a:t>
            </a:r>
          </a:p>
          <a:p>
            <a:pPr algn="ctr"/>
            <a:r>
              <a:rPr lang="en-US" sz="2000">
                <a:latin typeface="Arial" panose="020B0604020202020204" pitchFamily="34" charset="0"/>
              </a:rPr>
              <a:t>Centered	with	tabs</a:t>
            </a:r>
            <a:endParaRPr lang="de-DE" sz="2000">
              <a:latin typeface="Arial" panose="020B0604020202020204" pitchFamily="34" charset="0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75C795D1-B2B1-2ED3-20AF-9D2B8354963B}"/>
              </a:ext>
            </a:extLst>
          </p:cNvPr>
          <p:cNvSpPr txBox="1"/>
          <p:nvPr/>
        </p:nvSpPr>
        <p:spPr>
          <a:xfrm>
            <a:off x="381000" y="1905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 algn="r">
              <a:tabLst>
                <a:tab pos="3810000" algn="l"/>
              </a:tabLst>
            </a:pPr>
            <a:r>
              <a:rPr lang="en-US" sz="2000">
                <a:latin typeface="Arial" panose="020B0604020202020204" pitchFamily="34" charset="0"/>
              </a:rPr>
              <a:t>A	B	C</a:t>
            </a:r>
          </a:p>
          <a:p>
            <a:pPr algn="r">
              <a:tabLst>
                <a:tab pos="3810000" algn="l"/>
              </a:tabLst>
            </a:pPr>
            <a:r>
              <a:rPr lang="en-US" sz="2000">
                <a:latin typeface="Arial" panose="020B0604020202020204" pitchFamily="34" charset="0"/>
              </a:rPr>
              <a:t>Right	with	tabs</a:t>
            </a:r>
            <a:endParaRPr lang="de-DE" sz="2000">
              <a:latin typeface="Arial" panose="020B0604020202020204" pitchFamily="34" charset="0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DF57ABF-E0FA-D0CC-09C1-444976D2710A}"/>
              </a:ext>
            </a:extLst>
          </p:cNvPr>
          <p:cNvSpPr txBox="1"/>
          <p:nvPr/>
        </p:nvSpPr>
        <p:spPr>
          <a:xfrm>
            <a:off x="381000" y="3556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>
              <a:tabLst>
                <a:tab pos="5715000" algn="ctr"/>
                <a:tab pos="10795000" algn="r"/>
              </a:tabLst>
            </a:pPr>
            <a:r>
              <a:rPr lang="de-DE" sz="4000">
                <a:latin typeface="Arial" panose="020B0604020202020204" pitchFamily="34" charset="0"/>
              </a:rPr>
              <a:t>Big	size	tabs</a:t>
            </a:r>
          </a:p>
        </p:txBody>
      </p:sp>
      <p:sp>
        <p:nvSpPr>
          <p:cNvPr id="5" name="Textfeld 4">
            <a:extLst>
              <a:ext uri="{FF2B5EF4-FFF2-40B4-BE49-F238E27FC236}">
                <a16:creationId xmlns:a16="http://schemas.microsoft.com/office/drawing/2014/main" id="{638FBBA5-A621-2C04-2F39-2F3D24EE09D6}"/>
              </a:ext>
            </a:extLst>
          </p:cNvPr>
          <p:cNvSpPr txBox="1"/>
          <p:nvPr/>
        </p:nvSpPr>
        <p:spPr>
          <a:xfrm>
            <a:off x="381000" y="5207000"/>
            <a:ext cx="11430000" cy="369332"/>
          </a:xfrm>
          <a:prstGeom prst="rect">
            <a:avLst/>
          </a:prstGeom>
          <a:noFill/>
          <a:ln>
            <a:solidFill>
              <a:srgbClr val="BFBFBF"/>
            </a:solidFill>
          </a:ln>
        </p:spPr>
        <p:txBody>
          <a:bodyPr vert="horz" wrap="square" rtlCol="0">
            <a:noAutofit/>
          </a:bodyPr>
          <a:lstStyle/>
          <a:p>
            <a:pPr>
              <a:tabLst>
                <a:tab pos="1270000" algn="dec"/>
              </a:tabLst>
            </a:pPr>
            <a:r>
              <a:rPr lang="en-US" sz="1200">
                <a:latin typeface="Arial" panose="020B0604020202020204" pitchFamily="34" charset="0"/>
              </a:rPr>
              <a:t>small	text	with	many	tabs	and	default	stops</a:t>
            </a:r>
            <a:endParaRPr lang="de-DE" sz="120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996563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Microsoft Office PowerPoint</Application>
  <PresentationFormat>Benutzerdefiniert</PresentationFormat>
  <Paragraphs>35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8" baseType="lpstr">
      <vt:lpstr>Aptos</vt:lpstr>
      <vt:lpstr>Aptos Display</vt:lpstr>
      <vt:lpstr>Arial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Fidelity generator</dc:creator>
  <cp:lastModifiedBy>Fidelity generator</cp:lastModifiedBy>
  <cp:revision>1</cp:revision>
  <dcterms:created xsi:type="dcterms:W3CDTF">2026-10-08T23:22:12Z</dcterms:created>
  <dcterms:modified xsi:type="dcterms:W3CDTF">2026-10-08T23:22:12Z</dcterms:modified>
</cp:coreProperties>
</file>