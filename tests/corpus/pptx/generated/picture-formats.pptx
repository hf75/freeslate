
<file path=[Content_Types].xml><?xml version="1.0" encoding="utf-8"?>
<Types xmlns="http://schemas.openxmlformats.org/package/2006/content-types">
  <Default Extension="jpeg" ContentType="image/jpeg"/>
  <Default Extension="jxr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38D05-5241-0FE8-BDB1-1B822E710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A0C363-B13F-9941-2204-A67092BA7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E8C878-1DD8-CC62-5B23-FCBED9256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E2CD60-0852-6999-C7F4-EFCC4A1C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3C82A5-724C-D84E-7D8A-8A77F1AC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47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D4EC24-D6BA-B858-38CA-5B93BBA6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23844F-BE61-8BF7-83F1-8A27B5C34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9FC91A-8F62-A211-74F7-3A374163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894806-3A29-79EA-2346-7CDE2A53B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A06B6B-B262-B8C4-3FCB-588406E9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551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314E4-D9A0-3030-979E-7DE74E155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3E240D-3C51-6152-F624-5E7C4FBAA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3A9738-ABDF-D23A-ADE9-33A6D25B4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91D7E9-D279-1184-A84A-2A7B1E3BB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92060B-6CF9-4680-44F4-0AAD934A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33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26057-A692-6F8C-6070-20A419DC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69D0DD-2804-BCD4-D40B-BA94E1B00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60EBF3-91F5-2826-5759-EF9A346C2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B6F7F6-2B10-11F5-97D8-5690A541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E56386-471A-57B5-0C95-89DC1910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D371CC-28EC-8999-6849-06AC7300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599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E51F4C-94D1-3656-557C-39011B06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011B9F-611A-6396-2643-BD12DCD84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6DA20A-8D1D-08D2-A908-A98005ED2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B48C0B-CA4F-C019-8448-C2B3DFA4C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72A1A88-F525-2C5A-3ED6-F89EB5E13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8712363-66E2-8C6F-959F-B007D4F5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7FE55C7-D65F-5E0B-A13A-37E34AA4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66E2547-C805-BC3F-1B7A-065F23A3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65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DA2BFA-EC1C-6A92-0B89-C9EA15F7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3E57B5-CBD1-DE26-F613-4A16DC9F9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743B1E-6E6D-8F0E-DB2F-41349607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AEBF8A-022A-5972-6822-F29F74B3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938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B149F4C-7E63-CBDF-5BF0-67BDAF1D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E2927EE-1023-C77C-59B1-E5320001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F41AC6-20A0-FCDB-4E3C-9BDD2518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047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257BA5-E39C-357C-496D-E957ED41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EA21FA-98C6-E9E1-118E-EE73C48F0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30FC9B-E52D-8E27-ACB8-AF54EB6EC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461831-364B-B823-915A-AAAF6EB9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4EFA90-8571-F672-7CE8-E652FE20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8E9519-9D33-7282-CD4C-2CD97A41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C09733-9AE1-0484-6E8E-71F1EAB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46D87C5-B399-3EA7-0430-EF9A0D4BF65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887F04-8A91-5DE7-3A80-B6050836D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6D8645-F6F5-AB87-85F0-B8075954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949FB6-75EF-E2CB-EC29-8374D4869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94BEF-E8FB-8F23-195A-47D48554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33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F61163-9FE7-95B3-842F-851381B80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F6D49A-ED6D-2962-8973-3F1D5A0C7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ED3FCB-AAB2-02DC-A0F1-47CA19C3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0186DB-6627-4A74-6A25-C18F32EF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F046CA-7D2B-11E6-359C-51351C95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736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F5EBF4F-8FBC-B10F-D8FD-2940DE514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AA7DB3-B32E-A9D8-8BC1-7B8DDFD26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1F894E-98E2-9961-2BCD-45262B1B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7325FD-451E-3CD9-F278-3DB8CA55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7FBE56-8805-C0CA-9B06-FBAEB92A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383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247CAA8-30ED-8259-4DB9-3EB7FD17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237F5B-6AE8-0BBD-E8CF-AAD39FBC0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7FE0A5-8AC4-B89B-1350-0A1CC7083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DD49D-8704-42EA-801F-5E12FBDC4E8B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82D8E8-5DE0-C5F0-B4A6-D6A86694F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0EA605-0113-544C-E434-47EFC1CDD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A1CA3D-82A0-40EC-A914-BCBFDAD489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48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"/><Relationship Id="rId3" Type="http://schemas.openxmlformats.org/officeDocument/2006/relationships/image" Target="../media/image2.tif"/><Relationship Id="rId7" Type="http://schemas.openxmlformats.org/officeDocument/2006/relationships/image" Target="../media/image6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if"/><Relationship Id="rId5" Type="http://schemas.openxmlformats.org/officeDocument/2006/relationships/image" Target="../media/image4.tif"/><Relationship Id="rId10" Type="http://schemas.openxmlformats.org/officeDocument/2006/relationships/image" Target="../media/image9.tif"/><Relationship Id="rId4" Type="http://schemas.openxmlformats.org/officeDocument/2006/relationships/image" Target="../media/image3.tif"/><Relationship Id="rId9" Type="http://schemas.openxmlformats.org/officeDocument/2006/relationships/image" Target="../media/image8.t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xr"/><Relationship Id="rId3" Type="http://schemas.openxmlformats.org/officeDocument/2006/relationships/image" Target="../media/image11.jxr"/><Relationship Id="rId7" Type="http://schemas.openxmlformats.org/officeDocument/2006/relationships/image" Target="../media/image15.jxr"/><Relationship Id="rId2" Type="http://schemas.openxmlformats.org/officeDocument/2006/relationships/image" Target="../media/image10.jxr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xr"/><Relationship Id="rId11" Type="http://schemas.openxmlformats.org/officeDocument/2006/relationships/image" Target="../media/image19.jxr"/><Relationship Id="rId5" Type="http://schemas.openxmlformats.org/officeDocument/2006/relationships/image" Target="../media/image13.jxr"/><Relationship Id="rId10" Type="http://schemas.openxmlformats.org/officeDocument/2006/relationships/image" Target="../media/image18.jxr"/><Relationship Id="rId4" Type="http://schemas.openxmlformats.org/officeDocument/2006/relationships/image" Target="../media/image12.jxr"/><Relationship Id="rId9" Type="http://schemas.openxmlformats.org/officeDocument/2006/relationships/image" Target="../media/image17.jxr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C562BF3-F7FE-1029-872F-295771F337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762000"/>
            <a:ext cx="2260600" cy="1695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8A1516A-9677-CA69-1DB5-65CC361EFD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762000"/>
            <a:ext cx="2260600" cy="169545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115DE59-0096-D321-9C6E-73CA5AA5B31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762000"/>
            <a:ext cx="2260600" cy="169545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6E9BED6-530C-047D-80B5-5D6E2C9D24F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00" y="762000"/>
            <a:ext cx="2260600" cy="16954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11E56CB-0B7B-50A3-6614-61E511F34434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900" y="762000"/>
            <a:ext cx="2260600" cy="16954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579E8CA-433C-6CD0-2524-9189C6290580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683000"/>
            <a:ext cx="2260600" cy="169545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35B5F87-915A-62E0-4728-62B55888C97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3683000"/>
            <a:ext cx="2260600" cy="16954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30ED780B-1BD4-2669-0F2B-51914E795331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3683000"/>
            <a:ext cx="2260600" cy="169545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CEA2325-B63A-6415-D765-1049E09C054A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00" y="3683000"/>
            <a:ext cx="22606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69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73FC683-98EB-C6D0-5A7A-A2DAA1386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762000"/>
            <a:ext cx="2260600" cy="1695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B43C767-147C-2757-7EE8-7ABEE6C2F7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762000"/>
            <a:ext cx="2260600" cy="169545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314B76-40D1-0BD8-C239-1BCA45BA938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762000"/>
            <a:ext cx="2260600" cy="169545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466ED38-DBDD-69BE-2B81-DE58CA7CD08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00" y="762000"/>
            <a:ext cx="2260600" cy="16954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7FE17AC-7768-0C7A-A168-8EB22A086A4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900" y="762000"/>
            <a:ext cx="2260600" cy="16954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D2FF15E-9F9C-6D11-D7BF-3F836FB9A56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683000"/>
            <a:ext cx="2260600" cy="169545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0AF9E65-410B-5ED5-A29B-A05339B88C7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3683000"/>
            <a:ext cx="2260600" cy="16954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8BCCF7-F60A-8826-B968-AD6AEC82B5E4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3683000"/>
            <a:ext cx="2260600" cy="169545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EAED44B7-B62D-13C9-00D6-6F4109B91040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00" y="3683000"/>
            <a:ext cx="2260600" cy="169545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09EBCFA-47D8-1B97-3419-390601D2C34D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900" y="3683000"/>
            <a:ext cx="22606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32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2026-10-10T05:13:58Z</dcterms:created>
  <dcterms:modified xsi:type="dcterms:W3CDTF">2026-10-10T05:13:58Z</dcterms:modified>
</cp:coreProperties>
</file>