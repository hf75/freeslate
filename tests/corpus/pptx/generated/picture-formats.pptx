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0569AF-25A1-E26F-3B77-BD6196AD72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BEF46E7-BADE-DC9D-679F-9CDCF2018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4126B2-CB24-F6B8-DB2E-70CB3C0A7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A90A16-29DC-8399-9D4A-341B757D4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3319B6-0D8D-EBB9-D3F3-D577276AB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6989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AC8960-7F98-B11B-6A7F-82D201D85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1AFCE4-FCCC-425A-CAEC-79A4F38D6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9ED29E-F3EB-B45F-D103-01B21E8AB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1B1AFC-4D5F-2186-180B-77C131494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644124-E82B-5A4F-23A0-10E199063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8643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972EAF-6DFD-C89E-68C9-0D62F8B17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76BCA57-7BC7-2452-F5A4-0A3F3A9063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F08B8C8-838E-88F6-2DE0-06341152A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1EC194-CB4B-DAEF-815F-48B34DFCE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DC756D-49C0-4F0C-6475-57B7655E0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55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970B3-CECF-EEA0-6C45-13690ABBF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5AE239-6B14-CC1E-710D-F5D79F488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7136DDF-AB48-F00A-D3F9-A59646CB6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8CFC387-89E3-866F-3DC3-CED7882FE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83E293-CD41-C4B9-F9D2-87652526F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800088B-7463-181C-3F91-82C7FAA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5371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FFCC0F-5865-54B5-0C0F-3BD67A118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85246D-CCB7-6C48-F840-2E0611A6A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A373D2-DEB9-DB37-D26F-B641C5E550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A2984AA-5042-B3C5-4D34-1A0B714A71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07D048-95AC-965E-EF29-F7896A4EF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64F64A7-5BD0-65D4-1381-4C2D767D5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DE4C7D2-63DE-8363-56C4-C95A8D4C1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85F4191-0AE2-A0A3-2FD6-25E261722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2205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D654E-8740-7C10-2566-720EEADC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018A9E-0AC0-F271-BA50-E09C2C3B2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BD6D0D-567E-D3ED-DF48-59007FE44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EEFFEDE-81C4-CE38-5486-375FEC18C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3246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596649B-3C9E-48A4-EB04-D20D47260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336A6E5-CF5A-2BD1-8955-D2A396C2F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9F1585-63CB-B75A-456E-54D64A25A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1384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93772B-8726-8532-1F1B-60E27172A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191ACF9-8338-F475-6FE8-A0117A243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B1F4535-DD72-70B3-485B-493D776F66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915C9D9-F754-EFCD-57C6-F2C747D93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907FD68-6AEA-C3C4-65A2-9EFEAB23D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1A68EF5-ABFF-ECAE-66CC-7A8AAD7D1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2558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8891D8-5586-3443-E779-A140606E6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F8C14A0-D3F5-0A8E-1628-D0818CB651D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19E2488-E7A2-0804-2572-6FEAAF14F4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CD0FE88-5807-FD95-B85C-FA0A027CF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C0890E7-A3E6-B857-43A3-65F9169DA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A0761F3-7E55-A51E-DE4A-6A689865A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5251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0BCA0F-9891-A60B-6747-38DBA4B7E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F0ABE58-F106-8E5E-AF8D-13830A6106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FBDA9E4-E87E-5CA8-72D1-1CF893842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527ED92-6BA1-235D-F91F-19D562AE4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9510E4-2614-9FB2-DB5F-C362EF466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3326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A4A8374-F330-E54B-0B7C-B48D239691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ECC2B3-EA8A-77C1-644A-8B370BC1DA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9CADBD-3342-4CF6-4D8D-173B462DD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17E647-CA56-4D7B-F09B-1D837B28D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187AAA-54CA-2EE4-6713-98C59AF27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1410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3DF2985-A123-5DD5-DE13-BAE10EEF7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602E13-5C87-9569-6F06-ECF53BF8F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3A5A22-1BBF-B3E7-D92D-2E39074E80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31E337-A1DE-437B-B86D-AF21ED8D6D10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3B016C-F81C-76BD-045D-463E9FC0F5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67AF0E6-3147-DE12-F7BA-5577DC5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D1593-1C71-4D52-B718-A1B7789A5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8284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if"/><Relationship Id="rId3" Type="http://schemas.openxmlformats.org/officeDocument/2006/relationships/image" Target="../media/image2.tif"/><Relationship Id="rId7" Type="http://schemas.openxmlformats.org/officeDocument/2006/relationships/image" Target="../media/image6.tif"/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tif"/><Relationship Id="rId5" Type="http://schemas.openxmlformats.org/officeDocument/2006/relationships/image" Target="../media/image4.tif"/><Relationship Id="rId10" Type="http://schemas.openxmlformats.org/officeDocument/2006/relationships/image" Target="../media/image9.tif"/><Relationship Id="rId4" Type="http://schemas.openxmlformats.org/officeDocument/2006/relationships/image" Target="../media/image3.tif"/><Relationship Id="rId9" Type="http://schemas.openxmlformats.org/officeDocument/2006/relationships/image" Target="../media/image8.t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E1CC29E-87BB-4C85-AFDA-495581B0342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762000"/>
            <a:ext cx="2260600" cy="169545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B8EA5AF-14C7-31D9-ACB2-ED5554F4C0C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100" y="762000"/>
            <a:ext cx="2260600" cy="169545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44CFAD0-A382-1399-C3EF-1F7C5ED97313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5700" y="762000"/>
            <a:ext cx="2260600" cy="169545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02CF7EE-9E6B-12FF-637E-6F70B4DA443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3300" y="762000"/>
            <a:ext cx="2260600" cy="169545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CAC96986-E34E-55D3-EF68-07D5F3A4E292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900" y="762000"/>
            <a:ext cx="2260600" cy="169545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A8087B9-6CD9-691F-63FD-9C76689D5469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3683000"/>
            <a:ext cx="2260600" cy="16954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F5EE2E7-6711-7F96-71F8-1ACEFA3F3776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100" y="3683000"/>
            <a:ext cx="2260600" cy="16954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FF365356-B800-D73F-9C3D-A25237157899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5700" y="3683000"/>
            <a:ext cx="2260600" cy="169545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78828CD7-F5CF-B847-F617-616512A2942A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3300" y="3683000"/>
            <a:ext cx="2260600" cy="169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401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2026-10-09T02:18:00Z</dcterms:created>
  <dcterms:modified xsi:type="dcterms:W3CDTF">2026-10-09T02:18:00Z</dcterms:modified>
</cp:coreProperties>
</file>