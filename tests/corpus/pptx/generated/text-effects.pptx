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77B5C-AE00-4351-B55C-2B5BAF9EA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32EDDE5-10B8-D87A-B49E-AA318006E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EA29E7-DE9B-1B40-A5F4-C5A1C13D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CD449A-5EAF-9DC6-57E9-D8D4BC9B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599A1-56ED-8A63-47BC-E2E56C5D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17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BEF72F-806A-8D93-EFB9-D267678A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6B0455-34AA-F8E3-2C8A-38D1FE0F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11C0E7-1552-1C5E-6576-6428B581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59D3D-782D-FBAF-EF15-F3011051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32F1AE-3115-74F7-CF60-14E75F7D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303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97018-F2B6-1C65-DA35-4E646225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EA79E2-916B-E6E6-5BA5-2D05E51E1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AAF8FD-5FEB-AADC-6BCE-8D30C801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27D217-7F2E-B15C-1729-9A9316212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E73FCF-F8D6-0D27-FC15-EEEE85F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266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09880-1839-C75E-295D-384935A5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349148-0E5F-8814-859F-371DFB7AF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534332-D2F9-11EF-4EAA-DB4732BA3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F0EA7A-81F9-8D9A-A5B8-DF743629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EE82FC-31C9-979C-8589-0F0A946B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091AD6-49B5-3813-F997-05AAE68A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61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768FC-BB2A-93DB-D0C4-3BFDE5CD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D8846C-4835-1349-7E4C-934F8C05B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016FDE-D0E8-F2C2-6D42-99724FB4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0D79F9-AC29-C1FA-236F-F7CD6195E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160E75A-FC44-A842-0C4B-41EB8F4DD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ADCEFCA-973D-D9F3-EE84-22389EBC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9ACE42-0D64-BB10-2A4B-145143D6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258F666-E707-95EB-31DB-4CA3FB2A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042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FACAFA-8D2C-CF62-D4E2-BB64151C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1C829B4-228F-A986-110C-F4CE3BC1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25E872-2A7E-E5FA-1CE7-992083EF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93A87E-57A6-06C3-9BFF-B9AB344F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19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6CDB33-5467-E5EF-5D2E-D8013355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63CBEE-B227-80DC-B2E2-4F98D62DD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946BA9-FC0F-6F2C-FD95-C6DE4188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52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CE6BC-EE98-3970-9370-D47DC551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8EB831-EE02-0E2D-116B-148DFA05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453AD3-8CB7-D317-6443-229BE55D1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1F77B9-AC4F-ED6C-8CA7-A443582E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1EAB53-E93F-671E-37E4-695091C9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125B78-EE2F-798F-036E-CFA3EE88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42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B83E4-E523-9909-D94E-EFFFF2FE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945846E-55A5-E006-3C1F-A76BFFD2B23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5D68F5-3803-8C76-7F66-BD70B39B1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FD81D7-AB90-5A5C-13F0-3F37EAF3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FBC56F-E68A-BA37-D165-3FCF8C79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1AE209-5713-3FF8-D6C1-129A5ACA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42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44AAA0-5F52-C060-97DF-F5AAB700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EE2E23-4D20-6E4C-F549-92AF3A962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6B843A-6A66-DE8B-459C-1823287D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7A1661-49FC-CB21-CFE4-BBC5D309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298AA1-1BCC-9228-6835-1E5A38C4A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134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206EC8-7C33-73B5-8DC2-E9B9E5378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CFBB4B-BD86-8D4C-9281-581CC5971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2981B5-1C00-35EF-2399-5E3DFCC4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7BBE87-8067-B1F3-A153-BAF013EA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DB3E2D-AC1D-6CAC-2887-F2DD14D3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231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DC00A6-5662-123C-2E82-501F79C2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F76787-7F86-BE3D-FCD7-87D0EC2CF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3A3F85-A357-CBC1-8F38-B792873F1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7C567-FA52-4AEF-97AB-C5FB6C1B2C2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1BF149-5B9B-4593-B17B-F146F03B5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BE034B-2D42-44A8-59BF-27EB07283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8536F-3462-463E-B364-EF95866696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43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2AD318D-D54D-B44B-72CE-C83AC99AA62D}"/>
              </a:ext>
            </a:extLst>
          </p:cNvPr>
          <p:cNvSpPr txBox="1"/>
          <p:nvPr/>
        </p:nvSpPr>
        <p:spPr>
          <a:xfrm>
            <a:off x="508000" y="508000"/>
            <a:ext cx="3228320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gradFill flip="none" rotWithShape="1">
                  <a:gsLst>
                    <a:gs pos="0">
                      <a:srgbClr val="DC2828"/>
                    </a:gs>
                    <a:gs pos="100000">
                      <a:srgbClr val="283CDC"/>
                    </a:gs>
                  </a:gsLst>
                  <a:lin ang="0" scaled="1"/>
                  <a:tileRect/>
                </a:gradFill>
                <a:latin typeface="Aptos" panose="020B0004020202020204" pitchFamily="34" charset="0"/>
              </a:rPr>
              <a:t>Gradient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0421E81-FD56-275B-56F3-D90FA3FAE902}"/>
              </a:ext>
            </a:extLst>
          </p:cNvPr>
          <p:cNvSpPr txBox="1"/>
          <p:nvPr/>
        </p:nvSpPr>
        <p:spPr>
          <a:xfrm>
            <a:off x="6350000" y="381000"/>
            <a:ext cx="3961405" cy="156966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4800" b="1">
                <a:gradFill flip="none" rotWithShape="1">
                  <a:gsLst>
                    <a:gs pos="0">
                      <a:srgbClr val="F0A000"/>
                    </a:gs>
                    <a:gs pos="100000">
                      <a:srgbClr val="00783C"/>
                    </a:gs>
                  </a:gsLst>
                  <a:lin ang="5400000" scaled="1"/>
                  <a:tileRect/>
                </a:gradFill>
                <a:latin typeface="Aptos" panose="020B0004020202020204" pitchFamily="34" charset="0"/>
              </a:rPr>
              <a:t>Gradient over</a:t>
            </a:r>
          </a:p>
          <a:p>
            <a:r>
              <a:rPr lang="de-DE" sz="4800" b="1">
                <a:gradFill flip="none" rotWithShape="1">
                  <a:gsLst>
                    <a:gs pos="0">
                      <a:srgbClr val="F0A000"/>
                    </a:gs>
                    <a:gs pos="100000">
                      <a:srgbClr val="00783C"/>
                    </a:gs>
                  </a:gsLst>
                  <a:lin ang="5400000" scaled="1"/>
                  <a:tileRect/>
                </a:gradFill>
                <a:latin typeface="Aptos" panose="020B0004020202020204" pitchFamily="34" charset="0"/>
              </a:rPr>
              <a:t>two lines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C74C832-573D-2C0E-1356-6AAE56CC07D2}"/>
              </a:ext>
            </a:extLst>
          </p:cNvPr>
          <p:cNvSpPr txBox="1"/>
          <p:nvPr/>
        </p:nvSpPr>
        <p:spPr>
          <a:xfrm>
            <a:off x="508000" y="2540000"/>
            <a:ext cx="2781531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ln w="25400">
                  <a:solidFill>
                    <a:srgbClr val="C80000"/>
                  </a:solidFill>
                </a:ln>
                <a:solidFill>
                  <a:srgbClr val="FFE678"/>
                </a:solidFill>
                <a:latin typeface="Aptos" panose="020B0004020202020204" pitchFamily="34" charset="0"/>
              </a:rPr>
              <a:t>Outline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5A885C-102E-9CAE-8571-3DBF934AACE8}"/>
              </a:ext>
            </a:extLst>
          </p:cNvPr>
          <p:cNvSpPr txBox="1"/>
          <p:nvPr/>
        </p:nvSpPr>
        <p:spPr>
          <a:xfrm>
            <a:off x="6350000" y="2540000"/>
            <a:ext cx="2258952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ln w="19050">
                  <a:solidFill>
                    <a:srgbClr val="1E3CA0"/>
                  </a:solidFill>
                </a:ln>
                <a:noFill/>
                <a:latin typeface="Aptos" panose="020B0004020202020204" pitchFamily="34" charset="0"/>
              </a:rPr>
              <a:t>No fill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E1E312E-715E-607B-33AF-F82B4A1641E6}"/>
              </a:ext>
            </a:extLst>
          </p:cNvPr>
          <p:cNvSpPr txBox="1"/>
          <p:nvPr/>
        </p:nvSpPr>
        <p:spPr>
          <a:xfrm>
            <a:off x="508000" y="4572000"/>
            <a:ext cx="2748829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pattFill prst="wdDnDiag">
                  <a:fgClr>
                    <a:srgbClr val="005AA0"/>
                  </a:fgClr>
                  <a:bgClr>
                    <a:srgbClr val="AADCFF"/>
                  </a:bgClr>
                </a:pattFill>
                <a:latin typeface="Aptos" panose="020B0004020202020204" pitchFamily="34" charset="0"/>
              </a:rPr>
              <a:t>Pattern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F4771D-BEC5-5FF5-86D1-5145A1EAAC90}"/>
              </a:ext>
            </a:extLst>
          </p:cNvPr>
          <p:cNvSpPr txBox="1"/>
          <p:nvPr/>
        </p:nvSpPr>
        <p:spPr>
          <a:xfrm>
            <a:off x="6350000" y="4572000"/>
            <a:ext cx="2871876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ln w="12700">
                  <a:solidFill>
                    <a:srgbClr val="000000"/>
                  </a:solidFill>
                  <a:prstDash val="dash"/>
                </a:ln>
                <a:solidFill>
                  <a:srgbClr val="FFFFFF"/>
                </a:solidFill>
                <a:latin typeface="Aptos" panose="020B0004020202020204" pitchFamily="34" charset="0"/>
              </a:rPr>
              <a:t>Dashed</a:t>
            </a:r>
          </a:p>
        </p:txBody>
      </p:sp>
    </p:spTree>
    <p:extLst>
      <p:ext uri="{BB962C8B-B14F-4D97-AF65-F5344CB8AC3E}">
        <p14:creationId xmlns:p14="http://schemas.microsoft.com/office/powerpoint/2010/main" val="99495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0099812-8D12-C55C-EFEE-CE80094EF50B}"/>
              </a:ext>
            </a:extLst>
          </p:cNvPr>
          <p:cNvSpPr txBox="1"/>
          <p:nvPr/>
        </p:nvSpPr>
        <p:spPr>
          <a:xfrm>
            <a:off x="508000" y="508000"/>
            <a:ext cx="2984022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effectLst>
                  <a:outerShdw blurRad="50800" dist="71842" dir="2700013" rotWithShape="0">
                    <a:srgbClr val="505050"/>
                  </a:outerShdw>
                </a:effectLst>
                <a:latin typeface="Aptos" panose="020B0004020202020204" pitchFamily="34" charset="0"/>
              </a:rPr>
              <a:t>Shadow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54AE85A-1D69-6A7D-A96B-5100906B72B1}"/>
              </a:ext>
            </a:extLst>
          </p:cNvPr>
          <p:cNvSpPr txBox="1"/>
          <p:nvPr/>
        </p:nvSpPr>
        <p:spPr>
          <a:xfrm>
            <a:off x="6350000" y="508000"/>
            <a:ext cx="1983748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effectLst>
                  <a:glow rad="101600">
                    <a:srgbClr val="FFC800"/>
                  </a:glow>
                </a:effectLst>
                <a:latin typeface="Aptos" panose="020B0004020202020204" pitchFamily="34" charset="0"/>
              </a:rPr>
              <a:t>Glow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453B3B7-C0A0-D50A-4A2B-3215DD4FEF45}"/>
              </a:ext>
            </a:extLst>
          </p:cNvPr>
          <p:cNvSpPr txBox="1"/>
          <p:nvPr/>
        </p:nvSpPr>
        <p:spPr>
          <a:xfrm>
            <a:off x="508000" y="2794000"/>
            <a:ext cx="3802644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effectLst>
                  <a:reflection blurRad="6350" stA="60000" endA="900" endPos="60000" dist="29997" dir="5400000" sy="-100000" algn="bl" rotWithShape="0"/>
                </a:effectLst>
                <a:latin typeface="Aptos" panose="020B0004020202020204" pitchFamily="34" charset="0"/>
              </a:rPr>
              <a:t>Reflection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4AC594-E87C-9D70-FA48-608CC6C3E2E3}"/>
              </a:ext>
            </a:extLst>
          </p:cNvPr>
          <p:cNvSpPr txBox="1"/>
          <p:nvPr/>
        </p:nvSpPr>
        <p:spPr>
          <a:xfrm>
            <a:off x="6350000" y="2794000"/>
            <a:ext cx="3834704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de-DE" sz="6000" b="1">
                <a:ln w="12700">
                  <a:solidFill>
                    <a:srgbClr val="3C005A"/>
                  </a:solidFill>
                </a:ln>
                <a:gradFill flip="none" rotWithShape="1">
                  <a:gsLst>
                    <a:gs pos="0">
                      <a:srgbClr val="7800B4"/>
                    </a:gs>
                    <a:gs pos="100000">
                      <a:srgbClr val="FF78C8"/>
                    </a:gs>
                  </a:gsLst>
                  <a:lin ang="5400000" scaled="1"/>
                  <a:tileRect/>
                </a:gradFill>
                <a:effectLst>
                  <a:outerShdw blurRad="63500" dist="53881" dir="2700016" rotWithShape="0">
                    <a:scrgbClr r="0" g="0" b="0"/>
                  </a:outerShdw>
                </a:effectLst>
                <a:latin typeface="Aptos" panose="020B0004020202020204" pitchFamily="34" charset="0"/>
              </a:rPr>
              <a:t>Combined</a:t>
            </a:r>
          </a:p>
        </p:txBody>
      </p:sp>
    </p:spTree>
    <p:extLst>
      <p:ext uri="{BB962C8B-B14F-4D97-AF65-F5344CB8AC3E}">
        <p14:creationId xmlns:p14="http://schemas.microsoft.com/office/powerpoint/2010/main" val="182338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CEC8915-0FE5-AADB-0429-50BDB938DC36}"/>
              </a:ext>
            </a:extLst>
          </p:cNvPr>
          <p:cNvSpPr txBox="1"/>
          <p:nvPr/>
        </p:nvSpPr>
        <p:spPr>
          <a:xfrm>
            <a:off x="381000" y="508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Stop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3EE378F-F179-7E8E-5CC1-90111D7E60A0}"/>
              </a:ext>
            </a:extLst>
          </p:cNvPr>
          <p:cNvSpPr txBox="1"/>
          <p:nvPr/>
        </p:nvSpPr>
        <p:spPr>
          <a:xfrm>
            <a:off x="3302000" y="508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Chevron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BE7F31F-289B-DF29-8A8D-78C32BDEC578}"/>
              </a:ext>
            </a:extLst>
          </p:cNvPr>
          <p:cNvSpPr txBox="1"/>
          <p:nvPr/>
        </p:nvSpPr>
        <p:spPr>
          <a:xfrm>
            <a:off x="6223000" y="508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ArchUpPour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7EB155D-3CB0-8231-6EA7-71A1E0482B02}"/>
              </a:ext>
            </a:extLst>
          </p:cNvPr>
          <p:cNvSpPr txBox="1"/>
          <p:nvPr/>
        </p:nvSpPr>
        <p:spPr>
          <a:xfrm>
            <a:off x="9144000" y="508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CurveUp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08B2762-98C5-6CE5-D94D-5B2562E803E8}"/>
              </a:ext>
            </a:extLst>
          </p:cNvPr>
          <p:cNvSpPr txBox="1"/>
          <p:nvPr/>
        </p:nvSpPr>
        <p:spPr>
          <a:xfrm>
            <a:off x="381000" y="3556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Wave1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0640411-969E-093C-24E5-9F9B88510FBA}"/>
              </a:ext>
            </a:extLst>
          </p:cNvPr>
          <p:cNvSpPr txBox="1"/>
          <p:nvPr/>
        </p:nvSpPr>
        <p:spPr>
          <a:xfrm>
            <a:off x="3302000" y="3556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Inflate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B54B1C3-8744-6CEE-A24E-EC5ECD7B5786}"/>
              </a:ext>
            </a:extLst>
          </p:cNvPr>
          <p:cNvSpPr txBox="1"/>
          <p:nvPr/>
        </p:nvSpPr>
        <p:spPr>
          <a:xfrm>
            <a:off x="6223000" y="3556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InflateTop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62574-273B-81E6-0F42-1E89E56F6F05}"/>
              </a:ext>
            </a:extLst>
          </p:cNvPr>
          <p:cNvSpPr txBox="1"/>
          <p:nvPr/>
        </p:nvSpPr>
        <p:spPr>
          <a:xfrm>
            <a:off x="9144000" y="3556000"/>
            <a:ext cx="2667000" cy="2286000"/>
          </a:xfrm>
          <a:prstGeom prst="rect">
            <a:avLst/>
          </a:prstGeom>
          <a:noFill/>
        </p:spPr>
        <p:txBody>
          <a:bodyPr vert="horz" wrap="square" rtlCol="0">
            <a:prstTxWarp prst="textFadeRight">
              <a:avLst/>
            </a:prstTxWarp>
            <a:noAutofit/>
          </a:bodyPr>
          <a:lstStyle/>
          <a:p>
            <a:r>
              <a:rPr lang="de-DE" sz="4000" b="1">
                <a:solidFill>
                  <a:srgbClr val="1E5AA0"/>
                </a:solidFill>
              </a:rPr>
              <a:t>WordArt</a:t>
            </a:r>
          </a:p>
        </p:txBody>
      </p:sp>
    </p:spTree>
    <p:extLst>
      <p:ext uri="{BB962C8B-B14F-4D97-AF65-F5344CB8AC3E}">
        <p14:creationId xmlns:p14="http://schemas.microsoft.com/office/powerpoint/2010/main" val="187363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Benutzerdefiniert</PresentationFormat>
  <Paragraphs>19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2026-10-08T12:31:55Z</dcterms:created>
  <dcterms:modified xsi:type="dcterms:W3CDTF">2026-10-08T12:31:55Z</dcterms:modified>
</cp:coreProperties>
</file>