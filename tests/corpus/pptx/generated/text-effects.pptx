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2A21AC-3A93-D2C2-884A-CA8C1B337D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E9471C2-23BC-60C3-3C54-546B6F5F56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7B76DE-FE0D-AEDE-BA5E-6620E045A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0540B5A-1256-6DC5-6CCF-3CE711028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8C1DD6-2506-E202-6A3E-939632268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9777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4FE59-D4AD-39D5-7C3A-9B7618870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C5E49E-419A-9959-E941-47941713F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E8AB1F-C9AF-A174-1AA5-AC5DF5A4F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9EF305-3EA3-6163-AC62-F72A963EB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68CBE3-9FB8-6FBF-9B6E-3EF45E187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0744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71481B-AFCD-F3BB-6DBB-4BF6CE3A4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FD6354-12A8-C9EB-D8CB-7F3A8F8BC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B85FA9B-1B50-1430-23DB-8C7C9BE70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8A2A83-B5AA-EE66-5EA4-157DE5090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06747C-87A2-ECE6-10C7-AF565D34D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1850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86F763-9766-2CE0-C08B-2888A7529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3BD095-7E1C-3FF0-B1A9-7D00F1D2C1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BAFCECA-CF7F-DE15-2AC5-A9C73B633E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8FC665-FD12-6554-60C9-565166859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891D90-C16B-36E2-8099-28A7C954B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B761822-1661-E7C6-92C3-6411A80E4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5372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CD21EE-BF0A-6D1A-3DDF-8FAF7CBE1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C4376-6762-65C7-843D-42FDECEBBF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6B47BA-B5B7-BC2B-7134-D7A857E1AC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D861A76-FBF7-A258-CA69-E5CD5CBAC7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82A4DD-A268-02AC-C830-B1B42DCB89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3DB96D8-50DD-0F3B-31C6-56664ECDB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93C3B8C-87C3-9482-E976-C036700F4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C23F933-A3D4-28EA-BC8D-AD8F4B500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5686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EA0598-3BA2-412B-7CBE-41FFB6E75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7B3F15-53A9-0C4C-B024-004E15C73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1270A3-6D20-A6A1-CC91-CA999E5A4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FF6634-81AD-5455-DCEF-1725791CA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750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E3E5AC9-ED21-A475-1A42-AE0F7D4F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2A6FF1D-6612-B3E7-B1DA-D1C544E4E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480D71-9789-418E-8D0E-0354E9C51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8132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1C4F58-F01F-7A76-7A12-00C5201E9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08EA9E-B6B3-E325-4A81-446E043D13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8F41BFE-29AC-5030-9CEE-21CA393E8E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1DF48B-582A-1172-CCE5-E41FD086B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5A4129F-4D82-5598-7AC8-32D04F5CF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91D9825-C92B-2991-A1DE-3E3363241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6468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0A36C-8D63-4501-B1DA-C242140F2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87074B3-1410-FF5B-34C8-0FE2017208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8E87AF-4AE8-229B-342E-0CBA7D4C7F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0534E39-838E-D609-D955-AC2A64298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341C18-6973-DC79-0ACC-6A2098482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7CF4941-689E-708F-4DD0-EE4E50A64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045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C9CE3B-86B7-92A7-A36C-AC308B5BB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285D962-034F-6D6C-FEBB-F15EB496F3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447C050-3BA2-06E9-09AF-9704472BD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0B817D-7709-0BDD-17A2-97E847378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6F9889-F268-07D8-5327-E5BB3786E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78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F39C8F7-ED12-93E9-EFF9-5F968113C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40BB17-F728-F901-659E-6F1A5215D2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B69935-D9BB-DFB1-C1A3-3E8F7C325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E06397-D813-420C-3515-CBC3226FC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4D77C14-D8F0-2287-447A-3CDFDC912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5099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78BB056-F5C5-B767-BE0D-F31570FDD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CE2C37-2C96-1F56-6A11-A3CC5AA44D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875963F-DD4A-A727-B14B-E6895B2502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4CF8F7-EC0C-4A2A-935F-BEAAA7E9972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67B17B-059A-4F9B-1A63-4C6D690E6C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484C0F-5F06-DE1F-E9A3-A0A60D65EB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BBB043-4E18-4521-8605-93A596019F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5838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811F641-1153-94C0-967A-D48FF98671A8}"/>
              </a:ext>
            </a:extLst>
          </p:cNvPr>
          <p:cNvSpPr txBox="1"/>
          <p:nvPr/>
        </p:nvSpPr>
        <p:spPr>
          <a:xfrm>
            <a:off x="508000" y="508000"/>
            <a:ext cx="3228320" cy="1015663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6000" b="1">
                <a:gradFill flip="none" rotWithShape="1">
                  <a:gsLst>
                    <a:gs pos="0">
                      <a:srgbClr val="DC2828"/>
                    </a:gs>
                    <a:gs pos="100000">
                      <a:srgbClr val="283CDC"/>
                    </a:gs>
                  </a:gsLst>
                  <a:lin ang="0" scaled="1"/>
                  <a:tileRect/>
                </a:gradFill>
                <a:latin typeface="Aptos" panose="020B0004020202020204" pitchFamily="34" charset="0"/>
              </a:rPr>
              <a:t>Gradient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A7D8D57-8F7A-C29C-674D-DD3B99755930}"/>
              </a:ext>
            </a:extLst>
          </p:cNvPr>
          <p:cNvSpPr txBox="1"/>
          <p:nvPr/>
        </p:nvSpPr>
        <p:spPr>
          <a:xfrm>
            <a:off x="6350000" y="381000"/>
            <a:ext cx="3961405" cy="156966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4800" b="1">
                <a:gradFill flip="none" rotWithShape="1">
                  <a:gsLst>
                    <a:gs pos="0">
                      <a:srgbClr val="F0A000"/>
                    </a:gs>
                    <a:gs pos="100000">
                      <a:srgbClr val="00783C"/>
                    </a:gs>
                  </a:gsLst>
                  <a:lin ang="5400000" scaled="1"/>
                  <a:tileRect/>
                </a:gradFill>
                <a:latin typeface="Aptos" panose="020B0004020202020204" pitchFamily="34" charset="0"/>
              </a:rPr>
              <a:t>Gradient over</a:t>
            </a:r>
          </a:p>
          <a:p>
            <a:r>
              <a:rPr lang="de-DE" sz="4800" b="1">
                <a:gradFill flip="none" rotWithShape="1">
                  <a:gsLst>
                    <a:gs pos="0">
                      <a:srgbClr val="F0A000"/>
                    </a:gs>
                    <a:gs pos="100000">
                      <a:srgbClr val="00783C"/>
                    </a:gs>
                  </a:gsLst>
                  <a:lin ang="5400000" scaled="1"/>
                  <a:tileRect/>
                </a:gradFill>
                <a:latin typeface="Aptos" panose="020B0004020202020204" pitchFamily="34" charset="0"/>
              </a:rPr>
              <a:t>two lines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3D96377-7A59-3FE5-4298-80CF2412F07B}"/>
              </a:ext>
            </a:extLst>
          </p:cNvPr>
          <p:cNvSpPr txBox="1"/>
          <p:nvPr/>
        </p:nvSpPr>
        <p:spPr>
          <a:xfrm>
            <a:off x="508000" y="2540000"/>
            <a:ext cx="2781531" cy="1015663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6000" b="1">
                <a:ln w="25400">
                  <a:solidFill>
                    <a:srgbClr val="C80000"/>
                  </a:solidFill>
                </a:ln>
                <a:solidFill>
                  <a:srgbClr val="FFE678"/>
                </a:solidFill>
                <a:latin typeface="Aptos" panose="020B0004020202020204" pitchFamily="34" charset="0"/>
              </a:rPr>
              <a:t>Outline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91B7478-ED13-A550-825C-F585B17BE86D}"/>
              </a:ext>
            </a:extLst>
          </p:cNvPr>
          <p:cNvSpPr txBox="1"/>
          <p:nvPr/>
        </p:nvSpPr>
        <p:spPr>
          <a:xfrm>
            <a:off x="6350000" y="2540000"/>
            <a:ext cx="2258952" cy="1015663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6000" b="1">
                <a:ln w="19050">
                  <a:solidFill>
                    <a:srgbClr val="1E3CA0"/>
                  </a:solidFill>
                </a:ln>
                <a:noFill/>
                <a:latin typeface="Aptos" panose="020B0004020202020204" pitchFamily="34" charset="0"/>
              </a:rPr>
              <a:t>No fill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A36C5CB-8D83-6CC9-5107-73F4565257C9}"/>
              </a:ext>
            </a:extLst>
          </p:cNvPr>
          <p:cNvSpPr txBox="1"/>
          <p:nvPr/>
        </p:nvSpPr>
        <p:spPr>
          <a:xfrm>
            <a:off x="508000" y="4572000"/>
            <a:ext cx="2748829" cy="1015663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6000" b="1">
                <a:pattFill prst="wdDnDiag">
                  <a:fgClr>
                    <a:srgbClr val="005AA0"/>
                  </a:fgClr>
                  <a:bgClr>
                    <a:srgbClr val="AADCFF"/>
                  </a:bgClr>
                </a:pattFill>
                <a:latin typeface="Aptos" panose="020B0004020202020204" pitchFamily="34" charset="0"/>
              </a:rPr>
              <a:t>Pattern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C4F9A0A-D345-D226-3D04-7FC086CE54A4}"/>
              </a:ext>
            </a:extLst>
          </p:cNvPr>
          <p:cNvSpPr txBox="1"/>
          <p:nvPr/>
        </p:nvSpPr>
        <p:spPr>
          <a:xfrm>
            <a:off x="6350000" y="4572000"/>
            <a:ext cx="2871876" cy="1015663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6000" b="1">
                <a:ln w="12700">
                  <a:solidFill>
                    <a:srgbClr val="000000"/>
                  </a:solidFill>
                  <a:prstDash val="dash"/>
                </a:ln>
                <a:solidFill>
                  <a:srgbClr val="FFFFFF"/>
                </a:solidFill>
                <a:latin typeface="Aptos" panose="020B0004020202020204" pitchFamily="34" charset="0"/>
              </a:rPr>
              <a:t>Dashed</a:t>
            </a:r>
          </a:p>
        </p:txBody>
      </p:sp>
    </p:spTree>
    <p:extLst>
      <p:ext uri="{BB962C8B-B14F-4D97-AF65-F5344CB8AC3E}">
        <p14:creationId xmlns:p14="http://schemas.microsoft.com/office/powerpoint/2010/main" val="2936590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A5CFDA7-6493-7259-127D-F49C1016ED51}"/>
              </a:ext>
            </a:extLst>
          </p:cNvPr>
          <p:cNvSpPr txBox="1"/>
          <p:nvPr/>
        </p:nvSpPr>
        <p:spPr>
          <a:xfrm>
            <a:off x="508000" y="508000"/>
            <a:ext cx="2984022" cy="1015663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6000" b="1">
                <a:effectLst>
                  <a:outerShdw blurRad="50800" dist="71842" dir="2700013" rotWithShape="0">
                    <a:srgbClr val="505050"/>
                  </a:outerShdw>
                </a:effectLst>
                <a:latin typeface="Aptos" panose="020B0004020202020204" pitchFamily="34" charset="0"/>
              </a:rPr>
              <a:t>Shadow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CDE9D5-8495-77D1-8849-7A48E6B3C05B}"/>
              </a:ext>
            </a:extLst>
          </p:cNvPr>
          <p:cNvSpPr txBox="1"/>
          <p:nvPr/>
        </p:nvSpPr>
        <p:spPr>
          <a:xfrm>
            <a:off x="6350000" y="508000"/>
            <a:ext cx="1983748" cy="1015663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6000" b="1">
                <a:effectLst>
                  <a:glow rad="101600">
                    <a:srgbClr val="FFC800"/>
                  </a:glow>
                </a:effectLst>
                <a:latin typeface="Aptos" panose="020B0004020202020204" pitchFamily="34" charset="0"/>
              </a:rPr>
              <a:t>Glow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2806C1E-3AA8-4D7E-EC70-7B1A6F9BD1D4}"/>
              </a:ext>
            </a:extLst>
          </p:cNvPr>
          <p:cNvSpPr txBox="1"/>
          <p:nvPr/>
        </p:nvSpPr>
        <p:spPr>
          <a:xfrm>
            <a:off x="508000" y="2794000"/>
            <a:ext cx="3802644" cy="1015663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6000" b="1">
                <a:effectLst>
                  <a:reflection blurRad="6350" stA="60000" endA="900" endPos="60000" dist="29997" dir="5400000" sy="-100000" algn="bl" rotWithShape="0"/>
                </a:effectLst>
                <a:latin typeface="Aptos" panose="020B0004020202020204" pitchFamily="34" charset="0"/>
              </a:rPr>
              <a:t>Reflection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72B107-0D70-7107-97BA-5272BC7E60EB}"/>
              </a:ext>
            </a:extLst>
          </p:cNvPr>
          <p:cNvSpPr txBox="1"/>
          <p:nvPr/>
        </p:nvSpPr>
        <p:spPr>
          <a:xfrm>
            <a:off x="6350000" y="2794000"/>
            <a:ext cx="3834704" cy="1015663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6000" b="1">
                <a:ln w="12700">
                  <a:solidFill>
                    <a:srgbClr val="3C005A"/>
                  </a:solidFill>
                </a:ln>
                <a:gradFill flip="none" rotWithShape="1">
                  <a:gsLst>
                    <a:gs pos="0">
                      <a:srgbClr val="7800B4"/>
                    </a:gs>
                    <a:gs pos="100000">
                      <a:srgbClr val="FF78C8"/>
                    </a:gs>
                  </a:gsLst>
                  <a:lin ang="5400000" scaled="1"/>
                  <a:tileRect/>
                </a:gradFill>
                <a:effectLst>
                  <a:outerShdw blurRad="63500" dist="53881" dir="2700016" rotWithShape="0">
                    <a:scrgbClr r="0" g="0" b="0"/>
                  </a:outerShdw>
                </a:effectLst>
                <a:latin typeface="Aptos" panose="020B0004020202020204" pitchFamily="34" charset="0"/>
              </a:rPr>
              <a:t>Combined</a:t>
            </a:r>
          </a:p>
        </p:txBody>
      </p:sp>
    </p:spTree>
    <p:extLst>
      <p:ext uri="{BB962C8B-B14F-4D97-AF65-F5344CB8AC3E}">
        <p14:creationId xmlns:p14="http://schemas.microsoft.com/office/powerpoint/2010/main" val="688370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0325BEEF-730D-B035-E472-433BCB4B7427}"/>
              </a:ext>
            </a:extLst>
          </p:cNvPr>
          <p:cNvSpPr txBox="1"/>
          <p:nvPr/>
        </p:nvSpPr>
        <p:spPr>
          <a:xfrm>
            <a:off x="508000" y="254000"/>
            <a:ext cx="4433906" cy="92333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5400" b="1">
                <a:solidFill>
                  <a:srgbClr val="F0C83C"/>
                </a:solidFill>
                <a:effectLst>
                  <a:innerShdw blurRad="38100" dist="53882" dir="2700000">
                    <a:srgbClr val="783C00"/>
                  </a:innerShdw>
                </a:effectLst>
                <a:latin typeface="Aptos" panose="020B0004020202020204" pitchFamily="34" charset="0"/>
              </a:rPr>
              <a:t>Inner shadow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2FB9FF3-6695-25B6-83DB-95E63AAC07B5}"/>
              </a:ext>
            </a:extLst>
          </p:cNvPr>
          <p:cNvSpPr txBox="1"/>
          <p:nvPr/>
        </p:nvSpPr>
        <p:spPr>
          <a:xfrm>
            <a:off x="6350000" y="254000"/>
            <a:ext cx="4953920" cy="92333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5400" b="1">
                <a:effectLst>
                  <a:outerShdw blurRad="25400" dist="91581" dir="19578602" sx="110000" sy="110000" rotWithShape="0">
                    <a:srgbClr val="0050A0">
                      <a:alpha val="60000"/>
                    </a:srgbClr>
                  </a:outerShdw>
                </a:effectLst>
                <a:latin typeface="Aptos" panose="020B0004020202020204" pitchFamily="34" charset="0"/>
              </a:rPr>
              <a:t>Scaled shadow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CA00E3-D34C-8E52-BAB4-B46B39A24A74}"/>
              </a:ext>
            </a:extLst>
          </p:cNvPr>
          <p:cNvSpPr txBox="1"/>
          <p:nvPr/>
        </p:nvSpPr>
        <p:spPr>
          <a:xfrm>
            <a:off x="508000" y="2032000"/>
            <a:ext cx="4085414" cy="92333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5400" b="1">
                <a:effectLst>
                  <a:outerShdw blurRad="177800" dist="101600" dir="5400000" rotWithShape="0">
                    <a:srgbClr val="000000">
                      <a:alpha val="70000"/>
                    </a:srgbClr>
                  </a:outerShdw>
                </a:effectLst>
                <a:latin typeface="Aptos" panose="020B0004020202020204" pitchFamily="34" charset="0"/>
              </a:rPr>
              <a:t>Soft shadow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A603AE2-D37C-1BBC-9971-C794A2432637}"/>
              </a:ext>
            </a:extLst>
          </p:cNvPr>
          <p:cNvSpPr txBox="1"/>
          <p:nvPr/>
        </p:nvSpPr>
        <p:spPr>
          <a:xfrm>
            <a:off x="6350000" y="2032000"/>
            <a:ext cx="3099566" cy="92333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5400" b="1">
                <a:solidFill>
                  <a:srgbClr val="FFFFFF"/>
                </a:solidFill>
                <a:effectLst>
                  <a:glow rad="177800">
                    <a:srgbClr val="285ADC">
                      <a:alpha val="50000"/>
                    </a:srgbClr>
                  </a:glow>
                </a:effectLst>
                <a:latin typeface="Aptos" panose="020B0004020202020204" pitchFamily="34" charset="0"/>
              </a:rPr>
              <a:t>Soft glow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72076B7-0556-2E2B-B5FE-22037F632A4C}"/>
              </a:ext>
            </a:extLst>
          </p:cNvPr>
          <p:cNvSpPr txBox="1"/>
          <p:nvPr/>
        </p:nvSpPr>
        <p:spPr>
          <a:xfrm>
            <a:off x="508000" y="3810000"/>
            <a:ext cx="4403257" cy="830997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4800" b="1">
                <a:effectLst>
                  <a:reflection blurRad="6350" stA="55000" endA="300" endPos="45500" dir="5400000" sy="-100000" algn="bl" rotWithShape="0"/>
                </a:effectLst>
                <a:latin typeface="Aptos" panose="020B0004020202020204" pitchFamily="34" charset="0"/>
              </a:rPr>
              <a:t>Tight reflection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B0DDFCC-4916-AA1A-6CC9-08845546DED9}"/>
              </a:ext>
            </a:extLst>
          </p:cNvPr>
          <p:cNvSpPr txBox="1"/>
          <p:nvPr/>
        </p:nvSpPr>
        <p:spPr>
          <a:xfrm>
            <a:off x="6350000" y="3810000"/>
            <a:ext cx="4215706" cy="830997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de-DE" sz="4800" b="1">
                <a:solidFill>
                  <a:srgbClr val="A01E3C"/>
                </a:solidFill>
                <a:effectLst>
                  <a:reflection blurRad="6350" stA="60000" endA="900" endPos="60000" dist="60007" dir="5400000" sy="-100000" algn="bl" rotWithShape="0"/>
                </a:effectLst>
                <a:latin typeface="Aptos" panose="020B0004020202020204" pitchFamily="34" charset="0"/>
              </a:rPr>
              <a:t>Half reflection</a:t>
            </a:r>
          </a:p>
        </p:txBody>
      </p:sp>
    </p:spTree>
    <p:extLst>
      <p:ext uri="{BB962C8B-B14F-4D97-AF65-F5344CB8AC3E}">
        <p14:creationId xmlns:p14="http://schemas.microsoft.com/office/powerpoint/2010/main" val="3810267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47EBDF6-0240-5751-701B-B3D184A15912}"/>
              </a:ext>
            </a:extLst>
          </p:cNvPr>
          <p:cNvSpPr txBox="1"/>
          <p:nvPr/>
        </p:nvSpPr>
        <p:spPr>
          <a:xfrm>
            <a:off x="381000" y="508000"/>
            <a:ext cx="2667000" cy="2286000"/>
          </a:xfrm>
          <a:prstGeom prst="rect">
            <a:avLst/>
          </a:prstGeom>
          <a:noFill/>
        </p:spPr>
        <p:txBody>
          <a:bodyPr vert="horz" wrap="square" rtlCol="0">
            <a:prstTxWarp prst="textStop">
              <a:avLst/>
            </a:prstTxWarp>
            <a:noAutofit/>
          </a:bodyPr>
          <a:lstStyle/>
          <a:p>
            <a:r>
              <a:rPr lang="de-DE" sz="4000" b="1">
                <a:solidFill>
                  <a:srgbClr val="1E5AA0"/>
                </a:solidFill>
              </a:rPr>
              <a:t>WordArt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7D5A49C-B92F-561D-6F4F-BA1E02AA51B7}"/>
              </a:ext>
            </a:extLst>
          </p:cNvPr>
          <p:cNvSpPr txBox="1"/>
          <p:nvPr/>
        </p:nvSpPr>
        <p:spPr>
          <a:xfrm>
            <a:off x="3302000" y="508000"/>
            <a:ext cx="2667000" cy="2286000"/>
          </a:xfrm>
          <a:prstGeom prst="rect">
            <a:avLst/>
          </a:prstGeom>
          <a:noFill/>
        </p:spPr>
        <p:txBody>
          <a:bodyPr vert="horz" wrap="square" rtlCol="0">
            <a:prstTxWarp prst="textChevron">
              <a:avLst/>
            </a:prstTxWarp>
            <a:noAutofit/>
          </a:bodyPr>
          <a:lstStyle/>
          <a:p>
            <a:r>
              <a:rPr lang="de-DE" sz="4000" b="1">
                <a:solidFill>
                  <a:srgbClr val="1E5AA0"/>
                </a:solidFill>
              </a:rPr>
              <a:t>WordArt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AC42EE9-5A39-BCE6-2775-013AD17A4145}"/>
              </a:ext>
            </a:extLst>
          </p:cNvPr>
          <p:cNvSpPr txBox="1"/>
          <p:nvPr/>
        </p:nvSpPr>
        <p:spPr>
          <a:xfrm>
            <a:off x="6223000" y="508000"/>
            <a:ext cx="2667000" cy="2286000"/>
          </a:xfrm>
          <a:prstGeom prst="rect">
            <a:avLst/>
          </a:prstGeom>
          <a:noFill/>
        </p:spPr>
        <p:txBody>
          <a:bodyPr vert="horz" wrap="square" rtlCol="0">
            <a:prstTxWarp prst="textArchUpPour">
              <a:avLst/>
            </a:prstTxWarp>
            <a:noAutofit/>
          </a:bodyPr>
          <a:lstStyle/>
          <a:p>
            <a:r>
              <a:rPr lang="de-DE" sz="4000" b="1">
                <a:solidFill>
                  <a:srgbClr val="1E5AA0"/>
                </a:solidFill>
              </a:rPr>
              <a:t>WordArt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C7A335-4774-659F-6AAF-C963F5C13DAD}"/>
              </a:ext>
            </a:extLst>
          </p:cNvPr>
          <p:cNvSpPr txBox="1"/>
          <p:nvPr/>
        </p:nvSpPr>
        <p:spPr>
          <a:xfrm>
            <a:off x="9144000" y="508000"/>
            <a:ext cx="2667000" cy="2286000"/>
          </a:xfrm>
          <a:prstGeom prst="rect">
            <a:avLst/>
          </a:prstGeom>
          <a:noFill/>
        </p:spPr>
        <p:txBody>
          <a:bodyPr vert="horz" wrap="square" rtlCol="0">
            <a:prstTxWarp prst="textCurveUp">
              <a:avLst/>
            </a:prstTxWarp>
            <a:noAutofit/>
          </a:bodyPr>
          <a:lstStyle/>
          <a:p>
            <a:r>
              <a:rPr lang="de-DE" sz="4000" b="1">
                <a:solidFill>
                  <a:srgbClr val="1E5AA0"/>
                </a:solidFill>
              </a:rPr>
              <a:t>WordArt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FE0D740-AC88-F0BE-9FD0-B3BED92E76C9}"/>
              </a:ext>
            </a:extLst>
          </p:cNvPr>
          <p:cNvSpPr txBox="1"/>
          <p:nvPr/>
        </p:nvSpPr>
        <p:spPr>
          <a:xfrm>
            <a:off x="381000" y="3556000"/>
            <a:ext cx="2667000" cy="2286000"/>
          </a:xfrm>
          <a:prstGeom prst="rect">
            <a:avLst/>
          </a:prstGeom>
          <a:noFill/>
        </p:spPr>
        <p:txBody>
          <a:bodyPr vert="horz" wrap="square" rtlCol="0">
            <a:prstTxWarp prst="textWave1">
              <a:avLst/>
            </a:prstTxWarp>
            <a:noAutofit/>
          </a:bodyPr>
          <a:lstStyle/>
          <a:p>
            <a:r>
              <a:rPr lang="de-DE" sz="4000" b="1">
                <a:solidFill>
                  <a:srgbClr val="1E5AA0"/>
                </a:solidFill>
              </a:rPr>
              <a:t>WordArt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5D4CB85-B392-E5B2-8ECF-00B2C61657A5}"/>
              </a:ext>
            </a:extLst>
          </p:cNvPr>
          <p:cNvSpPr txBox="1"/>
          <p:nvPr/>
        </p:nvSpPr>
        <p:spPr>
          <a:xfrm>
            <a:off x="3302000" y="3556000"/>
            <a:ext cx="2667000" cy="2286000"/>
          </a:xfrm>
          <a:prstGeom prst="rect">
            <a:avLst/>
          </a:prstGeom>
          <a:noFill/>
        </p:spPr>
        <p:txBody>
          <a:bodyPr vert="horz" wrap="square" rtlCol="0">
            <a:prstTxWarp prst="textInflate">
              <a:avLst/>
            </a:prstTxWarp>
            <a:noAutofit/>
          </a:bodyPr>
          <a:lstStyle/>
          <a:p>
            <a:r>
              <a:rPr lang="de-DE" sz="4000" b="1">
                <a:solidFill>
                  <a:srgbClr val="1E5AA0"/>
                </a:solidFill>
              </a:rPr>
              <a:t>WordArt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95E1D7C-BE52-D32C-FBD9-8A99B7BDB1CD}"/>
              </a:ext>
            </a:extLst>
          </p:cNvPr>
          <p:cNvSpPr txBox="1"/>
          <p:nvPr/>
        </p:nvSpPr>
        <p:spPr>
          <a:xfrm>
            <a:off x="6223000" y="3556000"/>
            <a:ext cx="2667000" cy="2286000"/>
          </a:xfrm>
          <a:prstGeom prst="rect">
            <a:avLst/>
          </a:prstGeom>
          <a:noFill/>
        </p:spPr>
        <p:txBody>
          <a:bodyPr vert="horz" wrap="square" rtlCol="0">
            <a:prstTxWarp prst="textInflateTop">
              <a:avLst/>
            </a:prstTxWarp>
            <a:noAutofit/>
          </a:bodyPr>
          <a:lstStyle/>
          <a:p>
            <a:r>
              <a:rPr lang="de-DE" sz="4000" b="1">
                <a:solidFill>
                  <a:srgbClr val="1E5AA0"/>
                </a:solidFill>
              </a:rPr>
              <a:t>WordArt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018E954-8273-E985-4CB8-A622E752DD87}"/>
              </a:ext>
            </a:extLst>
          </p:cNvPr>
          <p:cNvSpPr txBox="1"/>
          <p:nvPr/>
        </p:nvSpPr>
        <p:spPr>
          <a:xfrm>
            <a:off x="9144000" y="3556000"/>
            <a:ext cx="2667000" cy="2286000"/>
          </a:xfrm>
          <a:prstGeom prst="rect">
            <a:avLst/>
          </a:prstGeom>
          <a:noFill/>
        </p:spPr>
        <p:txBody>
          <a:bodyPr vert="horz" wrap="square" rtlCol="0">
            <a:prstTxWarp prst="textFadeRight">
              <a:avLst/>
            </a:prstTxWarp>
            <a:noAutofit/>
          </a:bodyPr>
          <a:lstStyle/>
          <a:p>
            <a:r>
              <a:rPr lang="de-DE" sz="4000" b="1">
                <a:solidFill>
                  <a:srgbClr val="1E5AA0"/>
                </a:solidFill>
              </a:rPr>
              <a:t>WordArt</a:t>
            </a:r>
          </a:p>
        </p:txBody>
      </p:sp>
    </p:spTree>
    <p:extLst>
      <p:ext uri="{BB962C8B-B14F-4D97-AF65-F5344CB8AC3E}">
        <p14:creationId xmlns:p14="http://schemas.microsoft.com/office/powerpoint/2010/main" val="13153088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</Words>
  <Application>Microsoft Office PowerPoint</Application>
  <PresentationFormat>Benutzerdefiniert</PresentationFormat>
  <Paragraphs>25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2026-10-09T10:46:12Z</dcterms:created>
  <dcterms:modified xsi:type="dcterms:W3CDTF">2026-10-09T10:46:12Z</dcterms:modified>
</cp:coreProperties>
</file>