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FB10D3-9EBE-8A9A-3501-96B639F2730E}"/>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F642620E-3D4D-0FEF-BEA5-0E1217440B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5EDC6C9A-5937-8C0C-7A94-235F604CDE09}"/>
              </a:ext>
            </a:extLst>
          </p:cNvPr>
          <p:cNvSpPr>
            <a:spLocks noGrp="1"/>
          </p:cNvSpPr>
          <p:nvPr>
            <p:ph type="dt" sz="half" idx="10"/>
          </p:nvPr>
        </p:nvSpPr>
        <p:spPr/>
        <p:txBody>
          <a:bodyPr/>
          <a:lstStyle/>
          <a:p>
            <a:fld id="{4A9B9AD0-D4D9-4C2F-B6B6-248A9459F804}" type="datetimeFigureOut">
              <a:rPr lang="de-DE" smtClean="0"/>
              <a:t>08.10.2026</a:t>
            </a:fld>
            <a:endParaRPr lang="de-DE"/>
          </a:p>
        </p:txBody>
      </p:sp>
      <p:sp>
        <p:nvSpPr>
          <p:cNvPr id="5" name="Fußzeilenplatzhalter 4">
            <a:extLst>
              <a:ext uri="{FF2B5EF4-FFF2-40B4-BE49-F238E27FC236}">
                <a16:creationId xmlns:a16="http://schemas.microsoft.com/office/drawing/2014/main" id="{7F948357-7981-F016-7E80-9D4194372A87}"/>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A799B476-9F8A-45BF-0637-BD47D82EE0A3}"/>
              </a:ext>
            </a:extLst>
          </p:cNvPr>
          <p:cNvSpPr>
            <a:spLocks noGrp="1"/>
          </p:cNvSpPr>
          <p:nvPr>
            <p:ph type="sldNum" sz="quarter" idx="12"/>
          </p:nvPr>
        </p:nvSpPr>
        <p:spPr/>
        <p:txBody>
          <a:bodyPr/>
          <a:lstStyle/>
          <a:p>
            <a:fld id="{607F7310-B502-4DF7-B279-3C8C8F95364A}" type="slidenum">
              <a:rPr lang="de-DE" smtClean="0"/>
              <a:t>‹Nr.›</a:t>
            </a:fld>
            <a:endParaRPr lang="de-DE"/>
          </a:p>
        </p:txBody>
      </p:sp>
    </p:spTree>
    <p:extLst>
      <p:ext uri="{BB962C8B-B14F-4D97-AF65-F5344CB8AC3E}">
        <p14:creationId xmlns:p14="http://schemas.microsoft.com/office/powerpoint/2010/main" val="26949867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D1C2EA-F066-7FA5-B6AB-5ABE3C99B4C6}"/>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8FFEE096-580D-88C4-18A3-F74055E2E315}"/>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7B074C53-A653-4745-6AD2-FC744F0824AA}"/>
              </a:ext>
            </a:extLst>
          </p:cNvPr>
          <p:cNvSpPr>
            <a:spLocks noGrp="1"/>
          </p:cNvSpPr>
          <p:nvPr>
            <p:ph type="dt" sz="half" idx="10"/>
          </p:nvPr>
        </p:nvSpPr>
        <p:spPr/>
        <p:txBody>
          <a:bodyPr/>
          <a:lstStyle/>
          <a:p>
            <a:fld id="{4A9B9AD0-D4D9-4C2F-B6B6-248A9459F804}" type="datetimeFigureOut">
              <a:rPr lang="de-DE" smtClean="0"/>
              <a:t>08.10.2026</a:t>
            </a:fld>
            <a:endParaRPr lang="de-DE"/>
          </a:p>
        </p:txBody>
      </p:sp>
      <p:sp>
        <p:nvSpPr>
          <p:cNvPr id="5" name="Fußzeilenplatzhalter 4">
            <a:extLst>
              <a:ext uri="{FF2B5EF4-FFF2-40B4-BE49-F238E27FC236}">
                <a16:creationId xmlns:a16="http://schemas.microsoft.com/office/drawing/2014/main" id="{DB0FAB93-D575-F045-2DF4-7BC19726030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FDAC22A-97DB-1D8D-E563-757D6F9DAE42}"/>
              </a:ext>
            </a:extLst>
          </p:cNvPr>
          <p:cNvSpPr>
            <a:spLocks noGrp="1"/>
          </p:cNvSpPr>
          <p:nvPr>
            <p:ph type="sldNum" sz="quarter" idx="12"/>
          </p:nvPr>
        </p:nvSpPr>
        <p:spPr/>
        <p:txBody>
          <a:bodyPr/>
          <a:lstStyle/>
          <a:p>
            <a:fld id="{607F7310-B502-4DF7-B279-3C8C8F95364A}" type="slidenum">
              <a:rPr lang="de-DE" smtClean="0"/>
              <a:t>‹Nr.›</a:t>
            </a:fld>
            <a:endParaRPr lang="de-DE"/>
          </a:p>
        </p:txBody>
      </p:sp>
    </p:spTree>
    <p:extLst>
      <p:ext uri="{BB962C8B-B14F-4D97-AF65-F5344CB8AC3E}">
        <p14:creationId xmlns:p14="http://schemas.microsoft.com/office/powerpoint/2010/main" val="26735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304DA51-1BCF-C679-9194-403BE1AFC67A}"/>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652D54B0-8320-C06D-BDD7-2F94ECEBCD2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4283A8E8-DE27-088A-0BB1-E1A81C2B1168}"/>
              </a:ext>
            </a:extLst>
          </p:cNvPr>
          <p:cNvSpPr>
            <a:spLocks noGrp="1"/>
          </p:cNvSpPr>
          <p:nvPr>
            <p:ph type="dt" sz="half" idx="10"/>
          </p:nvPr>
        </p:nvSpPr>
        <p:spPr/>
        <p:txBody>
          <a:bodyPr/>
          <a:lstStyle/>
          <a:p>
            <a:fld id="{4A9B9AD0-D4D9-4C2F-B6B6-248A9459F804}" type="datetimeFigureOut">
              <a:rPr lang="de-DE" smtClean="0"/>
              <a:t>08.10.2026</a:t>
            </a:fld>
            <a:endParaRPr lang="de-DE"/>
          </a:p>
        </p:txBody>
      </p:sp>
      <p:sp>
        <p:nvSpPr>
          <p:cNvPr id="5" name="Fußzeilenplatzhalter 4">
            <a:extLst>
              <a:ext uri="{FF2B5EF4-FFF2-40B4-BE49-F238E27FC236}">
                <a16:creationId xmlns:a16="http://schemas.microsoft.com/office/drawing/2014/main" id="{B987FBC9-913B-65D9-C5F5-0D66060798E6}"/>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316CA367-F4F8-37E4-B3D4-C4B62AC3EFE7}"/>
              </a:ext>
            </a:extLst>
          </p:cNvPr>
          <p:cNvSpPr>
            <a:spLocks noGrp="1"/>
          </p:cNvSpPr>
          <p:nvPr>
            <p:ph type="sldNum" sz="quarter" idx="12"/>
          </p:nvPr>
        </p:nvSpPr>
        <p:spPr/>
        <p:txBody>
          <a:bodyPr/>
          <a:lstStyle/>
          <a:p>
            <a:fld id="{607F7310-B502-4DF7-B279-3C8C8F95364A}" type="slidenum">
              <a:rPr lang="de-DE" smtClean="0"/>
              <a:t>‹Nr.›</a:t>
            </a:fld>
            <a:endParaRPr lang="de-DE"/>
          </a:p>
        </p:txBody>
      </p:sp>
    </p:spTree>
    <p:extLst>
      <p:ext uri="{BB962C8B-B14F-4D97-AF65-F5344CB8AC3E}">
        <p14:creationId xmlns:p14="http://schemas.microsoft.com/office/powerpoint/2010/main" val="27887585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D0ECA5C-FEC1-B8A7-6F0C-224CC39F23CA}"/>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602A4F95-D51B-EAA1-DCE8-4F66521FE752}"/>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5BD145B0-0688-1B4A-A027-493FC68CDD95}"/>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FD4E1696-E4CA-2AA1-7835-4B825739D018}"/>
              </a:ext>
            </a:extLst>
          </p:cNvPr>
          <p:cNvSpPr>
            <a:spLocks noGrp="1"/>
          </p:cNvSpPr>
          <p:nvPr>
            <p:ph type="dt" sz="half" idx="10"/>
          </p:nvPr>
        </p:nvSpPr>
        <p:spPr/>
        <p:txBody>
          <a:bodyPr/>
          <a:lstStyle/>
          <a:p>
            <a:fld id="{4A9B9AD0-D4D9-4C2F-B6B6-248A9459F804}" type="datetimeFigureOut">
              <a:rPr lang="de-DE" smtClean="0"/>
              <a:t>08.10.2026</a:t>
            </a:fld>
            <a:endParaRPr lang="de-DE"/>
          </a:p>
        </p:txBody>
      </p:sp>
      <p:sp>
        <p:nvSpPr>
          <p:cNvPr id="6" name="Fußzeilenplatzhalter 5">
            <a:extLst>
              <a:ext uri="{FF2B5EF4-FFF2-40B4-BE49-F238E27FC236}">
                <a16:creationId xmlns:a16="http://schemas.microsoft.com/office/drawing/2014/main" id="{44488409-1793-D459-27BA-BA653E1AE861}"/>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040C034A-71AC-E0B3-B0B9-CB6FF258D93F}"/>
              </a:ext>
            </a:extLst>
          </p:cNvPr>
          <p:cNvSpPr>
            <a:spLocks noGrp="1"/>
          </p:cNvSpPr>
          <p:nvPr>
            <p:ph type="sldNum" sz="quarter" idx="12"/>
          </p:nvPr>
        </p:nvSpPr>
        <p:spPr/>
        <p:txBody>
          <a:bodyPr/>
          <a:lstStyle/>
          <a:p>
            <a:fld id="{607F7310-B502-4DF7-B279-3C8C8F95364A}" type="slidenum">
              <a:rPr lang="de-DE" smtClean="0"/>
              <a:t>‹Nr.›</a:t>
            </a:fld>
            <a:endParaRPr lang="de-DE"/>
          </a:p>
        </p:txBody>
      </p:sp>
    </p:spTree>
    <p:extLst>
      <p:ext uri="{BB962C8B-B14F-4D97-AF65-F5344CB8AC3E}">
        <p14:creationId xmlns:p14="http://schemas.microsoft.com/office/powerpoint/2010/main" val="1570186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EEEE1BC-053F-53AD-7AC3-08F387F48846}"/>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46818593-9635-C1EE-A325-9C11DD79E74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584E6262-2776-56B3-E8E6-E718E4902261}"/>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D6CA7E6A-8FFE-C3A2-AF13-D1EC3E91385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C34188BB-186F-4C2C-AB3F-55A1BDBDD37F}"/>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7695BBCA-E6F6-EBA9-30A4-A998516772DA}"/>
              </a:ext>
            </a:extLst>
          </p:cNvPr>
          <p:cNvSpPr>
            <a:spLocks noGrp="1"/>
          </p:cNvSpPr>
          <p:nvPr>
            <p:ph type="dt" sz="half" idx="10"/>
          </p:nvPr>
        </p:nvSpPr>
        <p:spPr/>
        <p:txBody>
          <a:bodyPr/>
          <a:lstStyle/>
          <a:p>
            <a:fld id="{4A9B9AD0-D4D9-4C2F-B6B6-248A9459F804}" type="datetimeFigureOut">
              <a:rPr lang="de-DE" smtClean="0"/>
              <a:t>08.10.2026</a:t>
            </a:fld>
            <a:endParaRPr lang="de-DE"/>
          </a:p>
        </p:txBody>
      </p:sp>
      <p:sp>
        <p:nvSpPr>
          <p:cNvPr id="8" name="Fußzeilenplatzhalter 7">
            <a:extLst>
              <a:ext uri="{FF2B5EF4-FFF2-40B4-BE49-F238E27FC236}">
                <a16:creationId xmlns:a16="http://schemas.microsoft.com/office/drawing/2014/main" id="{E4C25FA6-2CDE-7B85-1537-BD31970D7C40}"/>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E8979D30-4197-1E36-0490-8D8FAE6DAB65}"/>
              </a:ext>
            </a:extLst>
          </p:cNvPr>
          <p:cNvSpPr>
            <a:spLocks noGrp="1"/>
          </p:cNvSpPr>
          <p:nvPr>
            <p:ph type="sldNum" sz="quarter" idx="12"/>
          </p:nvPr>
        </p:nvSpPr>
        <p:spPr/>
        <p:txBody>
          <a:bodyPr/>
          <a:lstStyle/>
          <a:p>
            <a:fld id="{607F7310-B502-4DF7-B279-3C8C8F95364A}" type="slidenum">
              <a:rPr lang="de-DE" smtClean="0"/>
              <a:t>‹Nr.›</a:t>
            </a:fld>
            <a:endParaRPr lang="de-DE"/>
          </a:p>
        </p:txBody>
      </p:sp>
    </p:spTree>
    <p:extLst>
      <p:ext uri="{BB962C8B-B14F-4D97-AF65-F5344CB8AC3E}">
        <p14:creationId xmlns:p14="http://schemas.microsoft.com/office/powerpoint/2010/main" val="34998227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8218E5C-DC13-5E12-0E73-1700285C6D87}"/>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F6AF8899-5BA5-54EF-CC5E-7C2D57161F80}"/>
              </a:ext>
            </a:extLst>
          </p:cNvPr>
          <p:cNvSpPr>
            <a:spLocks noGrp="1"/>
          </p:cNvSpPr>
          <p:nvPr>
            <p:ph type="dt" sz="half" idx="10"/>
          </p:nvPr>
        </p:nvSpPr>
        <p:spPr/>
        <p:txBody>
          <a:bodyPr/>
          <a:lstStyle/>
          <a:p>
            <a:fld id="{4A9B9AD0-D4D9-4C2F-B6B6-248A9459F804}" type="datetimeFigureOut">
              <a:rPr lang="de-DE" smtClean="0"/>
              <a:t>08.10.2026</a:t>
            </a:fld>
            <a:endParaRPr lang="de-DE"/>
          </a:p>
        </p:txBody>
      </p:sp>
      <p:sp>
        <p:nvSpPr>
          <p:cNvPr id="4" name="Fußzeilenplatzhalter 3">
            <a:extLst>
              <a:ext uri="{FF2B5EF4-FFF2-40B4-BE49-F238E27FC236}">
                <a16:creationId xmlns:a16="http://schemas.microsoft.com/office/drawing/2014/main" id="{1E2C656E-2810-D983-6831-A2CFEB53A8B7}"/>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79D6F739-BF95-DBEF-3BBB-B66F5013BEC7}"/>
              </a:ext>
            </a:extLst>
          </p:cNvPr>
          <p:cNvSpPr>
            <a:spLocks noGrp="1"/>
          </p:cNvSpPr>
          <p:nvPr>
            <p:ph type="sldNum" sz="quarter" idx="12"/>
          </p:nvPr>
        </p:nvSpPr>
        <p:spPr/>
        <p:txBody>
          <a:bodyPr/>
          <a:lstStyle/>
          <a:p>
            <a:fld id="{607F7310-B502-4DF7-B279-3C8C8F95364A}" type="slidenum">
              <a:rPr lang="de-DE" smtClean="0"/>
              <a:t>‹Nr.›</a:t>
            </a:fld>
            <a:endParaRPr lang="de-DE"/>
          </a:p>
        </p:txBody>
      </p:sp>
    </p:spTree>
    <p:extLst>
      <p:ext uri="{BB962C8B-B14F-4D97-AF65-F5344CB8AC3E}">
        <p14:creationId xmlns:p14="http://schemas.microsoft.com/office/powerpoint/2010/main" val="3040599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4666692-21A4-609D-E732-732BCD0F5965}"/>
              </a:ext>
            </a:extLst>
          </p:cNvPr>
          <p:cNvSpPr>
            <a:spLocks noGrp="1"/>
          </p:cNvSpPr>
          <p:nvPr>
            <p:ph type="dt" sz="half" idx="10"/>
          </p:nvPr>
        </p:nvSpPr>
        <p:spPr/>
        <p:txBody>
          <a:bodyPr/>
          <a:lstStyle/>
          <a:p>
            <a:fld id="{4A9B9AD0-D4D9-4C2F-B6B6-248A9459F804}" type="datetimeFigureOut">
              <a:rPr lang="de-DE" smtClean="0"/>
              <a:t>08.10.2026</a:t>
            </a:fld>
            <a:endParaRPr lang="de-DE"/>
          </a:p>
        </p:txBody>
      </p:sp>
      <p:sp>
        <p:nvSpPr>
          <p:cNvPr id="3" name="Fußzeilenplatzhalter 2">
            <a:extLst>
              <a:ext uri="{FF2B5EF4-FFF2-40B4-BE49-F238E27FC236}">
                <a16:creationId xmlns:a16="http://schemas.microsoft.com/office/drawing/2014/main" id="{27EC4E6D-017F-535F-9093-DCA45291C52F}"/>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42787B0B-2E9E-BE75-86E1-38C609F768D2}"/>
              </a:ext>
            </a:extLst>
          </p:cNvPr>
          <p:cNvSpPr>
            <a:spLocks noGrp="1"/>
          </p:cNvSpPr>
          <p:nvPr>
            <p:ph type="sldNum" sz="quarter" idx="12"/>
          </p:nvPr>
        </p:nvSpPr>
        <p:spPr/>
        <p:txBody>
          <a:bodyPr/>
          <a:lstStyle/>
          <a:p>
            <a:fld id="{607F7310-B502-4DF7-B279-3C8C8F95364A}" type="slidenum">
              <a:rPr lang="de-DE" smtClean="0"/>
              <a:t>‹Nr.›</a:t>
            </a:fld>
            <a:endParaRPr lang="de-DE"/>
          </a:p>
        </p:txBody>
      </p:sp>
    </p:spTree>
    <p:extLst>
      <p:ext uri="{BB962C8B-B14F-4D97-AF65-F5344CB8AC3E}">
        <p14:creationId xmlns:p14="http://schemas.microsoft.com/office/powerpoint/2010/main" val="26452880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40F07D-98FE-B479-C3E6-DDA458D62F52}"/>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7045D4D6-745C-F52A-0A68-9D51059E3E3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98BE0572-6948-B3D5-2372-5C12EB3E8F7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163FEB67-747B-FD5F-B4B3-804FD436BE14}"/>
              </a:ext>
            </a:extLst>
          </p:cNvPr>
          <p:cNvSpPr>
            <a:spLocks noGrp="1"/>
          </p:cNvSpPr>
          <p:nvPr>
            <p:ph type="dt" sz="half" idx="10"/>
          </p:nvPr>
        </p:nvSpPr>
        <p:spPr/>
        <p:txBody>
          <a:bodyPr/>
          <a:lstStyle/>
          <a:p>
            <a:fld id="{4A9B9AD0-D4D9-4C2F-B6B6-248A9459F804}" type="datetimeFigureOut">
              <a:rPr lang="de-DE" smtClean="0"/>
              <a:t>08.10.2026</a:t>
            </a:fld>
            <a:endParaRPr lang="de-DE"/>
          </a:p>
        </p:txBody>
      </p:sp>
      <p:sp>
        <p:nvSpPr>
          <p:cNvPr id="6" name="Fußzeilenplatzhalter 5">
            <a:extLst>
              <a:ext uri="{FF2B5EF4-FFF2-40B4-BE49-F238E27FC236}">
                <a16:creationId xmlns:a16="http://schemas.microsoft.com/office/drawing/2014/main" id="{C2C8A365-0FB7-38F3-1500-3B592A1BB1CD}"/>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F1C7A15F-4697-52F7-28A1-5F6650E3BC39}"/>
              </a:ext>
            </a:extLst>
          </p:cNvPr>
          <p:cNvSpPr>
            <a:spLocks noGrp="1"/>
          </p:cNvSpPr>
          <p:nvPr>
            <p:ph type="sldNum" sz="quarter" idx="12"/>
          </p:nvPr>
        </p:nvSpPr>
        <p:spPr/>
        <p:txBody>
          <a:bodyPr/>
          <a:lstStyle/>
          <a:p>
            <a:fld id="{607F7310-B502-4DF7-B279-3C8C8F95364A}" type="slidenum">
              <a:rPr lang="de-DE" smtClean="0"/>
              <a:t>‹Nr.›</a:t>
            </a:fld>
            <a:endParaRPr lang="de-DE"/>
          </a:p>
        </p:txBody>
      </p:sp>
    </p:spTree>
    <p:extLst>
      <p:ext uri="{BB962C8B-B14F-4D97-AF65-F5344CB8AC3E}">
        <p14:creationId xmlns:p14="http://schemas.microsoft.com/office/powerpoint/2010/main" val="32282654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F8DCCE4-3E86-E460-FBA1-413A1676D903}"/>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FAF646BF-E8CB-8918-41FE-8967F60F7E84}"/>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EDA6A756-D5F5-5A75-740B-A1BBF2593E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3BE75C73-8325-2A63-E2AD-25C49963BB02}"/>
              </a:ext>
            </a:extLst>
          </p:cNvPr>
          <p:cNvSpPr>
            <a:spLocks noGrp="1"/>
          </p:cNvSpPr>
          <p:nvPr>
            <p:ph type="dt" sz="half" idx="10"/>
          </p:nvPr>
        </p:nvSpPr>
        <p:spPr/>
        <p:txBody>
          <a:bodyPr/>
          <a:lstStyle/>
          <a:p>
            <a:fld id="{4A9B9AD0-D4D9-4C2F-B6B6-248A9459F804}" type="datetimeFigureOut">
              <a:rPr lang="de-DE" smtClean="0"/>
              <a:t>08.10.2026</a:t>
            </a:fld>
            <a:endParaRPr lang="de-DE"/>
          </a:p>
        </p:txBody>
      </p:sp>
      <p:sp>
        <p:nvSpPr>
          <p:cNvPr id="6" name="Fußzeilenplatzhalter 5">
            <a:extLst>
              <a:ext uri="{FF2B5EF4-FFF2-40B4-BE49-F238E27FC236}">
                <a16:creationId xmlns:a16="http://schemas.microsoft.com/office/drawing/2014/main" id="{54AE1CD6-9016-960D-AE2C-F072860DE395}"/>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FE144F9B-78CC-E83C-4BD6-7C70B2EB8583}"/>
              </a:ext>
            </a:extLst>
          </p:cNvPr>
          <p:cNvSpPr>
            <a:spLocks noGrp="1"/>
          </p:cNvSpPr>
          <p:nvPr>
            <p:ph type="sldNum" sz="quarter" idx="12"/>
          </p:nvPr>
        </p:nvSpPr>
        <p:spPr/>
        <p:txBody>
          <a:bodyPr/>
          <a:lstStyle/>
          <a:p>
            <a:fld id="{607F7310-B502-4DF7-B279-3C8C8F95364A}" type="slidenum">
              <a:rPr lang="de-DE" smtClean="0"/>
              <a:t>‹Nr.›</a:t>
            </a:fld>
            <a:endParaRPr lang="de-DE"/>
          </a:p>
        </p:txBody>
      </p:sp>
    </p:spTree>
    <p:extLst>
      <p:ext uri="{BB962C8B-B14F-4D97-AF65-F5344CB8AC3E}">
        <p14:creationId xmlns:p14="http://schemas.microsoft.com/office/powerpoint/2010/main" val="24849478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2DD8418-5104-5D26-8E86-86DDA4610D2C}"/>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7FD70C7C-7AE4-A4F9-4ED7-9881C6D82E84}"/>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201416A8-B2BE-FEBE-B8BB-0E227B6E9334}"/>
              </a:ext>
            </a:extLst>
          </p:cNvPr>
          <p:cNvSpPr>
            <a:spLocks noGrp="1"/>
          </p:cNvSpPr>
          <p:nvPr>
            <p:ph type="dt" sz="half" idx="10"/>
          </p:nvPr>
        </p:nvSpPr>
        <p:spPr/>
        <p:txBody>
          <a:bodyPr/>
          <a:lstStyle/>
          <a:p>
            <a:fld id="{4A9B9AD0-D4D9-4C2F-B6B6-248A9459F804}" type="datetimeFigureOut">
              <a:rPr lang="de-DE" smtClean="0"/>
              <a:t>08.10.2026</a:t>
            </a:fld>
            <a:endParaRPr lang="de-DE"/>
          </a:p>
        </p:txBody>
      </p:sp>
      <p:sp>
        <p:nvSpPr>
          <p:cNvPr id="5" name="Fußzeilenplatzhalter 4">
            <a:extLst>
              <a:ext uri="{FF2B5EF4-FFF2-40B4-BE49-F238E27FC236}">
                <a16:creationId xmlns:a16="http://schemas.microsoft.com/office/drawing/2014/main" id="{05024325-CACB-CD21-8E80-AA02704DC9D6}"/>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3D54925-2249-F0F8-9E7D-91FDC4B6B877}"/>
              </a:ext>
            </a:extLst>
          </p:cNvPr>
          <p:cNvSpPr>
            <a:spLocks noGrp="1"/>
          </p:cNvSpPr>
          <p:nvPr>
            <p:ph type="sldNum" sz="quarter" idx="12"/>
          </p:nvPr>
        </p:nvSpPr>
        <p:spPr/>
        <p:txBody>
          <a:bodyPr/>
          <a:lstStyle/>
          <a:p>
            <a:fld id="{607F7310-B502-4DF7-B279-3C8C8F95364A}" type="slidenum">
              <a:rPr lang="de-DE" smtClean="0"/>
              <a:t>‹Nr.›</a:t>
            </a:fld>
            <a:endParaRPr lang="de-DE"/>
          </a:p>
        </p:txBody>
      </p:sp>
    </p:spTree>
    <p:extLst>
      <p:ext uri="{BB962C8B-B14F-4D97-AF65-F5344CB8AC3E}">
        <p14:creationId xmlns:p14="http://schemas.microsoft.com/office/powerpoint/2010/main" val="25070545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ED71E2EA-3090-36BD-74DE-8E0AF2642DCC}"/>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201A259D-6934-72DB-8923-BDDF95A57F06}"/>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D7A91C4B-76A6-6247-CD77-F5523D592A6A}"/>
              </a:ext>
            </a:extLst>
          </p:cNvPr>
          <p:cNvSpPr>
            <a:spLocks noGrp="1"/>
          </p:cNvSpPr>
          <p:nvPr>
            <p:ph type="dt" sz="half" idx="10"/>
          </p:nvPr>
        </p:nvSpPr>
        <p:spPr/>
        <p:txBody>
          <a:bodyPr/>
          <a:lstStyle/>
          <a:p>
            <a:fld id="{4A9B9AD0-D4D9-4C2F-B6B6-248A9459F804}" type="datetimeFigureOut">
              <a:rPr lang="de-DE" smtClean="0"/>
              <a:t>08.10.2026</a:t>
            </a:fld>
            <a:endParaRPr lang="de-DE"/>
          </a:p>
        </p:txBody>
      </p:sp>
      <p:sp>
        <p:nvSpPr>
          <p:cNvPr id="5" name="Fußzeilenplatzhalter 4">
            <a:extLst>
              <a:ext uri="{FF2B5EF4-FFF2-40B4-BE49-F238E27FC236}">
                <a16:creationId xmlns:a16="http://schemas.microsoft.com/office/drawing/2014/main" id="{D321DD17-B274-239F-0427-F523D3B43AEB}"/>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B70BD69A-1919-27F6-76B6-5DEBE4AFABCD}"/>
              </a:ext>
            </a:extLst>
          </p:cNvPr>
          <p:cNvSpPr>
            <a:spLocks noGrp="1"/>
          </p:cNvSpPr>
          <p:nvPr>
            <p:ph type="sldNum" sz="quarter" idx="12"/>
          </p:nvPr>
        </p:nvSpPr>
        <p:spPr/>
        <p:txBody>
          <a:bodyPr/>
          <a:lstStyle/>
          <a:p>
            <a:fld id="{607F7310-B502-4DF7-B279-3C8C8F95364A}" type="slidenum">
              <a:rPr lang="de-DE" smtClean="0"/>
              <a:t>‹Nr.›</a:t>
            </a:fld>
            <a:endParaRPr lang="de-DE"/>
          </a:p>
        </p:txBody>
      </p:sp>
    </p:spTree>
    <p:extLst>
      <p:ext uri="{BB962C8B-B14F-4D97-AF65-F5344CB8AC3E}">
        <p14:creationId xmlns:p14="http://schemas.microsoft.com/office/powerpoint/2010/main" val="41940917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8F6FD73C-E9C0-3530-F638-DEE5FB91FCE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0E9A84A4-0E93-2B82-EC74-9643FE0CE38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401ACBED-E265-1994-FABA-7E5DF0A4150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A9B9AD0-D4D9-4C2F-B6B6-248A9459F804}" type="datetimeFigureOut">
              <a:rPr lang="de-DE" smtClean="0"/>
              <a:t>08.10.2026</a:t>
            </a:fld>
            <a:endParaRPr lang="de-DE"/>
          </a:p>
        </p:txBody>
      </p:sp>
      <p:sp>
        <p:nvSpPr>
          <p:cNvPr id="5" name="Fußzeilenplatzhalter 4">
            <a:extLst>
              <a:ext uri="{FF2B5EF4-FFF2-40B4-BE49-F238E27FC236}">
                <a16:creationId xmlns:a16="http://schemas.microsoft.com/office/drawing/2014/main" id="{8458FF3B-6114-E65F-5D45-7A3F78143F7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EA07992C-C5D6-67AA-0389-AF67A3B6CAD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07F7310-B502-4DF7-B279-3C8C8F95364A}" type="slidenum">
              <a:rPr lang="de-DE" smtClean="0"/>
              <a:t>‹Nr.›</a:t>
            </a:fld>
            <a:endParaRPr lang="de-DE"/>
          </a:p>
        </p:txBody>
      </p:sp>
    </p:spTree>
    <p:extLst>
      <p:ext uri="{BB962C8B-B14F-4D97-AF65-F5344CB8AC3E}">
        <p14:creationId xmlns:p14="http://schemas.microsoft.com/office/powerpoint/2010/main" val="33562655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6FB90F08-1995-6FD4-DC93-8A924DF76546}"/>
              </a:ext>
            </a:extLst>
          </p:cNvPr>
          <p:cNvSpPr/>
          <p:nvPr/>
        </p:nvSpPr>
        <p:spPr>
          <a:xfrm>
            <a:off x="381000" y="381000"/>
            <a:ext cx="3556000" cy="266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de-DE">
                <a:solidFill>
                  <a:srgbClr val="000000"/>
                </a:solidFill>
              </a:rPr>
              <a:t>Anchored text</a:t>
            </a:r>
          </a:p>
          <a:p>
            <a:pPr algn="ctr"/>
            <a:r>
              <a:rPr lang="de-DE">
                <a:solidFill>
                  <a:srgbClr val="000000"/>
                </a:solidFill>
              </a:rPr>
              <a:t>second line</a:t>
            </a:r>
          </a:p>
        </p:txBody>
      </p:sp>
      <p:sp>
        <p:nvSpPr>
          <p:cNvPr id="3" name="Rechteck 2">
            <a:extLst>
              <a:ext uri="{FF2B5EF4-FFF2-40B4-BE49-F238E27FC236}">
                <a16:creationId xmlns:a16="http://schemas.microsoft.com/office/drawing/2014/main" id="{D24FC165-B9D9-E7E8-B797-B323D71D603C}"/>
              </a:ext>
            </a:extLst>
          </p:cNvPr>
          <p:cNvSpPr/>
          <p:nvPr/>
        </p:nvSpPr>
        <p:spPr>
          <a:xfrm>
            <a:off x="4318000" y="381000"/>
            <a:ext cx="3556000" cy="266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a:solidFill>
                  <a:srgbClr val="000000"/>
                </a:solidFill>
              </a:rPr>
              <a:t>Anchored text</a:t>
            </a:r>
          </a:p>
          <a:p>
            <a:pPr algn="ctr"/>
            <a:r>
              <a:rPr lang="de-DE">
                <a:solidFill>
                  <a:srgbClr val="000000"/>
                </a:solidFill>
              </a:rPr>
              <a:t>second line</a:t>
            </a:r>
          </a:p>
        </p:txBody>
      </p:sp>
      <p:sp>
        <p:nvSpPr>
          <p:cNvPr id="4" name="Rechteck 3">
            <a:extLst>
              <a:ext uri="{FF2B5EF4-FFF2-40B4-BE49-F238E27FC236}">
                <a16:creationId xmlns:a16="http://schemas.microsoft.com/office/drawing/2014/main" id="{C9FCFC0C-A13D-2B5D-2AD9-D6E4DDC12869}"/>
              </a:ext>
            </a:extLst>
          </p:cNvPr>
          <p:cNvSpPr/>
          <p:nvPr/>
        </p:nvSpPr>
        <p:spPr>
          <a:xfrm>
            <a:off x="8255000" y="381000"/>
            <a:ext cx="3556000" cy="266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de-DE">
                <a:solidFill>
                  <a:srgbClr val="000000"/>
                </a:solidFill>
              </a:rPr>
              <a:t>Anchored text</a:t>
            </a:r>
          </a:p>
          <a:p>
            <a:pPr algn="ctr"/>
            <a:r>
              <a:rPr lang="de-DE">
                <a:solidFill>
                  <a:srgbClr val="000000"/>
                </a:solidFill>
              </a:rPr>
              <a:t>second line</a:t>
            </a:r>
          </a:p>
        </p:txBody>
      </p:sp>
      <p:sp>
        <p:nvSpPr>
          <p:cNvPr id="5" name="Rechteck 4">
            <a:extLst>
              <a:ext uri="{FF2B5EF4-FFF2-40B4-BE49-F238E27FC236}">
                <a16:creationId xmlns:a16="http://schemas.microsoft.com/office/drawing/2014/main" id="{E73B63D4-081E-E1FC-473C-5703307107CE}"/>
              </a:ext>
            </a:extLst>
          </p:cNvPr>
          <p:cNvSpPr/>
          <p:nvPr/>
        </p:nvSpPr>
        <p:spPr>
          <a:xfrm>
            <a:off x="381000" y="3556000"/>
            <a:ext cx="3556000" cy="266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lIns="381000" tIns="254000" rtlCol="0" anchor="t" anchorCtr="1"/>
          <a:lstStyle/>
          <a:p>
            <a:r>
              <a:rPr lang="de-DE">
                <a:solidFill>
                  <a:srgbClr val="000000"/>
                </a:solidFill>
              </a:rPr>
              <a:t>Anchored text</a:t>
            </a:r>
          </a:p>
          <a:p>
            <a:r>
              <a:rPr lang="de-DE">
                <a:solidFill>
                  <a:srgbClr val="000000"/>
                </a:solidFill>
              </a:rPr>
              <a:t>second line</a:t>
            </a:r>
          </a:p>
        </p:txBody>
      </p:sp>
      <p:sp>
        <p:nvSpPr>
          <p:cNvPr id="6" name="Rechteck 5">
            <a:extLst>
              <a:ext uri="{FF2B5EF4-FFF2-40B4-BE49-F238E27FC236}">
                <a16:creationId xmlns:a16="http://schemas.microsoft.com/office/drawing/2014/main" id="{E7B9A645-3437-12D5-E4CE-0CA0283D6361}"/>
              </a:ext>
            </a:extLst>
          </p:cNvPr>
          <p:cNvSpPr/>
          <p:nvPr/>
        </p:nvSpPr>
        <p:spPr>
          <a:xfrm>
            <a:off x="4318000" y="3556000"/>
            <a:ext cx="3556000" cy="266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lIns="381000" tIns="254000" rtlCol="0" anchor="ctr" anchorCtr="1"/>
          <a:lstStyle/>
          <a:p>
            <a:r>
              <a:rPr lang="de-DE">
                <a:solidFill>
                  <a:srgbClr val="000000"/>
                </a:solidFill>
              </a:rPr>
              <a:t>Anchored text</a:t>
            </a:r>
          </a:p>
          <a:p>
            <a:r>
              <a:rPr lang="de-DE">
                <a:solidFill>
                  <a:srgbClr val="000000"/>
                </a:solidFill>
              </a:rPr>
              <a:t>second line</a:t>
            </a:r>
          </a:p>
        </p:txBody>
      </p:sp>
      <p:sp>
        <p:nvSpPr>
          <p:cNvPr id="7" name="Rechteck 6">
            <a:extLst>
              <a:ext uri="{FF2B5EF4-FFF2-40B4-BE49-F238E27FC236}">
                <a16:creationId xmlns:a16="http://schemas.microsoft.com/office/drawing/2014/main" id="{EE4B47E2-351B-AA1B-4399-BD549C59552E}"/>
              </a:ext>
            </a:extLst>
          </p:cNvPr>
          <p:cNvSpPr/>
          <p:nvPr/>
        </p:nvSpPr>
        <p:spPr>
          <a:xfrm>
            <a:off x="8255000" y="3556000"/>
            <a:ext cx="3556000" cy="266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lIns="381000" tIns="254000" rtlCol="0" anchor="b" anchorCtr="1"/>
          <a:lstStyle/>
          <a:p>
            <a:r>
              <a:rPr lang="de-DE">
                <a:solidFill>
                  <a:srgbClr val="000000"/>
                </a:solidFill>
              </a:rPr>
              <a:t>Anchored text</a:t>
            </a:r>
          </a:p>
          <a:p>
            <a:r>
              <a:rPr lang="de-DE">
                <a:solidFill>
                  <a:srgbClr val="000000"/>
                </a:solidFill>
              </a:rPr>
              <a:t>second line</a:t>
            </a:r>
          </a:p>
        </p:txBody>
      </p:sp>
    </p:spTree>
    <p:extLst>
      <p:ext uri="{BB962C8B-B14F-4D97-AF65-F5344CB8AC3E}">
        <p14:creationId xmlns:p14="http://schemas.microsoft.com/office/powerpoint/2010/main" val="28650479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3DC6718B-1F66-36FC-F0AC-C0B73B349468}"/>
              </a:ext>
            </a:extLst>
          </p:cNvPr>
          <p:cNvSpPr/>
          <p:nvPr/>
        </p:nvSpPr>
        <p:spPr>
          <a:xfrm>
            <a:off x="381000" y="381000"/>
            <a:ext cx="2095500" cy="3810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a:solidFill>
                  <a:srgbClr val="000000"/>
                </a:solidFill>
              </a:rPr>
              <a:t>Rotated text in a box</a:t>
            </a:r>
            <a:endParaRPr lang="de-DE">
              <a:solidFill>
                <a:srgbClr val="000000"/>
              </a:solidFill>
            </a:endParaRPr>
          </a:p>
        </p:txBody>
      </p:sp>
      <p:sp>
        <p:nvSpPr>
          <p:cNvPr id="3" name="Rechteck 2">
            <a:extLst>
              <a:ext uri="{FF2B5EF4-FFF2-40B4-BE49-F238E27FC236}">
                <a16:creationId xmlns:a16="http://schemas.microsoft.com/office/drawing/2014/main" id="{63391362-442E-AC6C-CA28-7999BABC4D5F}"/>
              </a:ext>
            </a:extLst>
          </p:cNvPr>
          <p:cNvSpPr/>
          <p:nvPr/>
        </p:nvSpPr>
        <p:spPr>
          <a:xfrm>
            <a:off x="2730500" y="381000"/>
            <a:ext cx="2095500" cy="3810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a:solidFill>
                  <a:srgbClr val="000000"/>
                </a:solidFill>
              </a:rPr>
              <a:t>Rotated text in a box</a:t>
            </a:r>
            <a:endParaRPr lang="de-DE">
              <a:solidFill>
                <a:srgbClr val="000000"/>
              </a:solidFill>
            </a:endParaRPr>
          </a:p>
        </p:txBody>
      </p:sp>
      <p:sp>
        <p:nvSpPr>
          <p:cNvPr id="4" name="Rechteck 3">
            <a:extLst>
              <a:ext uri="{FF2B5EF4-FFF2-40B4-BE49-F238E27FC236}">
                <a16:creationId xmlns:a16="http://schemas.microsoft.com/office/drawing/2014/main" id="{48C410FD-7CC1-6F50-6009-CD38CDF5A4F9}"/>
              </a:ext>
            </a:extLst>
          </p:cNvPr>
          <p:cNvSpPr/>
          <p:nvPr/>
        </p:nvSpPr>
        <p:spPr>
          <a:xfrm>
            <a:off x="5080000" y="381000"/>
            <a:ext cx="2095500" cy="3810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ja-JP" altLang="de-DE">
                <a:solidFill>
                  <a:srgbClr val="000000"/>
                </a:solidFill>
              </a:rPr>
              <a:t>縦書き </a:t>
            </a:r>
            <a:r>
              <a:rPr lang="de-DE">
                <a:solidFill>
                  <a:srgbClr val="000000"/>
                </a:solidFill>
              </a:rPr>
              <a:t>text 123</a:t>
            </a:r>
          </a:p>
        </p:txBody>
      </p:sp>
      <p:sp>
        <p:nvSpPr>
          <p:cNvPr id="5" name="Rechteck 4">
            <a:extLst>
              <a:ext uri="{FF2B5EF4-FFF2-40B4-BE49-F238E27FC236}">
                <a16:creationId xmlns:a16="http://schemas.microsoft.com/office/drawing/2014/main" id="{9E23CFD5-4FAC-67B1-7738-F3AD57B4577E}"/>
              </a:ext>
            </a:extLst>
          </p:cNvPr>
          <p:cNvSpPr/>
          <p:nvPr/>
        </p:nvSpPr>
        <p:spPr>
          <a:xfrm>
            <a:off x="7429500" y="381000"/>
            <a:ext cx="2095500" cy="3810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vert="mongolianVert" rtlCol="0" anchor="ctr"/>
          <a:lstStyle/>
          <a:p>
            <a:pPr algn="ctr"/>
            <a:r>
              <a:rPr lang="ja-JP" altLang="de-DE">
                <a:solidFill>
                  <a:srgbClr val="000000"/>
                </a:solidFill>
              </a:rPr>
              <a:t>縦書き </a:t>
            </a:r>
            <a:r>
              <a:rPr lang="de-DE">
                <a:solidFill>
                  <a:srgbClr val="000000"/>
                </a:solidFill>
              </a:rPr>
              <a:t>text 123</a:t>
            </a:r>
          </a:p>
        </p:txBody>
      </p:sp>
      <p:sp>
        <p:nvSpPr>
          <p:cNvPr id="6" name="Rechteck 5">
            <a:extLst>
              <a:ext uri="{FF2B5EF4-FFF2-40B4-BE49-F238E27FC236}">
                <a16:creationId xmlns:a16="http://schemas.microsoft.com/office/drawing/2014/main" id="{A38A120F-08F9-7049-3A86-F8E44529EB58}"/>
              </a:ext>
            </a:extLst>
          </p:cNvPr>
          <p:cNvSpPr/>
          <p:nvPr/>
        </p:nvSpPr>
        <p:spPr>
          <a:xfrm>
            <a:off x="9779000" y="381000"/>
            <a:ext cx="2095500" cy="3810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vert="wordArtVert" rtlCol="0" anchor="ctr"/>
          <a:lstStyle/>
          <a:p>
            <a:pPr algn="ctr"/>
            <a:r>
              <a:rPr lang="ja-JP" altLang="de-DE">
                <a:solidFill>
                  <a:srgbClr val="000000"/>
                </a:solidFill>
              </a:rPr>
              <a:t>縦書き </a:t>
            </a:r>
            <a:r>
              <a:rPr lang="de-DE">
                <a:solidFill>
                  <a:srgbClr val="000000"/>
                </a:solidFill>
              </a:rPr>
              <a:t>text 123</a:t>
            </a:r>
          </a:p>
        </p:txBody>
      </p:sp>
    </p:spTree>
    <p:extLst>
      <p:ext uri="{BB962C8B-B14F-4D97-AF65-F5344CB8AC3E}">
        <p14:creationId xmlns:p14="http://schemas.microsoft.com/office/powerpoint/2010/main" val="8722302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7A7574EA-5575-E6A6-E776-72CF401E7C75}"/>
              </a:ext>
            </a:extLst>
          </p:cNvPr>
          <p:cNvSpPr/>
          <p:nvPr/>
        </p:nvSpPr>
        <p:spPr>
          <a:xfrm>
            <a:off x="381000" y="381000"/>
            <a:ext cx="5461000" cy="2921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numCol="2" spcCol="228600" rtlCol="0" anchor="ctr"/>
          <a:lstStyle/>
          <a:p>
            <a:pPr algn="ctr"/>
            <a:r>
              <a:rPr lang="de-DE">
                <a:solidFill>
                  <a:srgbClr val="000000"/>
                </a:solidFill>
              </a:rPr>
              <a:t>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a:t>
            </a:r>
          </a:p>
        </p:txBody>
      </p:sp>
      <p:sp>
        <p:nvSpPr>
          <p:cNvPr id="3" name="Rechteck 2">
            <a:extLst>
              <a:ext uri="{FF2B5EF4-FFF2-40B4-BE49-F238E27FC236}">
                <a16:creationId xmlns:a16="http://schemas.microsoft.com/office/drawing/2014/main" id="{5396E443-CAF0-5C94-83E2-93F58437B51B}"/>
              </a:ext>
            </a:extLst>
          </p:cNvPr>
          <p:cNvSpPr/>
          <p:nvPr/>
        </p:nvSpPr>
        <p:spPr>
          <a:xfrm>
            <a:off x="6350000" y="381000"/>
            <a:ext cx="5461000" cy="2921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numCol="3" spcCol="127000" rtlCol="0" anchor="ctr"/>
          <a:lstStyle/>
          <a:p>
            <a:pPr algn="ctr"/>
            <a:r>
              <a:rPr lang="de-DE">
                <a:solidFill>
                  <a:srgbClr val="000000"/>
                </a:solidFill>
              </a:rPr>
              <a:t>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a:t>
            </a:r>
          </a:p>
        </p:txBody>
      </p:sp>
    </p:spTree>
    <p:extLst>
      <p:ext uri="{BB962C8B-B14F-4D97-AF65-F5344CB8AC3E}">
        <p14:creationId xmlns:p14="http://schemas.microsoft.com/office/powerpoint/2010/main" val="629606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7207A1B4-58D4-10ED-0F85-80A22AC2A6AA}"/>
              </a:ext>
            </a:extLst>
          </p:cNvPr>
          <p:cNvSpPr/>
          <p:nvPr/>
        </p:nvSpPr>
        <p:spPr>
          <a:xfrm>
            <a:off x="381000" y="381000"/>
            <a:ext cx="3556000" cy="2032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de-DE">
                <a:solidFill>
                  <a:srgbClr val="000000"/>
                </a:solidFill>
              </a:rPr>
              <a:t>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a:t>
            </a:r>
          </a:p>
        </p:txBody>
      </p:sp>
      <p:sp>
        <p:nvSpPr>
          <p:cNvPr id="3" name="Rechteck 2">
            <a:extLst>
              <a:ext uri="{FF2B5EF4-FFF2-40B4-BE49-F238E27FC236}">
                <a16:creationId xmlns:a16="http://schemas.microsoft.com/office/drawing/2014/main" id="{3B7C940F-5865-1982-9026-2A2FD492697C}"/>
              </a:ext>
            </a:extLst>
          </p:cNvPr>
          <p:cNvSpPr/>
          <p:nvPr/>
        </p:nvSpPr>
        <p:spPr>
          <a:xfrm>
            <a:off x="4318000" y="-115163"/>
            <a:ext cx="3556000" cy="1754326"/>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spAutoFit/>
          </a:bodyPr>
          <a:lstStyle/>
          <a:p>
            <a:pPr algn="ctr"/>
            <a:r>
              <a:rPr lang="de-DE">
                <a:solidFill>
                  <a:srgbClr val="000000"/>
                </a:solidFill>
              </a:rPr>
              <a:t>Lorem ipsum dolor sit amet consectetur elit Lorem ipsum dolor sit amet consectetur elit Lorem ipsum dolor sit amet consectetur elit Lorem ipsum dolor sit</a:t>
            </a:r>
          </a:p>
        </p:txBody>
      </p:sp>
      <p:sp>
        <p:nvSpPr>
          <p:cNvPr id="4" name="Rechteck 3">
            <a:extLst>
              <a:ext uri="{FF2B5EF4-FFF2-40B4-BE49-F238E27FC236}">
                <a16:creationId xmlns:a16="http://schemas.microsoft.com/office/drawing/2014/main" id="{B22B0988-C4B7-2601-8FD8-82A6CEE12C49}"/>
              </a:ext>
            </a:extLst>
          </p:cNvPr>
          <p:cNvSpPr/>
          <p:nvPr/>
        </p:nvSpPr>
        <p:spPr>
          <a:xfrm>
            <a:off x="8255000" y="381000"/>
            <a:ext cx="3556000" cy="1524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r>
              <a:rPr lang="de-DE">
                <a:solidFill>
                  <a:srgbClr val="000000"/>
                </a:solidFill>
              </a:rPr>
              <a:t>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a:t>
            </a:r>
          </a:p>
        </p:txBody>
      </p:sp>
      <p:sp>
        <p:nvSpPr>
          <p:cNvPr id="5" name="Rechteck 4">
            <a:extLst>
              <a:ext uri="{FF2B5EF4-FFF2-40B4-BE49-F238E27FC236}">
                <a16:creationId xmlns:a16="http://schemas.microsoft.com/office/drawing/2014/main" id="{40A31FBF-75F7-9CA2-C012-D46222EF472F}"/>
              </a:ext>
            </a:extLst>
          </p:cNvPr>
          <p:cNvSpPr/>
          <p:nvPr/>
        </p:nvSpPr>
        <p:spPr>
          <a:xfrm>
            <a:off x="381000" y="4191000"/>
            <a:ext cx="3556000" cy="1016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solidFill>
                  <a:srgbClr val="000000"/>
                </a:solidFill>
              </a:rPr>
              <a:t>A line that does not wrap and runs past the edge of its box</a:t>
            </a:r>
            <a:endParaRPr lang="de-DE">
              <a:solidFill>
                <a:srgbClr val="000000"/>
              </a:solidFill>
            </a:endParaRPr>
          </a:p>
        </p:txBody>
      </p:sp>
    </p:spTree>
    <p:extLst>
      <p:ext uri="{BB962C8B-B14F-4D97-AF65-F5344CB8AC3E}">
        <p14:creationId xmlns:p14="http://schemas.microsoft.com/office/powerpoint/2010/main" val="34906901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ntAlgn-t">
            <a:extLst>
              <a:ext uri="{FF2B5EF4-FFF2-40B4-BE49-F238E27FC236}">
                <a16:creationId xmlns:a16="http://schemas.microsoft.com/office/drawing/2014/main" id="{44E1713E-ACF0-3C0C-C857-EFFD84E49288}"/>
              </a:ext>
            </a:extLst>
          </p:cNvPr>
          <p:cNvSpPr/>
          <p:nvPr/>
        </p:nvSpPr>
        <p:spPr>
          <a:xfrm>
            <a:off x="381000" y="381000"/>
            <a:ext cx="2667000" cy="139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fontAlgn="t"/>
            <a:r>
              <a:rPr lang="de-DE" sz="3600">
                <a:solidFill>
                  <a:srgbClr val="000000"/>
                </a:solidFill>
              </a:rPr>
              <a:t>Big</a:t>
            </a:r>
            <a:r>
              <a:rPr lang="de-DE">
                <a:solidFill>
                  <a:srgbClr val="000000"/>
                </a:solidFill>
              </a:rPr>
              <a:t/>
            </a:r>
            <a:r>
              <a:rPr lang="de-DE" sz="1000">
                <a:solidFill>
                  <a:srgbClr val="000000"/>
                </a:solidFill>
              </a:rPr>
              <a:t>small</a:t>
            </a:r>
            <a:r>
              <a:rPr lang="de-DE">
                <a:solidFill>
                  <a:srgbClr val="000000"/>
                </a:solidFill>
              </a:rPr>
              <a:t> Big</a:t>
            </a:r>
          </a:p>
        </p:txBody>
      </p:sp>
      <p:sp>
        <p:nvSpPr>
          <p:cNvPr id="3" name="fontAlgn-ctr">
            <a:extLst>
              <a:ext uri="{FF2B5EF4-FFF2-40B4-BE49-F238E27FC236}">
                <a16:creationId xmlns:a16="http://schemas.microsoft.com/office/drawing/2014/main" id="{6F168ED1-C68C-00E2-30A0-4BF622E89BE3}"/>
              </a:ext>
            </a:extLst>
          </p:cNvPr>
          <p:cNvSpPr/>
          <p:nvPr/>
        </p:nvSpPr>
        <p:spPr>
          <a:xfrm>
            <a:off x="3302000" y="381000"/>
            <a:ext cx="2667000" cy="139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fontAlgn="ctr"/>
            <a:r>
              <a:rPr lang="de-DE" sz="3600">
                <a:solidFill>
                  <a:srgbClr val="000000"/>
                </a:solidFill>
              </a:rPr>
              <a:t>Big</a:t>
            </a:r>
            <a:r>
              <a:rPr lang="de-DE">
                <a:solidFill>
                  <a:srgbClr val="000000"/>
                </a:solidFill>
              </a:rPr>
              <a:t/>
            </a:r>
            <a:r>
              <a:rPr lang="de-DE" sz="1000">
                <a:solidFill>
                  <a:srgbClr val="000000"/>
                </a:solidFill>
              </a:rPr>
              <a:t>small</a:t>
            </a:r>
            <a:r>
              <a:rPr lang="de-DE">
                <a:solidFill>
                  <a:srgbClr val="000000"/>
                </a:solidFill>
              </a:rPr>
              <a:t> Big</a:t>
            </a:r>
          </a:p>
        </p:txBody>
      </p:sp>
      <p:sp>
        <p:nvSpPr>
          <p:cNvPr id="4" name="fontAlgn-b">
            <a:extLst>
              <a:ext uri="{FF2B5EF4-FFF2-40B4-BE49-F238E27FC236}">
                <a16:creationId xmlns:a16="http://schemas.microsoft.com/office/drawing/2014/main" id="{EA64864E-DCF4-6B9D-FEF3-39B72A92330A}"/>
              </a:ext>
            </a:extLst>
          </p:cNvPr>
          <p:cNvSpPr/>
          <p:nvPr/>
        </p:nvSpPr>
        <p:spPr>
          <a:xfrm>
            <a:off x="6223000" y="381000"/>
            <a:ext cx="2667000" cy="139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fontAlgn="b"/>
            <a:r>
              <a:rPr lang="de-DE" sz="3600">
                <a:solidFill>
                  <a:srgbClr val="000000"/>
                </a:solidFill>
              </a:rPr>
              <a:t>Big</a:t>
            </a:r>
            <a:r>
              <a:rPr lang="de-DE">
                <a:solidFill>
                  <a:srgbClr val="000000"/>
                </a:solidFill>
              </a:rPr>
              <a:t/>
            </a:r>
            <a:r>
              <a:rPr lang="de-DE" sz="1000">
                <a:solidFill>
                  <a:srgbClr val="000000"/>
                </a:solidFill>
              </a:rPr>
              <a:t>small</a:t>
            </a:r>
            <a:r>
              <a:rPr lang="de-DE">
                <a:solidFill>
                  <a:srgbClr val="000000"/>
                </a:solidFill>
              </a:rPr>
              <a:t> Big</a:t>
            </a:r>
          </a:p>
        </p:txBody>
      </p:sp>
      <p:sp>
        <p:nvSpPr>
          <p:cNvPr id="5" name="fontAlgn-base">
            <a:extLst>
              <a:ext uri="{FF2B5EF4-FFF2-40B4-BE49-F238E27FC236}">
                <a16:creationId xmlns:a16="http://schemas.microsoft.com/office/drawing/2014/main" id="{67541AE4-D9C3-89CD-2B3D-A2EE960366A8}"/>
              </a:ext>
            </a:extLst>
          </p:cNvPr>
          <p:cNvSpPr/>
          <p:nvPr/>
        </p:nvSpPr>
        <p:spPr>
          <a:xfrm>
            <a:off x="9144000" y="381000"/>
            <a:ext cx="2667000" cy="139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fontAlgn="base"/>
            <a:r>
              <a:rPr lang="de-DE" sz="3600">
                <a:solidFill>
                  <a:srgbClr val="000000"/>
                </a:solidFill>
              </a:rPr>
              <a:t>Big</a:t>
            </a:r>
            <a:r>
              <a:rPr lang="de-DE">
                <a:solidFill>
                  <a:srgbClr val="000000"/>
                </a:solidFill>
              </a:rPr>
              <a:t/>
            </a:r>
            <a:r>
              <a:rPr lang="de-DE" sz="1000">
                <a:solidFill>
                  <a:srgbClr val="000000"/>
                </a:solidFill>
              </a:rPr>
              <a:t>small</a:t>
            </a:r>
            <a:r>
              <a:rPr lang="de-DE">
                <a:solidFill>
                  <a:srgbClr val="000000"/>
                </a:solidFill>
              </a:rPr>
              <a:t> Big</a:t>
            </a:r>
          </a:p>
        </p:txBody>
      </p:sp>
      <p:sp>
        <p:nvSpPr>
          <p:cNvPr id="6" name="arch-wordart">
            <a:extLst>
              <a:ext uri="{FF2B5EF4-FFF2-40B4-BE49-F238E27FC236}">
                <a16:creationId xmlns:a16="http://schemas.microsoft.com/office/drawing/2014/main" id="{5A404763-3024-C8AE-12D0-689D0F74ABD8}"/>
              </a:ext>
            </a:extLst>
          </p:cNvPr>
          <p:cNvSpPr/>
          <p:nvPr/>
        </p:nvSpPr>
        <p:spPr>
          <a:xfrm>
            <a:off x="381000" y="3302000"/>
            <a:ext cx="5080000" cy="139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fromWordArt="1">
            <a:prstTxWarp prst="textArchUp">
              <a:avLst/>
            </a:prstTxWarp>
          </a:bodyPr>
          <a:lstStyle/>
          <a:p>
            <a:r>
              <a:rPr lang="de-DE" sz="2800">
                <a:solidFill>
                  <a:srgbClr val="000000"/>
                </a:solidFill>
              </a:rPr>
              <a:t>WordArt text</a:t>
            </a:r>
          </a:p>
        </p:txBody>
      </p:sp>
      <p:sp>
        <p:nvSpPr>
          <p:cNvPr id="7" name="arch">
            <a:extLst>
              <a:ext uri="{FF2B5EF4-FFF2-40B4-BE49-F238E27FC236}">
                <a16:creationId xmlns:a16="http://schemas.microsoft.com/office/drawing/2014/main" id="{A14F8941-0BC1-2DD6-1915-26ACA5133651}"/>
              </a:ext>
            </a:extLst>
          </p:cNvPr>
          <p:cNvSpPr/>
          <p:nvPr/>
        </p:nvSpPr>
        <p:spPr>
          <a:xfrm>
            <a:off x="6350000" y="3302000"/>
            <a:ext cx="5080000" cy="139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Up">
              <a:avLst/>
            </a:prstTxWarp>
          </a:bodyPr>
          <a:lstStyle/>
          <a:p>
            <a:r>
              <a:rPr lang="de-DE" sz="2800">
                <a:solidFill>
                  <a:srgbClr val="000000"/>
                </a:solidFill>
              </a:rPr>
              <a:t>WordArt text</a:t>
            </a:r>
          </a:p>
        </p:txBody>
      </p:sp>
    </p:spTree>
    <p:extLst>
      <p:ext uri="{BB962C8B-B14F-4D97-AF65-F5344CB8AC3E}">
        <p14:creationId xmlns:p14="http://schemas.microsoft.com/office/powerpoint/2010/main" val="1215147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llipsis">
            <a:extLst>
              <a:ext uri="{FF2B5EF4-FFF2-40B4-BE49-F238E27FC236}">
                <a16:creationId xmlns:a16="http://schemas.microsoft.com/office/drawing/2014/main" id="{4D0D36C5-20F9-3562-A19A-83E5FE7BCA56}"/>
              </a:ext>
            </a:extLst>
          </p:cNvPr>
          <p:cNvSpPr/>
          <p:nvPr/>
        </p:nvSpPr>
        <p:spPr>
          <a:xfrm>
            <a:off x="381000" y="381000"/>
            <a:ext cx="3556000" cy="1143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vertOverflow="ellipsis"/>
          <a:lstStyle/>
          <a:p>
            <a:pPr algn="ctr"/>
            <a:r>
              <a:rPr lang="de-DE">
                <a:solidFill>
                  <a:srgbClr val="000000"/>
                </a:solidFill>
              </a:rPr>
              <a:t>Lorem ipsum dolor sit amet consectetur elit Lorem ipsum dolor sit amet consectetur elit Lorem ipsum dolor sit amet consectetur elit Lorem ipsum dolor sit amet consectetur elit Lorem ipsum dolor sit amet consectetur elit Lorem ipsum dolor sit amet</a:t>
            </a:r>
          </a:p>
        </p:txBody>
      </p:sp>
      <p:sp>
        <p:nvSpPr>
          <p:cNvPr id="3" name="clip">
            <a:extLst>
              <a:ext uri="{FF2B5EF4-FFF2-40B4-BE49-F238E27FC236}">
                <a16:creationId xmlns:a16="http://schemas.microsoft.com/office/drawing/2014/main" id="{E022A255-266A-75F5-CAD3-5B7D03D5B151}"/>
              </a:ext>
            </a:extLst>
          </p:cNvPr>
          <p:cNvSpPr/>
          <p:nvPr/>
        </p:nvSpPr>
        <p:spPr>
          <a:xfrm>
            <a:off x="4318000" y="381000"/>
            <a:ext cx="3556000" cy="1143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vertOverflow="clip"/>
          <a:lstStyle/>
          <a:p>
            <a:pPr algn="ctr"/>
            <a:r>
              <a:rPr lang="de-DE">
                <a:solidFill>
                  <a:srgbClr val="000000"/>
                </a:solidFill>
              </a:rPr>
              <a:t>Lorem ipsum dolor sit amet consectetur elit Lorem ipsum dolor sit amet consectetur elit Lorem ipsum dolor sit amet consectetur elit Lorem ipsum dolor sit amet consectetur elit Lorem ipsum dolor sit amet consectetur elit Lorem ipsum dolor sit amet</a:t>
            </a:r>
          </a:p>
        </p:txBody>
      </p:sp>
      <p:sp>
        <p:nvSpPr>
          <p:cNvPr id="4" name="overflow">
            <a:extLst>
              <a:ext uri="{FF2B5EF4-FFF2-40B4-BE49-F238E27FC236}">
                <a16:creationId xmlns:a16="http://schemas.microsoft.com/office/drawing/2014/main" id="{79C25E2B-5394-EC7C-9ED6-FDA625A2EADA}"/>
              </a:ext>
            </a:extLst>
          </p:cNvPr>
          <p:cNvSpPr/>
          <p:nvPr/>
        </p:nvSpPr>
        <p:spPr>
          <a:xfrm>
            <a:off x="8255000" y="381000"/>
            <a:ext cx="3556000" cy="1143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a:solidFill>
                  <a:srgbClr val="000000"/>
                </a:solidFill>
              </a:rPr>
              <a:t>Lorem ipsum dolor sit amet consectetur elit Lorem ipsum dolor sit amet consectetur elit Lorem ipsum dolor sit amet consectetur elit Lorem ipsum dolor sit amet consectetur elit Lorem ipsum dolor sit amet consectetur elit Lorem ipsum dolor sit amet</a:t>
            </a:r>
          </a:p>
        </p:txBody>
      </p:sp>
      <p:sp>
        <p:nvSpPr>
          <p:cNvPr id="5" name="horzClip">
            <a:extLst>
              <a:ext uri="{FF2B5EF4-FFF2-40B4-BE49-F238E27FC236}">
                <a16:creationId xmlns:a16="http://schemas.microsoft.com/office/drawing/2014/main" id="{FCCAD01E-9539-2560-A860-FC9ECE1E1F10}"/>
              </a:ext>
            </a:extLst>
          </p:cNvPr>
          <p:cNvSpPr/>
          <p:nvPr/>
        </p:nvSpPr>
        <p:spPr>
          <a:xfrm>
            <a:off x="381000" y="2921000"/>
            <a:ext cx="2540000" cy="889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horzOverflow="clip"/>
          <a:lstStyle/>
          <a:p>
            <a:pPr algn="ctr"/>
            <a:r>
              <a:rPr lang="de-DE">
                <a:solidFill>
                  <a:srgbClr val="000000"/>
                </a:solidFill>
              </a:rPr>
              <a:t>NoWrapLongWordThatIsWider</a:t>
            </a:r>
          </a:p>
        </p:txBody>
      </p:sp>
      <p:sp>
        <p:nvSpPr>
          <p:cNvPr id="6" name="spcFirstLast-t">
            <a:extLst>
              <a:ext uri="{FF2B5EF4-FFF2-40B4-BE49-F238E27FC236}">
                <a16:creationId xmlns:a16="http://schemas.microsoft.com/office/drawing/2014/main" id="{BF5E7F2E-6A84-6F5E-BE9E-AFE4271BA12E}"/>
              </a:ext>
            </a:extLst>
          </p:cNvPr>
          <p:cNvSpPr/>
          <p:nvPr/>
        </p:nvSpPr>
        <p:spPr>
          <a:xfrm>
            <a:off x="4318000" y="2921000"/>
            <a:ext cx="3556000" cy="1778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t" spcFirstLastPara="1"/>
          <a:lstStyle/>
          <a:p>
            <a:pPr algn="ctr">
              <a:spcBef>
                <a:spcPts val="3000"/>
              </a:spcBef>
            </a:pPr>
            <a:r>
              <a:rPr lang="de-DE">
                <a:solidFill>
                  <a:srgbClr val="000000"/>
                </a:solidFill>
              </a:rPr>
              <a:t>First</a:t>
            </a:r>
          </a:p>
          <a:p>
            <a:pPr algn="ctr">
              <a:spcAft>
                <a:spcPts val="3000"/>
              </a:spcAft>
            </a:pPr>
            <a:r>
              <a:rPr lang="de-DE">
                <a:solidFill>
                  <a:srgbClr val="000000"/>
                </a:solidFill>
              </a:rPr>
              <a:t>Second</a:t>
            </a:r>
          </a:p>
        </p:txBody>
      </p:sp>
      <p:sp>
        <p:nvSpPr>
          <p:cNvPr id="7" name="spcFirstLast-b">
            <a:extLst>
              <a:ext uri="{FF2B5EF4-FFF2-40B4-BE49-F238E27FC236}">
                <a16:creationId xmlns:a16="http://schemas.microsoft.com/office/drawing/2014/main" id="{E4338C82-DEFA-7F5E-BEA6-2EDC1CD6B3C0}"/>
              </a:ext>
            </a:extLst>
          </p:cNvPr>
          <p:cNvSpPr/>
          <p:nvPr/>
        </p:nvSpPr>
        <p:spPr>
          <a:xfrm>
            <a:off x="8255000" y="2921000"/>
            <a:ext cx="3556000" cy="1778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b" spcFirstLastPara="1"/>
          <a:lstStyle/>
          <a:p>
            <a:pPr algn="ctr">
              <a:spcBef>
                <a:spcPts val="3000"/>
              </a:spcBef>
            </a:pPr>
            <a:r>
              <a:rPr lang="de-DE">
                <a:solidFill>
                  <a:srgbClr val="000000"/>
                </a:solidFill>
              </a:rPr>
              <a:t>First</a:t>
            </a:r>
          </a:p>
          <a:p>
            <a:pPr algn="ctr">
              <a:spcAft>
                <a:spcPts val="3000"/>
              </a:spcAft>
            </a:pPr>
            <a:r>
              <a:rPr lang="de-DE">
                <a:solidFill>
                  <a:srgbClr val="000000"/>
                </a:solidFill>
              </a:rPr>
              <a:t>Second</a:t>
            </a:r>
          </a:p>
        </p:txBody>
      </p:sp>
      <p:sp>
        <p:nvSpPr>
          <p:cNvPr id="8" name="spcDefault-b">
            <a:extLst>
              <a:ext uri="{FF2B5EF4-FFF2-40B4-BE49-F238E27FC236}">
                <a16:creationId xmlns:a16="http://schemas.microsoft.com/office/drawing/2014/main" id="{5B6FDFC4-4A53-00B5-F936-A33990492728}"/>
              </a:ext>
            </a:extLst>
          </p:cNvPr>
          <p:cNvSpPr/>
          <p:nvPr/>
        </p:nvSpPr>
        <p:spPr>
          <a:xfrm>
            <a:off x="8255000" y="4826000"/>
            <a:ext cx="3556000" cy="1778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spcBef>
                <a:spcPts val="3000"/>
              </a:spcBef>
            </a:pPr>
            <a:r>
              <a:rPr lang="de-DE">
                <a:solidFill>
                  <a:srgbClr val="000000"/>
                </a:solidFill>
              </a:rPr>
              <a:t>First</a:t>
            </a:r>
          </a:p>
          <a:p>
            <a:pPr algn="ctr">
              <a:spcAft>
                <a:spcPts val="3000"/>
              </a:spcAft>
            </a:pPr>
            <a:r>
              <a:rPr lang="de-DE">
                <a:solidFill>
                  <a:srgbClr val="000000"/>
                </a:solidFill>
              </a:rPr>
              <a:t>Second</a:t>
            </a:r>
          </a:p>
        </p:txBody>
      </p:sp>
    </p:spTree>
    <p:extLst>
      <p:ext uri="{BB962C8B-B14F-4D97-AF65-F5344CB8AC3E}">
        <p14:creationId xmlns:p14="http://schemas.microsoft.com/office/powerpoint/2010/main" val="15212235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issing-font-0">
            <a:extLst>
              <a:ext uri="{FF2B5EF4-FFF2-40B4-BE49-F238E27FC236}">
                <a16:creationId xmlns:a16="http://schemas.microsoft.com/office/drawing/2014/main" id="{B6CC71E9-4B6A-AE7D-E086-C0572591E12E}"/>
              </a:ext>
            </a:extLst>
          </p:cNvPr>
          <p:cNvSpPr txBox="1"/>
          <p:nvPr/>
        </p:nvSpPr>
        <p:spPr>
          <a:xfrm>
            <a:off x="508000" y="508000"/>
            <a:ext cx="5588000" cy="954107"/>
          </a:xfrm>
          <a:prstGeom prst="rect">
            <a:avLst/>
          </a:prstGeom>
          <a:noFill/>
        </p:spPr>
        <p:txBody>
          <a:bodyPr vert="horz" rtlCol="0">
            <a:spAutoFit/>
          </a:bodyPr>
          <a:lstStyle/>
          <a:p>
            <a:r>
              <a:rPr lang="de-DE" sz="2800">
                <a:latin xmlns:a="http://schemas.openxmlformats.org/drawingml/2006/main" typeface="Zzz Serif Missing" panose="02020603050405020304" pitchFamily="18" charset="0"/>
              </a:rPr>
              <a:t>Hamburgefonts Quick 0123 iiiWWW</a:t>
            </a:r>
          </a:p>
        </p:txBody>
      </p:sp>
      <p:sp>
        <p:nvSpPr>
          <p:cNvPr id="3" name="missing-font-1">
            <a:extLst>
              <a:ext uri="{FF2B5EF4-FFF2-40B4-BE49-F238E27FC236}">
                <a16:creationId xmlns:a16="http://schemas.microsoft.com/office/drawing/2014/main" id="{88B829E5-69F9-2DC9-ACD2-D7817C69967A}"/>
              </a:ext>
            </a:extLst>
          </p:cNvPr>
          <p:cNvSpPr txBox="1"/>
          <p:nvPr/>
        </p:nvSpPr>
        <p:spPr>
          <a:xfrm>
            <a:off x="6350000" y="508000"/>
            <a:ext cx="5588000" cy="954107"/>
          </a:xfrm>
          <a:prstGeom prst="rect">
            <a:avLst/>
          </a:prstGeom>
          <a:noFill/>
        </p:spPr>
        <p:txBody>
          <a:bodyPr vert="horz" rtlCol="0">
            <a:spAutoFit/>
          </a:bodyPr>
          <a:lstStyle/>
          <a:p>
            <a:r>
              <a:rPr lang="de-DE" sz="2800">
                <a:latin xmlns:a="http://schemas.openxmlformats.org/drawingml/2006/main" typeface="Zzz Mono Missing" panose="02070309020205020404" pitchFamily="49" charset="0"/>
              </a:rPr>
              <a:t>Hamburgefonts Quick 0123 iiiWWW</a:t>
            </a:r>
          </a:p>
        </p:txBody>
      </p:sp>
      <p:sp>
        <p:nvSpPr>
          <p:cNvPr id="4" name="missing-font-2">
            <a:extLst>
              <a:ext uri="{FF2B5EF4-FFF2-40B4-BE49-F238E27FC236}">
                <a16:creationId xmlns:a16="http://schemas.microsoft.com/office/drawing/2014/main" id="{C586E4D8-3C98-3302-7843-29CC61E7E639}"/>
              </a:ext>
            </a:extLst>
          </p:cNvPr>
          <p:cNvSpPr txBox="1"/>
          <p:nvPr/>
        </p:nvSpPr>
        <p:spPr>
          <a:xfrm>
            <a:off x="508000" y="2540000"/>
            <a:ext cx="5588000" cy="954107"/>
          </a:xfrm>
          <a:prstGeom prst="rect">
            <a:avLst/>
          </a:prstGeom>
          <a:noFill/>
        </p:spPr>
        <p:txBody>
          <a:bodyPr vert="horz" rtlCol="0">
            <a:spAutoFit/>
          </a:bodyPr>
          <a:lstStyle/>
          <a:p>
            <a:r>
              <a:rPr lang="de-DE" sz="2800">
                <a:latin xmlns:a="http://schemas.openxmlformats.org/drawingml/2006/main" typeface="Zzz Sans Missing" panose="020B0604020202020204" pitchFamily="34" charset="0"/>
              </a:rPr>
              <a:t>Hamburgefonts Quick 0123 iiiWWW</a:t>
            </a:r>
          </a:p>
        </p:txBody>
      </p:sp>
      <p:sp>
        <p:nvSpPr>
          <p:cNvPr id="5" name="missing-font-3">
            <a:extLst>
              <a:ext uri="{FF2B5EF4-FFF2-40B4-BE49-F238E27FC236}">
                <a16:creationId xmlns:a16="http://schemas.microsoft.com/office/drawing/2014/main" id="{D089AC9D-1715-AAFB-3C7B-6B14E1D2EBF2}"/>
              </a:ext>
            </a:extLst>
          </p:cNvPr>
          <p:cNvSpPr txBox="1"/>
          <p:nvPr/>
        </p:nvSpPr>
        <p:spPr>
          <a:xfrm>
            <a:off x="6350000" y="2540000"/>
            <a:ext cx="5588000" cy="954107"/>
          </a:xfrm>
          <a:prstGeom prst="rect">
            <a:avLst/>
          </a:prstGeom>
          <a:noFill/>
        </p:spPr>
        <p:txBody>
          <a:bodyPr vert="horz" rtlCol="0">
            <a:spAutoFit/>
          </a:bodyPr>
          <a:lstStyle/>
          <a:p>
            <a:r>
              <a:rPr lang="de-DE" sz="2800">
                <a:latin xmlns:a="http://schemas.openxmlformats.org/drawingml/2006/main" typeface="Zzz Plain Missing"/>
              </a:rPr>
              <a:t>Hamburgefonts Quick 0123 iiiWWW</a:t>
            </a:r>
          </a:p>
        </p:txBody>
      </p:sp>
      <p:sp>
        <p:nvSpPr>
          <p:cNvPr id="6" name="missing-font-4">
            <a:extLst>
              <a:ext uri="{FF2B5EF4-FFF2-40B4-BE49-F238E27FC236}">
                <a16:creationId xmlns:a16="http://schemas.microsoft.com/office/drawing/2014/main" id="{601355E5-D624-C82B-7558-3D1D371AC4F8}"/>
              </a:ext>
            </a:extLst>
          </p:cNvPr>
          <p:cNvSpPr txBox="1"/>
          <p:nvPr/>
        </p:nvSpPr>
        <p:spPr>
          <a:xfrm>
            <a:off x="508000" y="4572000"/>
            <a:ext cx="5588000" cy="954107"/>
          </a:xfrm>
          <a:prstGeom prst="rect">
            <a:avLst/>
          </a:prstGeom>
          <a:noFill/>
        </p:spPr>
        <p:txBody>
          <a:bodyPr vert="horz" rtlCol="0">
            <a:spAutoFit/>
          </a:bodyPr>
          <a:lstStyle/>
          <a:p>
            <a:r>
              <a:rPr lang="de-DE" sz="2800">
                <a:latin xmlns:a="http://schemas.openxmlformats.org/drawingml/2006/main" typeface="Zzz Script Missing" panose="03010101010101010101" pitchFamily="66"/>
              </a:rPr>
              <a:t>Hamburgefonts Quick 0123 iiiWWW</a:t>
            </a:r>
          </a:p>
        </p:txBody>
      </p:sp>
      <p:sp>
        <p:nvSpPr>
          <p:cNvPr id="7" name="missing-font-5">
            <a:extLst>
              <a:ext uri="{FF2B5EF4-FFF2-40B4-BE49-F238E27FC236}">
                <a16:creationId xmlns:a16="http://schemas.microsoft.com/office/drawing/2014/main" id="{42F4AEC1-CE61-44B8-AB03-39418D0B05F6}"/>
              </a:ext>
            </a:extLst>
          </p:cNvPr>
          <p:cNvSpPr txBox="1"/>
          <p:nvPr/>
        </p:nvSpPr>
        <p:spPr>
          <a:xfrm>
            <a:off x="6350000" y="4572000"/>
            <a:ext cx="5588000" cy="954107"/>
          </a:xfrm>
          <a:prstGeom prst="rect">
            <a:avLst/>
          </a:prstGeom>
          <a:noFill/>
        </p:spPr>
        <p:txBody>
          <a:bodyPr vert="horz" rtlCol="0">
            <a:spAutoFit/>
          </a:bodyPr>
          <a:lstStyle/>
          <a:p>
            <a:r>
              <a:rPr lang="de-DE" sz="2800">
                <a:latin xmlns:a="http://schemas.openxmlformats.org/drawingml/2006/main" typeface="Zzz Decor Missing" panose="04020705040A02060702" pitchFamily="82"/>
              </a:rPr>
              <a:t>Hamburgefonts Quick 0123 iiiWWW</a:t>
            </a:r>
          </a:p>
        </p:txBody>
      </p:sp>
    </p:spTree>
    <p:extLst>
      <p:ext uri="{BB962C8B-B14F-4D97-AF65-F5344CB8AC3E}">
        <p14:creationId xmlns:p14="http://schemas.microsoft.com/office/powerpoint/2010/main" val="208545602"/>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535</Words>
  <Application>Microsoft Office PowerPoint</Application>
  <PresentationFormat>Benutzerdefiniert</PresentationFormat>
  <Paragraphs>45</Paragraphs>
  <Slides>7</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7</vt:i4>
      </vt:variant>
    </vt:vector>
  </HeadingPairs>
  <TitlesOfParts>
    <vt:vector size="11" baseType="lpstr">
      <vt:lpstr>Aptos</vt:lpstr>
      <vt:lpstr>Aptos Display</vt:lpstr>
      <vt:lpstr>Arial</vt:lpstr>
      <vt:lpstr>Office</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Fidelity generator</dc:creator>
  <cp:lastModifiedBy>Fidelity generator</cp:lastModifiedBy>
  <cp:revision>1</cp:revision>
  <dcterms:created xsi:type="dcterms:W3CDTF">2026-10-08T17:15:44Z</dcterms:created>
  <dcterms:modified xsi:type="dcterms:W3CDTF">2026-10-08T17:15:44Z</dcterms:modified>
</cp:coreProperties>
</file>