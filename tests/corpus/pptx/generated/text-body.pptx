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303701-7F0C-9A81-8356-E269205BF46D}"/>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75C360CB-6FAA-415A-E668-EA288B1A2C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4393F2BC-9FDA-7D80-4D8E-1C23097FB49D}"/>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5" name="Fußzeilenplatzhalter 4">
            <a:extLst>
              <a:ext uri="{FF2B5EF4-FFF2-40B4-BE49-F238E27FC236}">
                <a16:creationId xmlns:a16="http://schemas.microsoft.com/office/drawing/2014/main" id="{EF571AFF-BFB9-A07B-4161-F8A28AFFEEF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E1C7D55-FFB8-C364-F97C-4A90A8480C23}"/>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3039070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852CB3-6999-6327-093C-0A248C129F24}"/>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5906A2FB-8F31-CA9C-FFC0-AE89BEDB6F1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2DEAB32-6779-7639-FBF5-E3D77545C00B}"/>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5" name="Fußzeilenplatzhalter 4">
            <a:extLst>
              <a:ext uri="{FF2B5EF4-FFF2-40B4-BE49-F238E27FC236}">
                <a16:creationId xmlns:a16="http://schemas.microsoft.com/office/drawing/2014/main" id="{4CCBDFC1-DE35-A78C-2500-C4CE4E40B45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B254EFB-BE00-8597-B8ED-420936B80E56}"/>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4291966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B035A2-3C7E-595E-972A-B7E8C972B74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F3728911-3F78-E003-1CE9-57036C33C1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9810F2D4-FCFD-8027-9761-72DA4B3323D9}"/>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5" name="Fußzeilenplatzhalter 4">
            <a:extLst>
              <a:ext uri="{FF2B5EF4-FFF2-40B4-BE49-F238E27FC236}">
                <a16:creationId xmlns:a16="http://schemas.microsoft.com/office/drawing/2014/main" id="{7A503C69-915D-0562-9D3E-28216F89918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A1FF8CA-F1D1-9D7F-EC79-B2D60C44B0D3}"/>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2863727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54755B-390F-B3D2-596D-23D8F4933585}"/>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71F171BB-29DD-94B7-6A39-D94E22C8760A}"/>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C26E8427-4F5F-AD19-4939-6AD6950BF284}"/>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0457B603-60E8-0458-5F42-171725BD7104}"/>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6" name="Fußzeilenplatzhalter 5">
            <a:extLst>
              <a:ext uri="{FF2B5EF4-FFF2-40B4-BE49-F238E27FC236}">
                <a16:creationId xmlns:a16="http://schemas.microsoft.com/office/drawing/2014/main" id="{623A4669-C524-AF73-EB72-C1992DA9748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B8D3BD2-2DFF-BA51-07DA-07F2F8CF356B}"/>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1963180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49A6B4-18D9-EE61-3A9D-0D818E4A8D1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6775E948-89B9-8C23-1203-A68EBEB0FC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3341EF7F-0DC3-9D0D-8A43-E1504CEE81B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089B038E-C4D1-0A99-56DC-A9FADA99CB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78AD8C9D-0452-FC4E-ABB1-860620399602}"/>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FDE59C10-EC3E-DDDE-36D3-E8577636F09A}"/>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8" name="Fußzeilenplatzhalter 7">
            <a:extLst>
              <a:ext uri="{FF2B5EF4-FFF2-40B4-BE49-F238E27FC236}">
                <a16:creationId xmlns:a16="http://schemas.microsoft.com/office/drawing/2014/main" id="{4FE8478D-6F01-B713-8830-64AFE8928438}"/>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09EA4C3F-9D04-749D-2750-C0F630C65A90}"/>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111507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1D06A5-12EC-5022-1EDB-117B651A2AAF}"/>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C61A1590-0205-BBCF-4A71-A93BD6F861AA}"/>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4" name="Fußzeilenplatzhalter 3">
            <a:extLst>
              <a:ext uri="{FF2B5EF4-FFF2-40B4-BE49-F238E27FC236}">
                <a16:creationId xmlns:a16="http://schemas.microsoft.com/office/drawing/2014/main" id="{0F98CBE2-5C37-4F03-91D5-7E8D248A2A98}"/>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DC34C712-A3C0-3407-A5A5-3DF9A0925AA6}"/>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1492549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F0C2BCF-3DEE-ABC1-9D02-BAC8AF55CAEA}"/>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3" name="Fußzeilenplatzhalter 2">
            <a:extLst>
              <a:ext uri="{FF2B5EF4-FFF2-40B4-BE49-F238E27FC236}">
                <a16:creationId xmlns:a16="http://schemas.microsoft.com/office/drawing/2014/main" id="{C2BCF89F-1C70-25C9-20AB-CB42ACA24CB8}"/>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BBB053BF-F529-28CD-3C2B-3783424DA4EF}"/>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3952914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1AEDBE-C685-A6F9-44D2-340014ADB6D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4F2C9E56-A3A3-25D7-A797-C12B0C7422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4BEF9E12-BD12-7C6E-D956-AA3A2A1A72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C340C9F5-F155-C632-A5E6-8FA33EEABB0C}"/>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6" name="Fußzeilenplatzhalter 5">
            <a:extLst>
              <a:ext uri="{FF2B5EF4-FFF2-40B4-BE49-F238E27FC236}">
                <a16:creationId xmlns:a16="http://schemas.microsoft.com/office/drawing/2014/main" id="{703BB906-F816-B223-9459-6A181C522CE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F9F8DEB4-97F4-428D-67CC-17A50219B699}"/>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3189133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3D12A6-A5D4-542A-4D83-547591B3184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8889692B-E6F1-0D36-BB05-2A30530DEF6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BDC0E69-C666-157C-BB80-7337B1E343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B4837CC-0C08-71A1-CFA5-FE85D471D593}"/>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6" name="Fußzeilenplatzhalter 5">
            <a:extLst>
              <a:ext uri="{FF2B5EF4-FFF2-40B4-BE49-F238E27FC236}">
                <a16:creationId xmlns:a16="http://schemas.microsoft.com/office/drawing/2014/main" id="{DB79EB82-7BA4-332E-F464-39B929750F2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5FE8D85F-5315-3BA7-7677-C26434A9651A}"/>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3380037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0C5C0D-3597-BF50-9FE2-F7E477113BD7}"/>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18DD7C09-7F1A-8097-9FE1-61088FB28C5A}"/>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295955B-09B7-5E6A-DB47-DC6E9F95B015}"/>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5" name="Fußzeilenplatzhalter 4">
            <a:extLst>
              <a:ext uri="{FF2B5EF4-FFF2-40B4-BE49-F238E27FC236}">
                <a16:creationId xmlns:a16="http://schemas.microsoft.com/office/drawing/2014/main" id="{4CDC8565-95EF-CDF7-802B-CC32754FFBA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E570B89-D0C1-5026-E57C-2FA79DCC7559}"/>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2866159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AD885F58-6EB0-847B-0B75-899E187D21C2}"/>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130DA23B-91DE-E728-C388-82DD12F88E12}"/>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9CF806F-164B-4CE7-A86F-CF2D98628FD2}"/>
              </a:ext>
            </a:extLst>
          </p:cNvPr>
          <p:cNvSpPr>
            <a:spLocks noGrp="1"/>
          </p:cNvSpPr>
          <p:nvPr>
            <p:ph type="dt" sz="half" idx="10"/>
          </p:nvPr>
        </p:nvSpPr>
        <p:spPr/>
        <p:txBody>
          <a:bodyPr/>
          <a:lstStyle/>
          <a:p>
            <a:fld id="{5EBFD976-FA35-42A4-AAA1-DE99CA07C9A7}" type="datetimeFigureOut">
              <a:rPr lang="de-DE" smtClean="0"/>
              <a:t>08.10.2026</a:t>
            </a:fld>
            <a:endParaRPr lang="de-DE"/>
          </a:p>
        </p:txBody>
      </p:sp>
      <p:sp>
        <p:nvSpPr>
          <p:cNvPr id="5" name="Fußzeilenplatzhalter 4">
            <a:extLst>
              <a:ext uri="{FF2B5EF4-FFF2-40B4-BE49-F238E27FC236}">
                <a16:creationId xmlns:a16="http://schemas.microsoft.com/office/drawing/2014/main" id="{8F58A433-A39C-7036-8A41-1E81B470678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409C70D-8FA8-B2DE-A87D-8045468A4877}"/>
              </a:ext>
            </a:extLst>
          </p:cNvPr>
          <p:cNvSpPr>
            <a:spLocks noGrp="1"/>
          </p:cNvSpPr>
          <p:nvPr>
            <p:ph type="sldNum" sz="quarter" idx="12"/>
          </p:nvPr>
        </p:nvSpPr>
        <p:spPr/>
        <p:txBody>
          <a:bodyPr/>
          <a:lstStyle/>
          <a:p>
            <a:fld id="{9B5EE1A3-B506-4AF2-B58B-53550434FE7F}" type="slidenum">
              <a:rPr lang="de-DE" smtClean="0"/>
              <a:t>‹Nr.›</a:t>
            </a:fld>
            <a:endParaRPr lang="de-DE"/>
          </a:p>
        </p:txBody>
      </p:sp>
    </p:spTree>
    <p:extLst>
      <p:ext uri="{BB962C8B-B14F-4D97-AF65-F5344CB8AC3E}">
        <p14:creationId xmlns:p14="http://schemas.microsoft.com/office/powerpoint/2010/main" val="2142441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0A3F09F-8451-34DE-BCEE-47BE019CA7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02847D23-E509-52FD-A26D-B7C4F3E8E0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87EDC3C-1B6D-09DA-3F81-5BF65F4508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BFD976-FA35-42A4-AAA1-DE99CA07C9A7}" type="datetimeFigureOut">
              <a:rPr lang="de-DE" smtClean="0"/>
              <a:t>08.10.2026</a:t>
            </a:fld>
            <a:endParaRPr lang="de-DE"/>
          </a:p>
        </p:txBody>
      </p:sp>
      <p:sp>
        <p:nvSpPr>
          <p:cNvPr id="5" name="Fußzeilenplatzhalter 4">
            <a:extLst>
              <a:ext uri="{FF2B5EF4-FFF2-40B4-BE49-F238E27FC236}">
                <a16:creationId xmlns:a16="http://schemas.microsoft.com/office/drawing/2014/main" id="{757AD550-7737-CB8D-0101-608B7758A2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0DA2496B-69B4-ED7A-566E-99AD49685A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5EE1A3-B506-4AF2-B58B-53550434FE7F}" type="slidenum">
              <a:rPr lang="de-DE" smtClean="0"/>
              <a:t>‹Nr.›</a:t>
            </a:fld>
            <a:endParaRPr lang="de-DE"/>
          </a:p>
        </p:txBody>
      </p:sp>
    </p:spTree>
    <p:extLst>
      <p:ext uri="{BB962C8B-B14F-4D97-AF65-F5344CB8AC3E}">
        <p14:creationId xmlns:p14="http://schemas.microsoft.com/office/powerpoint/2010/main" val="622000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C50132F-756D-92DA-3318-07945C620A7F}"/>
              </a:ext>
            </a:extLst>
          </p:cNvPr>
          <p:cNvSpPr/>
          <p:nvPr/>
        </p:nvSpPr>
        <p:spPr>
          <a:xfrm>
            <a:off x="381000" y="381000"/>
            <a:ext cx="3556000" cy="2667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a:solidFill>
                  <a:srgbClr val="000000"/>
                </a:solidFill>
              </a:rPr>
              <a:t>Anchored text</a:t>
            </a:r>
          </a:p>
          <a:p>
            <a:pPr algn="ctr"/>
            <a:r>
              <a:rPr lang="de-DE">
                <a:solidFill>
                  <a:srgbClr val="000000"/>
                </a:solidFill>
              </a:rPr>
              <a:t>second line</a:t>
            </a:r>
          </a:p>
        </p:txBody>
      </p:sp>
      <p:sp>
        <p:nvSpPr>
          <p:cNvPr id="3" name="Rechteck 2">
            <a:extLst>
              <a:ext uri="{FF2B5EF4-FFF2-40B4-BE49-F238E27FC236}">
                <a16:creationId xmlns:a16="http://schemas.microsoft.com/office/drawing/2014/main" id="{82C9D5E2-A896-6958-CACB-BBB42C307204}"/>
              </a:ext>
            </a:extLst>
          </p:cNvPr>
          <p:cNvSpPr/>
          <p:nvPr/>
        </p:nvSpPr>
        <p:spPr>
          <a:xfrm>
            <a:off x="4318000" y="381000"/>
            <a:ext cx="3556000" cy="2667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solidFill>
                  <a:srgbClr val="000000"/>
                </a:solidFill>
              </a:rPr>
              <a:t>Anchored text</a:t>
            </a:r>
          </a:p>
          <a:p>
            <a:pPr algn="ctr"/>
            <a:r>
              <a:rPr lang="de-DE">
                <a:solidFill>
                  <a:srgbClr val="000000"/>
                </a:solidFill>
              </a:rPr>
              <a:t>second line</a:t>
            </a:r>
          </a:p>
        </p:txBody>
      </p:sp>
      <p:sp>
        <p:nvSpPr>
          <p:cNvPr id="4" name="Rechteck 3">
            <a:extLst>
              <a:ext uri="{FF2B5EF4-FFF2-40B4-BE49-F238E27FC236}">
                <a16:creationId xmlns:a16="http://schemas.microsoft.com/office/drawing/2014/main" id="{1BDBDA9F-E761-99C1-29D9-A43EED268EFF}"/>
              </a:ext>
            </a:extLst>
          </p:cNvPr>
          <p:cNvSpPr/>
          <p:nvPr/>
        </p:nvSpPr>
        <p:spPr>
          <a:xfrm>
            <a:off x="8255000" y="381000"/>
            <a:ext cx="3556000" cy="2667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de-DE">
                <a:solidFill>
                  <a:srgbClr val="000000"/>
                </a:solidFill>
              </a:rPr>
              <a:t>Anchored text</a:t>
            </a:r>
          </a:p>
          <a:p>
            <a:pPr algn="ctr"/>
            <a:r>
              <a:rPr lang="de-DE">
                <a:solidFill>
                  <a:srgbClr val="000000"/>
                </a:solidFill>
              </a:rPr>
              <a:t>second line</a:t>
            </a:r>
          </a:p>
        </p:txBody>
      </p:sp>
      <p:sp>
        <p:nvSpPr>
          <p:cNvPr id="5" name="Rechteck 4">
            <a:extLst>
              <a:ext uri="{FF2B5EF4-FFF2-40B4-BE49-F238E27FC236}">
                <a16:creationId xmlns:a16="http://schemas.microsoft.com/office/drawing/2014/main" id="{99275F4C-5C85-404B-40BD-6004496BA128}"/>
              </a:ext>
            </a:extLst>
          </p:cNvPr>
          <p:cNvSpPr/>
          <p:nvPr/>
        </p:nvSpPr>
        <p:spPr>
          <a:xfrm>
            <a:off x="381000" y="3556000"/>
            <a:ext cx="3556000" cy="2667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381000" tIns="254000" rtlCol="0" anchor="t" anchorCtr="1"/>
          <a:lstStyle/>
          <a:p>
            <a:r>
              <a:rPr lang="de-DE">
                <a:solidFill>
                  <a:srgbClr val="000000"/>
                </a:solidFill>
              </a:rPr>
              <a:t>Anchored text</a:t>
            </a:r>
          </a:p>
          <a:p>
            <a:r>
              <a:rPr lang="de-DE">
                <a:solidFill>
                  <a:srgbClr val="000000"/>
                </a:solidFill>
              </a:rPr>
              <a:t>second line</a:t>
            </a:r>
          </a:p>
        </p:txBody>
      </p:sp>
      <p:sp>
        <p:nvSpPr>
          <p:cNvPr id="6" name="Rechteck 5">
            <a:extLst>
              <a:ext uri="{FF2B5EF4-FFF2-40B4-BE49-F238E27FC236}">
                <a16:creationId xmlns:a16="http://schemas.microsoft.com/office/drawing/2014/main" id="{F647345A-E7EA-A09F-0658-9CBD8937B2A6}"/>
              </a:ext>
            </a:extLst>
          </p:cNvPr>
          <p:cNvSpPr/>
          <p:nvPr/>
        </p:nvSpPr>
        <p:spPr>
          <a:xfrm>
            <a:off x="4318000" y="3556000"/>
            <a:ext cx="3556000" cy="2667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381000" tIns="254000" rtlCol="0" anchor="ctr" anchorCtr="1"/>
          <a:lstStyle/>
          <a:p>
            <a:r>
              <a:rPr lang="de-DE">
                <a:solidFill>
                  <a:srgbClr val="000000"/>
                </a:solidFill>
              </a:rPr>
              <a:t>Anchored text</a:t>
            </a:r>
          </a:p>
          <a:p>
            <a:r>
              <a:rPr lang="de-DE">
                <a:solidFill>
                  <a:srgbClr val="000000"/>
                </a:solidFill>
              </a:rPr>
              <a:t>second line</a:t>
            </a:r>
          </a:p>
        </p:txBody>
      </p:sp>
      <p:sp>
        <p:nvSpPr>
          <p:cNvPr id="7" name="Rechteck 6">
            <a:extLst>
              <a:ext uri="{FF2B5EF4-FFF2-40B4-BE49-F238E27FC236}">
                <a16:creationId xmlns:a16="http://schemas.microsoft.com/office/drawing/2014/main" id="{F77FD156-62F3-CBE2-BCD1-4E930E208142}"/>
              </a:ext>
            </a:extLst>
          </p:cNvPr>
          <p:cNvSpPr/>
          <p:nvPr/>
        </p:nvSpPr>
        <p:spPr>
          <a:xfrm>
            <a:off x="8255000" y="3556000"/>
            <a:ext cx="3556000" cy="2667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381000" tIns="254000" rtlCol="0" anchor="b" anchorCtr="1"/>
          <a:lstStyle/>
          <a:p>
            <a:r>
              <a:rPr lang="de-DE">
                <a:solidFill>
                  <a:srgbClr val="000000"/>
                </a:solidFill>
              </a:rPr>
              <a:t>Anchored text</a:t>
            </a:r>
          </a:p>
          <a:p>
            <a:r>
              <a:rPr lang="de-DE">
                <a:solidFill>
                  <a:srgbClr val="000000"/>
                </a:solidFill>
              </a:rPr>
              <a:t>second line</a:t>
            </a:r>
          </a:p>
        </p:txBody>
      </p:sp>
    </p:spTree>
    <p:extLst>
      <p:ext uri="{BB962C8B-B14F-4D97-AF65-F5344CB8AC3E}">
        <p14:creationId xmlns:p14="http://schemas.microsoft.com/office/powerpoint/2010/main" val="2853103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7A6C20BD-CFF8-EAE9-8166-DC14541E0F20}"/>
              </a:ext>
            </a:extLst>
          </p:cNvPr>
          <p:cNvSpPr/>
          <p:nvPr/>
        </p:nvSpPr>
        <p:spPr>
          <a:xfrm>
            <a:off x="381000" y="381000"/>
            <a:ext cx="2095500" cy="3810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a:solidFill>
                  <a:srgbClr val="000000"/>
                </a:solidFill>
              </a:rPr>
              <a:t>Rotated text in a box</a:t>
            </a:r>
            <a:endParaRPr lang="de-DE">
              <a:solidFill>
                <a:srgbClr val="000000"/>
              </a:solidFill>
            </a:endParaRPr>
          </a:p>
        </p:txBody>
      </p:sp>
      <p:sp>
        <p:nvSpPr>
          <p:cNvPr id="3" name="Rechteck 2">
            <a:extLst>
              <a:ext uri="{FF2B5EF4-FFF2-40B4-BE49-F238E27FC236}">
                <a16:creationId xmlns:a16="http://schemas.microsoft.com/office/drawing/2014/main" id="{6AD6CE06-E2A4-43EE-A6D0-93B6204B8A53}"/>
              </a:ext>
            </a:extLst>
          </p:cNvPr>
          <p:cNvSpPr/>
          <p:nvPr/>
        </p:nvSpPr>
        <p:spPr>
          <a:xfrm>
            <a:off x="2730500" y="381000"/>
            <a:ext cx="2095500" cy="3810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a:solidFill>
                  <a:srgbClr val="000000"/>
                </a:solidFill>
              </a:rPr>
              <a:t>Rotated text in a box</a:t>
            </a:r>
            <a:endParaRPr lang="de-DE">
              <a:solidFill>
                <a:srgbClr val="000000"/>
              </a:solidFill>
            </a:endParaRPr>
          </a:p>
        </p:txBody>
      </p:sp>
      <p:sp>
        <p:nvSpPr>
          <p:cNvPr id="4" name="Rechteck 3">
            <a:extLst>
              <a:ext uri="{FF2B5EF4-FFF2-40B4-BE49-F238E27FC236}">
                <a16:creationId xmlns:a16="http://schemas.microsoft.com/office/drawing/2014/main" id="{45A3CE60-B49A-E2D7-4608-D706A9C52C68}"/>
              </a:ext>
            </a:extLst>
          </p:cNvPr>
          <p:cNvSpPr/>
          <p:nvPr/>
        </p:nvSpPr>
        <p:spPr>
          <a:xfrm>
            <a:off x="5080000" y="381000"/>
            <a:ext cx="2095500" cy="3810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ja-JP" altLang="de-DE">
                <a:solidFill>
                  <a:srgbClr val="000000"/>
                </a:solidFill>
              </a:rPr>
              <a:t>縦書き </a:t>
            </a:r>
            <a:r>
              <a:rPr lang="de-DE">
                <a:solidFill>
                  <a:srgbClr val="000000"/>
                </a:solidFill>
              </a:rPr>
              <a:t>text 123</a:t>
            </a:r>
          </a:p>
        </p:txBody>
      </p:sp>
      <p:sp>
        <p:nvSpPr>
          <p:cNvPr id="5" name="Rechteck 4">
            <a:extLst>
              <a:ext uri="{FF2B5EF4-FFF2-40B4-BE49-F238E27FC236}">
                <a16:creationId xmlns:a16="http://schemas.microsoft.com/office/drawing/2014/main" id="{BDD8AFAB-965E-CC1D-9A19-42A886E88912}"/>
              </a:ext>
            </a:extLst>
          </p:cNvPr>
          <p:cNvSpPr/>
          <p:nvPr/>
        </p:nvSpPr>
        <p:spPr>
          <a:xfrm>
            <a:off x="7429500" y="381000"/>
            <a:ext cx="2095500" cy="3810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vert="mongolianVert" rtlCol="0" anchor="ctr"/>
          <a:lstStyle/>
          <a:p>
            <a:pPr algn="ctr"/>
            <a:r>
              <a:rPr lang="ja-JP" altLang="de-DE">
                <a:solidFill>
                  <a:srgbClr val="000000"/>
                </a:solidFill>
              </a:rPr>
              <a:t>縦書き </a:t>
            </a:r>
            <a:r>
              <a:rPr lang="de-DE">
                <a:solidFill>
                  <a:srgbClr val="000000"/>
                </a:solidFill>
              </a:rPr>
              <a:t>text 123</a:t>
            </a:r>
          </a:p>
        </p:txBody>
      </p:sp>
      <p:sp>
        <p:nvSpPr>
          <p:cNvPr id="6" name="Rechteck 5">
            <a:extLst>
              <a:ext uri="{FF2B5EF4-FFF2-40B4-BE49-F238E27FC236}">
                <a16:creationId xmlns:a16="http://schemas.microsoft.com/office/drawing/2014/main" id="{DEB93641-ABA2-4637-6040-3529AD4EC050}"/>
              </a:ext>
            </a:extLst>
          </p:cNvPr>
          <p:cNvSpPr/>
          <p:nvPr/>
        </p:nvSpPr>
        <p:spPr>
          <a:xfrm>
            <a:off x="9779000" y="381000"/>
            <a:ext cx="2095500" cy="3810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algn="ctr"/>
            <a:r>
              <a:rPr lang="ja-JP" altLang="de-DE">
                <a:solidFill>
                  <a:srgbClr val="000000"/>
                </a:solidFill>
              </a:rPr>
              <a:t>縦書き </a:t>
            </a:r>
            <a:r>
              <a:rPr lang="de-DE">
                <a:solidFill>
                  <a:srgbClr val="000000"/>
                </a:solidFill>
              </a:rPr>
              <a:t>text 123</a:t>
            </a:r>
          </a:p>
        </p:txBody>
      </p:sp>
    </p:spTree>
    <p:extLst>
      <p:ext uri="{BB962C8B-B14F-4D97-AF65-F5344CB8AC3E}">
        <p14:creationId xmlns:p14="http://schemas.microsoft.com/office/powerpoint/2010/main" val="1726334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7F1DE8F2-0CE3-21F1-4BB5-C77C441EB413}"/>
              </a:ext>
            </a:extLst>
          </p:cNvPr>
          <p:cNvSpPr/>
          <p:nvPr/>
        </p:nvSpPr>
        <p:spPr>
          <a:xfrm>
            <a:off x="381000" y="381000"/>
            <a:ext cx="5461000" cy="2921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numCol="2" spcCol="228600" rtlCol="0" anchor="ctr"/>
          <a:lstStyle/>
          <a:p>
            <a:pPr algn="ctr"/>
            <a:r>
              <a:rPr lang="de-DE">
                <a:solidFill>
                  <a:srgbClr val="000000"/>
                </a:solidFill>
              </a:rPr>
              <a:t>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a:t>
            </a:r>
          </a:p>
        </p:txBody>
      </p:sp>
      <p:sp>
        <p:nvSpPr>
          <p:cNvPr id="3" name="Rechteck 2">
            <a:extLst>
              <a:ext uri="{FF2B5EF4-FFF2-40B4-BE49-F238E27FC236}">
                <a16:creationId xmlns:a16="http://schemas.microsoft.com/office/drawing/2014/main" id="{F2319698-9839-15DF-5BCF-50925CA7A653}"/>
              </a:ext>
            </a:extLst>
          </p:cNvPr>
          <p:cNvSpPr/>
          <p:nvPr/>
        </p:nvSpPr>
        <p:spPr>
          <a:xfrm>
            <a:off x="6350000" y="381000"/>
            <a:ext cx="5461000" cy="2921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numCol="3" spcCol="127000" rtlCol="0" anchor="ctr"/>
          <a:lstStyle/>
          <a:p>
            <a:pPr algn="ctr"/>
            <a:r>
              <a:rPr lang="de-DE">
                <a:solidFill>
                  <a:srgbClr val="000000"/>
                </a:solidFill>
              </a:rPr>
              <a:t>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a:t>
            </a:r>
          </a:p>
        </p:txBody>
      </p:sp>
    </p:spTree>
    <p:extLst>
      <p:ext uri="{BB962C8B-B14F-4D97-AF65-F5344CB8AC3E}">
        <p14:creationId xmlns:p14="http://schemas.microsoft.com/office/powerpoint/2010/main" val="1047700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27A0256D-64BC-5848-0801-54C78584950D}"/>
              </a:ext>
            </a:extLst>
          </p:cNvPr>
          <p:cNvSpPr/>
          <p:nvPr/>
        </p:nvSpPr>
        <p:spPr>
          <a:xfrm>
            <a:off x="381000" y="381000"/>
            <a:ext cx="3556000" cy="2032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de-DE">
                <a:solidFill>
                  <a:srgbClr val="000000"/>
                </a:solidFill>
              </a:rPr>
              <a:t>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a:t>
            </a:r>
          </a:p>
        </p:txBody>
      </p:sp>
      <p:sp>
        <p:nvSpPr>
          <p:cNvPr id="3" name="Rechteck 2">
            <a:extLst>
              <a:ext uri="{FF2B5EF4-FFF2-40B4-BE49-F238E27FC236}">
                <a16:creationId xmlns:a16="http://schemas.microsoft.com/office/drawing/2014/main" id="{F616EC76-B1D2-F05A-CC1A-019E683F5158}"/>
              </a:ext>
            </a:extLst>
          </p:cNvPr>
          <p:cNvSpPr/>
          <p:nvPr/>
        </p:nvSpPr>
        <p:spPr>
          <a:xfrm>
            <a:off x="4318000" y="-115163"/>
            <a:ext cx="3556000" cy="1754326"/>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r>
              <a:rPr lang="de-DE">
                <a:solidFill>
                  <a:srgbClr val="000000"/>
                </a:solidFill>
              </a:rPr>
              <a:t>Lorem ipsum dolor sit amet consectetur elit Lorem ipsum dolor sit amet consectetur elit Lorem ipsum dolor sit amet consectetur elit Lorem ipsum dolor sit</a:t>
            </a:r>
          </a:p>
        </p:txBody>
      </p:sp>
      <p:sp>
        <p:nvSpPr>
          <p:cNvPr id="4" name="Rechteck 3">
            <a:extLst>
              <a:ext uri="{FF2B5EF4-FFF2-40B4-BE49-F238E27FC236}">
                <a16:creationId xmlns:a16="http://schemas.microsoft.com/office/drawing/2014/main" id="{A16E5B58-D155-A13D-9D8D-B1C70549361E}"/>
              </a:ext>
            </a:extLst>
          </p:cNvPr>
          <p:cNvSpPr/>
          <p:nvPr/>
        </p:nvSpPr>
        <p:spPr>
          <a:xfrm>
            <a:off x="8255000" y="381000"/>
            <a:ext cx="3556000" cy="1524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de-DE">
                <a:solidFill>
                  <a:srgbClr val="000000"/>
                </a:solidFill>
              </a:rPr>
              <a:t>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 amet consectetur elit Lorem ipsum dolor sit</a:t>
            </a:r>
          </a:p>
        </p:txBody>
      </p:sp>
      <p:sp>
        <p:nvSpPr>
          <p:cNvPr id="5" name="Rechteck 4">
            <a:extLst>
              <a:ext uri="{FF2B5EF4-FFF2-40B4-BE49-F238E27FC236}">
                <a16:creationId xmlns:a16="http://schemas.microsoft.com/office/drawing/2014/main" id="{71D4734D-C18C-8C20-97EC-2D3E7CF73CB1}"/>
              </a:ext>
            </a:extLst>
          </p:cNvPr>
          <p:cNvSpPr/>
          <p:nvPr/>
        </p:nvSpPr>
        <p:spPr>
          <a:xfrm>
            <a:off x="381000" y="4191000"/>
            <a:ext cx="3556000" cy="1016000"/>
          </a:xfrm>
          <a:prstGeom prst="rect">
            <a:avLst/>
          </a:prstGeom>
          <a:solidFill>
            <a:srgbClr val="DEEBF7"/>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solidFill>
                  <a:srgbClr val="000000"/>
                </a:solidFill>
              </a:rPr>
              <a:t>A line that does not wrap and runs past the edge of its box</a:t>
            </a:r>
            <a:endParaRPr lang="de-DE">
              <a:solidFill>
                <a:srgbClr val="000000"/>
              </a:solidFill>
            </a:endParaRPr>
          </a:p>
        </p:txBody>
      </p:sp>
    </p:spTree>
    <p:extLst>
      <p:ext uri="{BB962C8B-B14F-4D97-AF65-F5344CB8AC3E}">
        <p14:creationId xmlns:p14="http://schemas.microsoft.com/office/powerpoint/2010/main" val="274156689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368</Words>
  <Application>Microsoft Office PowerPoint</Application>
  <PresentationFormat>Benutzerdefiniert</PresentationFormat>
  <Paragraphs>23</Paragraphs>
  <Slides>4</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vt:i4>
      </vt:variant>
    </vt:vector>
  </HeadingPairs>
  <TitlesOfParts>
    <vt:vector size="8" baseType="lpstr">
      <vt:lpstr>Aptos</vt:lpstr>
      <vt:lpstr>Aptos Display</vt:lpstr>
      <vt:lpstr>Arial</vt:lpstr>
      <vt:lpstr>Office</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Fidelity generator</dc:creator>
  <cp:lastModifiedBy>Fidelity generator</cp:lastModifiedBy>
  <cp:revision>1</cp:revision>
  <dcterms:created xsi:type="dcterms:W3CDTF">2026-10-08T13:27:34Z</dcterms:created>
  <dcterms:modified xsi:type="dcterms:W3CDTF">2026-10-08T13:27:34Z</dcterms:modified>
</cp:coreProperties>
</file>