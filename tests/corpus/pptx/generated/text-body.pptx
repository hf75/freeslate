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821720-23FF-F1A2-A9EE-2445F1220A12}"/>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F9F5B542-1B18-BD8E-5966-037EE1B861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C49C5D16-2C3E-F142-7276-7C52F65153D9}"/>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D63360CB-97A8-3867-59F6-C44288A7D2DA}"/>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3CB250-D7EA-331D-F215-127FDF55C466}"/>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23859173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041EFAD-1CE4-F504-A1D1-FD7F36A252EB}"/>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12D5146D-E51F-0D98-58F9-4CE578039572}"/>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0C1FA08E-9CE5-303A-CF36-89119BD4D102}"/>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1E47A044-E7AC-C898-C0C0-BE01FBC68A1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5944E25-48A3-A70E-005C-7767A01D885D}"/>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2848500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B2F426-8A40-A73A-A5C9-8CAAF339F5E0}"/>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FD2F5CCF-41C6-43F2-C86F-F5F41479317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E3FE8952-99D6-9A4E-5AC5-2B79029747FC}"/>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2C896470-B5C1-8F8A-BABA-4A79F298A4C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B1F3564-7966-8E56-485D-AB94E2237758}"/>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17564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EB414B-ADDB-07E2-31D8-8C05CEC06ACB}"/>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2D334A9E-975D-AAF4-6D87-2817131D7AC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1722891E-CD05-AF90-60EC-906DDFD0C11C}"/>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789A06D0-4F55-B7D7-955A-FCFBB566D553}"/>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6" name="Fußzeilenplatzhalter 5">
            <a:extLst>
              <a:ext uri="{FF2B5EF4-FFF2-40B4-BE49-F238E27FC236}">
                <a16:creationId xmlns:a16="http://schemas.microsoft.com/office/drawing/2014/main" id="{B241AB92-7052-232F-B588-900E2824FEA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6F9DFDAD-E97F-6A8D-E6CE-3AC31D72D734}"/>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2060770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9E7F31-67E6-8961-32DB-91BA3DBCFAAD}"/>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66251215-6526-1152-00D0-34E2D24C6D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6E33BE4-7461-6A40-6674-CCA4908BB42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F38B87CA-B268-0A5D-869B-412A16C5D16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D8C612A6-1FBD-BC3D-7B09-2F7F73611E88}"/>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F83B0B9E-B777-48D6-B269-B03DD0091427}"/>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8" name="Fußzeilenplatzhalter 7">
            <a:extLst>
              <a:ext uri="{FF2B5EF4-FFF2-40B4-BE49-F238E27FC236}">
                <a16:creationId xmlns:a16="http://schemas.microsoft.com/office/drawing/2014/main" id="{E0E478CB-EBAF-6499-817D-7AC1390201C5}"/>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2D52B08C-0A9B-825A-B119-DF02B9CFE4CD}"/>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4235222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6E67A3-FD21-E0A5-8EAA-B66AF28FF2A3}"/>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8DD3AD4B-266F-97D8-E7B2-E8FF8374BE8A}"/>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4" name="Fußzeilenplatzhalter 3">
            <a:extLst>
              <a:ext uri="{FF2B5EF4-FFF2-40B4-BE49-F238E27FC236}">
                <a16:creationId xmlns:a16="http://schemas.microsoft.com/office/drawing/2014/main" id="{61568192-6175-9D1B-B4F8-B522DB7759BD}"/>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7DFE6E33-A3ED-9195-A6E8-8B641AD8E89D}"/>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9185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75A3C3E-831A-CD92-2F20-791DFD5C7BE0}"/>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3" name="Fußzeilenplatzhalter 2">
            <a:extLst>
              <a:ext uri="{FF2B5EF4-FFF2-40B4-BE49-F238E27FC236}">
                <a16:creationId xmlns:a16="http://schemas.microsoft.com/office/drawing/2014/main" id="{E15676A7-E59A-0929-48CD-83566D987A0C}"/>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054E0BF-9DAB-8CF7-B7D3-E67F803D2B6A}"/>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24986707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6651F4-2754-CB5C-50CB-F198809DE5C4}"/>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BCFDEA16-AE23-12C3-C5BE-1A3D204445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1162120C-C3CD-FE5D-74AA-1FAC4FF7C0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C05C85D5-B58A-AF50-364D-EE484BFF6379}"/>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6" name="Fußzeilenplatzhalter 5">
            <a:extLst>
              <a:ext uri="{FF2B5EF4-FFF2-40B4-BE49-F238E27FC236}">
                <a16:creationId xmlns:a16="http://schemas.microsoft.com/office/drawing/2014/main" id="{E6246856-4046-D475-1996-DBF6766A408C}"/>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C2C6F68F-C560-0156-7EBF-A90FD1D8B95C}"/>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3770993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B47601-028F-654A-3BA7-53B6EF9B2801}"/>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5E9E254A-E658-0C42-F010-DC3A3CAE96D9}"/>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11A7C49D-EA10-9E31-8735-5E2B03EFEC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E84EEF85-B79C-B8CC-EBA8-8325A8353E10}"/>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6" name="Fußzeilenplatzhalter 5">
            <a:extLst>
              <a:ext uri="{FF2B5EF4-FFF2-40B4-BE49-F238E27FC236}">
                <a16:creationId xmlns:a16="http://schemas.microsoft.com/office/drawing/2014/main" id="{84926296-8351-5485-4300-03338EEC4E7E}"/>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494E0E06-B17C-7A10-09DC-7EBF93EECBEA}"/>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6028275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C1F964-65EC-1B1C-77B8-06F502AF9BA0}"/>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4084B388-AB7E-161A-424C-4C7558BA764B}"/>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BB25775-4AEC-3612-45C8-7130E6E60A9E}"/>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01D7C04D-5ED6-4720-20DC-4C6C71A60AAD}"/>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A22CA77-44D4-C2A9-72B9-4CDCCF9C1EAC}"/>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14590889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96D981A3-C386-F294-DCC6-8D4899029B4C}"/>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F2F26B6A-9F4A-1FE4-57C7-C42638E4AA6F}"/>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EFC37422-DB3F-9B78-39C2-A60EFE84715B}"/>
              </a:ext>
            </a:extLst>
          </p:cNvPr>
          <p:cNvSpPr>
            <a:spLocks noGrp="1"/>
          </p:cNvSpPr>
          <p:nvPr>
            <p:ph type="dt" sz="half" idx="10"/>
          </p:nvPr>
        </p:nvSpPr>
        <p:spPr/>
        <p:txBody>
          <a:body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514F3A84-C297-97C0-EC1E-D1A4148FF4A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CA02A38-7B28-1D7F-47F6-9897916C7289}"/>
              </a:ext>
            </a:extLst>
          </p:cNvPr>
          <p:cNvSpPr>
            <a:spLocks noGrp="1"/>
          </p:cNvSpPr>
          <p:nvPr>
            <p:ph type="sldNum" sz="quarter" idx="12"/>
          </p:nvPr>
        </p:nvSpPr>
        <p:spPr/>
        <p:txBody>
          <a:bodyPr/>
          <a:lstStyle/>
          <a:p>
            <a:fld id="{8B055827-EE37-4425-A60A-F41882E0FFD2}" type="slidenum">
              <a:rPr lang="de-DE" smtClean="0"/>
              <a:t>‹Nr.›</a:t>
            </a:fld>
            <a:endParaRPr lang="de-DE"/>
          </a:p>
        </p:txBody>
      </p:sp>
    </p:spTree>
    <p:extLst>
      <p:ext uri="{BB962C8B-B14F-4D97-AF65-F5344CB8AC3E}">
        <p14:creationId xmlns:p14="http://schemas.microsoft.com/office/powerpoint/2010/main" val="36640317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FC02FBF0-15BE-5798-48F1-792C8B6E05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5FAA8149-6F27-76EC-D379-C2CD6E21E3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43E66F1-33F5-94A8-CE95-1042B7BFF2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EAB04C-8910-4AD3-B609-D6829ABEC16F}" type="datetimeFigureOut">
              <a:rPr lang="de-DE" smtClean="0"/>
              <a:t>08.10.2026</a:t>
            </a:fld>
            <a:endParaRPr lang="de-DE"/>
          </a:p>
        </p:txBody>
      </p:sp>
      <p:sp>
        <p:nvSpPr>
          <p:cNvPr id="5" name="Fußzeilenplatzhalter 4">
            <a:extLst>
              <a:ext uri="{FF2B5EF4-FFF2-40B4-BE49-F238E27FC236}">
                <a16:creationId xmlns:a16="http://schemas.microsoft.com/office/drawing/2014/main" id="{0A1854D7-6863-3F10-BA7F-5CC5BD292C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78465519-15C8-BDD7-B35C-269C075DE9D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B055827-EE37-4425-A60A-F41882E0FFD2}" type="slidenum">
              <a:rPr lang="de-DE" smtClean="0"/>
              <a:t>‹Nr.›</a:t>
            </a:fld>
            <a:endParaRPr lang="de-DE"/>
          </a:p>
        </p:txBody>
      </p:sp>
    </p:spTree>
    <p:extLst>
      <p:ext uri="{BB962C8B-B14F-4D97-AF65-F5344CB8AC3E}">
        <p14:creationId xmlns:p14="http://schemas.microsoft.com/office/powerpoint/2010/main" val="2697843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F23BBE9F-EB97-3C3F-D121-FD639B30A33B}"/>
              </a:ext>
            </a:extLst>
          </p:cNvPr>
          <p:cNvSpPr/>
          <p:nvPr/>
        </p:nvSpPr>
        <p:spPr>
          <a:xfrm>
            <a:off x="381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de-DE">
                <a:solidFill>
                  <a:srgbClr val="000000"/>
                </a:solidFill>
              </a:rPr>
              <a:t>Anchored text</a:t>
            </a:r>
          </a:p>
          <a:p>
            <a:pPr algn="ctr"/>
            <a:r>
              <a:rPr lang="de-DE">
                <a:solidFill>
                  <a:srgbClr val="000000"/>
                </a:solidFill>
              </a:rPr>
              <a:t>second line</a:t>
            </a:r>
          </a:p>
        </p:txBody>
      </p:sp>
      <p:sp>
        <p:nvSpPr>
          <p:cNvPr id="3" name="Rechteck 2">
            <a:extLst>
              <a:ext uri="{FF2B5EF4-FFF2-40B4-BE49-F238E27FC236}">
                <a16:creationId xmlns:a16="http://schemas.microsoft.com/office/drawing/2014/main" id="{1FA6FB05-5EAC-5C00-22F0-AFE8B8824DFA}"/>
              </a:ext>
            </a:extLst>
          </p:cNvPr>
          <p:cNvSpPr/>
          <p:nvPr/>
        </p:nvSpPr>
        <p:spPr>
          <a:xfrm>
            <a:off x="4318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000000"/>
                </a:solidFill>
              </a:rPr>
              <a:t>Anchored text</a:t>
            </a:r>
          </a:p>
          <a:p>
            <a:pPr algn="ctr"/>
            <a:r>
              <a:rPr lang="de-DE">
                <a:solidFill>
                  <a:srgbClr val="000000"/>
                </a:solidFill>
              </a:rPr>
              <a:t>second line</a:t>
            </a:r>
          </a:p>
        </p:txBody>
      </p:sp>
      <p:sp>
        <p:nvSpPr>
          <p:cNvPr id="4" name="Rechteck 3">
            <a:extLst>
              <a:ext uri="{FF2B5EF4-FFF2-40B4-BE49-F238E27FC236}">
                <a16:creationId xmlns:a16="http://schemas.microsoft.com/office/drawing/2014/main" id="{723A9BA6-BE0F-9444-9825-CCC1A1AED962}"/>
              </a:ext>
            </a:extLst>
          </p:cNvPr>
          <p:cNvSpPr/>
          <p:nvPr/>
        </p:nvSpPr>
        <p:spPr>
          <a:xfrm>
            <a:off x="8255000" y="381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de-DE">
                <a:solidFill>
                  <a:srgbClr val="000000"/>
                </a:solidFill>
              </a:rPr>
              <a:t>Anchored text</a:t>
            </a:r>
          </a:p>
          <a:p>
            <a:pPr algn="ctr"/>
            <a:r>
              <a:rPr lang="de-DE">
                <a:solidFill>
                  <a:srgbClr val="000000"/>
                </a:solidFill>
              </a:rPr>
              <a:t>second line</a:t>
            </a:r>
          </a:p>
        </p:txBody>
      </p:sp>
      <p:sp>
        <p:nvSpPr>
          <p:cNvPr id="5" name="Rechteck 4">
            <a:extLst>
              <a:ext uri="{FF2B5EF4-FFF2-40B4-BE49-F238E27FC236}">
                <a16:creationId xmlns:a16="http://schemas.microsoft.com/office/drawing/2014/main" id="{ECD14DD9-CDDD-EC83-80A9-B185FC84415D}"/>
              </a:ext>
            </a:extLst>
          </p:cNvPr>
          <p:cNvSpPr/>
          <p:nvPr/>
        </p:nvSpPr>
        <p:spPr>
          <a:xfrm>
            <a:off x="381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t" anchorCtr="1"/>
          <a:lstStyle/>
          <a:p>
            <a:r>
              <a:rPr lang="de-DE">
                <a:solidFill>
                  <a:srgbClr val="000000"/>
                </a:solidFill>
              </a:rPr>
              <a:t>Anchored text</a:t>
            </a:r>
          </a:p>
          <a:p>
            <a:r>
              <a:rPr lang="de-DE">
                <a:solidFill>
                  <a:srgbClr val="000000"/>
                </a:solidFill>
              </a:rPr>
              <a:t>second line</a:t>
            </a:r>
          </a:p>
        </p:txBody>
      </p:sp>
      <p:sp>
        <p:nvSpPr>
          <p:cNvPr id="6" name="Rechteck 5">
            <a:extLst>
              <a:ext uri="{FF2B5EF4-FFF2-40B4-BE49-F238E27FC236}">
                <a16:creationId xmlns:a16="http://schemas.microsoft.com/office/drawing/2014/main" id="{0106C833-766B-845A-1EF6-AC45A4221ABC}"/>
              </a:ext>
            </a:extLst>
          </p:cNvPr>
          <p:cNvSpPr/>
          <p:nvPr/>
        </p:nvSpPr>
        <p:spPr>
          <a:xfrm>
            <a:off x="4318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ctr" anchorCtr="1"/>
          <a:lstStyle/>
          <a:p>
            <a:r>
              <a:rPr lang="de-DE">
                <a:solidFill>
                  <a:srgbClr val="000000"/>
                </a:solidFill>
              </a:rPr>
              <a:t>Anchored text</a:t>
            </a:r>
          </a:p>
          <a:p>
            <a:r>
              <a:rPr lang="de-DE">
                <a:solidFill>
                  <a:srgbClr val="000000"/>
                </a:solidFill>
              </a:rPr>
              <a:t>second line</a:t>
            </a:r>
          </a:p>
        </p:txBody>
      </p:sp>
      <p:sp>
        <p:nvSpPr>
          <p:cNvPr id="7" name="Rechteck 6">
            <a:extLst>
              <a:ext uri="{FF2B5EF4-FFF2-40B4-BE49-F238E27FC236}">
                <a16:creationId xmlns:a16="http://schemas.microsoft.com/office/drawing/2014/main" id="{D174520D-04A2-FB4C-4183-D034EBA40514}"/>
              </a:ext>
            </a:extLst>
          </p:cNvPr>
          <p:cNvSpPr/>
          <p:nvPr/>
        </p:nvSpPr>
        <p:spPr>
          <a:xfrm>
            <a:off x="8255000" y="3556000"/>
            <a:ext cx="3556000" cy="266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lIns="381000" tIns="254000" rtlCol="0" anchor="b" anchorCtr="1"/>
          <a:lstStyle/>
          <a:p>
            <a:r>
              <a:rPr lang="de-DE">
                <a:solidFill>
                  <a:srgbClr val="000000"/>
                </a:solidFill>
              </a:rPr>
              <a:t>Anchored text</a:t>
            </a:r>
          </a:p>
          <a:p>
            <a:r>
              <a:rPr lang="de-DE">
                <a:solidFill>
                  <a:srgbClr val="000000"/>
                </a:solidFill>
              </a:rPr>
              <a:t>second line</a:t>
            </a:r>
          </a:p>
        </p:txBody>
      </p:sp>
    </p:spTree>
    <p:extLst>
      <p:ext uri="{BB962C8B-B14F-4D97-AF65-F5344CB8AC3E}">
        <p14:creationId xmlns:p14="http://schemas.microsoft.com/office/powerpoint/2010/main" val="61825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885E43C0-6AA3-30CE-111A-A61DCC25E37E}"/>
              </a:ext>
            </a:extLst>
          </p:cNvPr>
          <p:cNvSpPr/>
          <p:nvPr/>
        </p:nvSpPr>
        <p:spPr>
          <a:xfrm>
            <a:off x="381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a:solidFill>
                  <a:srgbClr val="000000"/>
                </a:solidFill>
              </a:rPr>
              <a:t>Rotated text in a box</a:t>
            </a:r>
            <a:endParaRPr lang="de-DE">
              <a:solidFill>
                <a:srgbClr val="000000"/>
              </a:solidFill>
            </a:endParaRPr>
          </a:p>
        </p:txBody>
      </p:sp>
      <p:sp>
        <p:nvSpPr>
          <p:cNvPr id="3" name="Rechteck 2">
            <a:extLst>
              <a:ext uri="{FF2B5EF4-FFF2-40B4-BE49-F238E27FC236}">
                <a16:creationId xmlns:a16="http://schemas.microsoft.com/office/drawing/2014/main" id="{16C2D3E4-59CD-8AE9-D72E-4161D49D59AF}"/>
              </a:ext>
            </a:extLst>
          </p:cNvPr>
          <p:cNvSpPr/>
          <p:nvPr/>
        </p:nvSpPr>
        <p:spPr>
          <a:xfrm>
            <a:off x="27305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a:solidFill>
                  <a:srgbClr val="000000"/>
                </a:solidFill>
              </a:rPr>
              <a:t>Rotated text in a box</a:t>
            </a:r>
            <a:endParaRPr lang="de-DE">
              <a:solidFill>
                <a:srgbClr val="000000"/>
              </a:solidFill>
            </a:endParaRPr>
          </a:p>
        </p:txBody>
      </p:sp>
      <p:sp>
        <p:nvSpPr>
          <p:cNvPr id="4" name="Rechteck 3">
            <a:extLst>
              <a:ext uri="{FF2B5EF4-FFF2-40B4-BE49-F238E27FC236}">
                <a16:creationId xmlns:a16="http://schemas.microsoft.com/office/drawing/2014/main" id="{4927FD7D-A580-3BDA-6207-89731518C975}"/>
              </a:ext>
            </a:extLst>
          </p:cNvPr>
          <p:cNvSpPr/>
          <p:nvPr/>
        </p:nvSpPr>
        <p:spPr>
          <a:xfrm>
            <a:off x="5080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ja-JP" altLang="de-DE">
                <a:solidFill>
                  <a:srgbClr val="000000"/>
                </a:solidFill>
              </a:rPr>
              <a:t>縦書き </a:t>
            </a:r>
            <a:r>
              <a:rPr lang="de-DE">
                <a:solidFill>
                  <a:srgbClr val="000000"/>
                </a:solidFill>
              </a:rPr>
              <a:t>text 123</a:t>
            </a:r>
          </a:p>
        </p:txBody>
      </p:sp>
      <p:sp>
        <p:nvSpPr>
          <p:cNvPr id="5" name="Rechteck 4">
            <a:extLst>
              <a:ext uri="{FF2B5EF4-FFF2-40B4-BE49-F238E27FC236}">
                <a16:creationId xmlns:a16="http://schemas.microsoft.com/office/drawing/2014/main" id="{00D4B47F-32CB-4E24-CED7-5901B0A4F684}"/>
              </a:ext>
            </a:extLst>
          </p:cNvPr>
          <p:cNvSpPr/>
          <p:nvPr/>
        </p:nvSpPr>
        <p:spPr>
          <a:xfrm>
            <a:off x="74295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mongolianVert" rtlCol="0" anchor="ctr"/>
          <a:lstStyle/>
          <a:p>
            <a:pPr algn="ctr"/>
            <a:r>
              <a:rPr lang="ja-JP" altLang="de-DE">
                <a:solidFill>
                  <a:srgbClr val="000000"/>
                </a:solidFill>
              </a:rPr>
              <a:t>縦書き </a:t>
            </a:r>
            <a:r>
              <a:rPr lang="de-DE">
                <a:solidFill>
                  <a:srgbClr val="000000"/>
                </a:solidFill>
              </a:rPr>
              <a:t>text 123</a:t>
            </a:r>
          </a:p>
        </p:txBody>
      </p:sp>
      <p:sp>
        <p:nvSpPr>
          <p:cNvPr id="6" name="Rechteck 5">
            <a:extLst>
              <a:ext uri="{FF2B5EF4-FFF2-40B4-BE49-F238E27FC236}">
                <a16:creationId xmlns:a16="http://schemas.microsoft.com/office/drawing/2014/main" id="{D03B9718-61D6-0E83-3353-1AADD37AA19E}"/>
              </a:ext>
            </a:extLst>
          </p:cNvPr>
          <p:cNvSpPr/>
          <p:nvPr/>
        </p:nvSpPr>
        <p:spPr>
          <a:xfrm>
            <a:off x="9779000" y="381000"/>
            <a:ext cx="2095500" cy="3810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vert="wordArtVert" rtlCol="0" anchor="ctr"/>
          <a:lstStyle/>
          <a:p>
            <a:pPr algn="ctr"/>
            <a:r>
              <a:rPr lang="ja-JP" altLang="de-DE">
                <a:solidFill>
                  <a:srgbClr val="000000"/>
                </a:solidFill>
              </a:rPr>
              <a:t>縦書き </a:t>
            </a:r>
            <a:r>
              <a:rPr lang="de-DE">
                <a:solidFill>
                  <a:srgbClr val="000000"/>
                </a:solidFill>
              </a:rPr>
              <a:t>text 123</a:t>
            </a:r>
          </a:p>
        </p:txBody>
      </p:sp>
    </p:spTree>
    <p:extLst>
      <p:ext uri="{BB962C8B-B14F-4D97-AF65-F5344CB8AC3E}">
        <p14:creationId xmlns:p14="http://schemas.microsoft.com/office/powerpoint/2010/main" val="2223191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57AA9D93-F385-4FD9-B8B3-524F230CB149}"/>
              </a:ext>
            </a:extLst>
          </p:cNvPr>
          <p:cNvSpPr/>
          <p:nvPr/>
        </p:nvSpPr>
        <p:spPr>
          <a:xfrm>
            <a:off x="381000" y="381000"/>
            <a:ext cx="5461000" cy="2921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numCol="2" spcCol="228600"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a:t>
            </a:r>
          </a:p>
        </p:txBody>
      </p:sp>
      <p:sp>
        <p:nvSpPr>
          <p:cNvPr id="3" name="Rechteck 2">
            <a:extLst>
              <a:ext uri="{FF2B5EF4-FFF2-40B4-BE49-F238E27FC236}">
                <a16:creationId xmlns:a16="http://schemas.microsoft.com/office/drawing/2014/main" id="{06BF208D-C891-CB0D-6487-2A2CE62D7E9D}"/>
              </a:ext>
            </a:extLst>
          </p:cNvPr>
          <p:cNvSpPr/>
          <p:nvPr/>
        </p:nvSpPr>
        <p:spPr>
          <a:xfrm>
            <a:off x="6350000" y="381000"/>
            <a:ext cx="5461000" cy="2921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numCol="3" spcCol="127000"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a:t>
            </a:r>
          </a:p>
        </p:txBody>
      </p:sp>
    </p:spTree>
    <p:extLst>
      <p:ext uri="{BB962C8B-B14F-4D97-AF65-F5344CB8AC3E}">
        <p14:creationId xmlns:p14="http://schemas.microsoft.com/office/powerpoint/2010/main" val="35357569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5CEF53C-1A38-79AC-2028-230BE0F2A81C}"/>
              </a:ext>
            </a:extLst>
          </p:cNvPr>
          <p:cNvSpPr/>
          <p:nvPr/>
        </p:nvSpPr>
        <p:spPr>
          <a:xfrm>
            <a:off x="381000" y="381000"/>
            <a:ext cx="3556000" cy="2032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a:t>
            </a:r>
          </a:p>
        </p:txBody>
      </p:sp>
      <p:sp>
        <p:nvSpPr>
          <p:cNvPr id="3" name="Rechteck 2">
            <a:extLst>
              <a:ext uri="{FF2B5EF4-FFF2-40B4-BE49-F238E27FC236}">
                <a16:creationId xmlns:a16="http://schemas.microsoft.com/office/drawing/2014/main" id="{108C8774-63DC-591C-1E59-FF1FB65D7033}"/>
              </a:ext>
            </a:extLst>
          </p:cNvPr>
          <p:cNvSpPr/>
          <p:nvPr/>
        </p:nvSpPr>
        <p:spPr>
          <a:xfrm>
            <a:off x="4318000" y="-115163"/>
            <a:ext cx="3556000" cy="1754326"/>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spAutoFit/>
          </a:bodyPr>
          <a:lstStyle/>
          <a:p>
            <a:pPr algn="ctr"/>
            <a:r>
              <a:rPr lang="de-DE">
                <a:solidFill>
                  <a:srgbClr val="000000"/>
                </a:solidFill>
              </a:rPr>
              <a:t>Lorem ipsum dolor sit amet consectetur elit Lorem ipsum dolor sit amet consectetur elit Lorem ipsum dolor sit amet consectetur elit Lorem ipsum dolor sit</a:t>
            </a:r>
          </a:p>
        </p:txBody>
      </p:sp>
      <p:sp>
        <p:nvSpPr>
          <p:cNvPr id="4" name="Rechteck 3">
            <a:extLst>
              <a:ext uri="{FF2B5EF4-FFF2-40B4-BE49-F238E27FC236}">
                <a16:creationId xmlns:a16="http://schemas.microsoft.com/office/drawing/2014/main" id="{526A0717-3A2E-313F-2441-962AD12E3F74}"/>
              </a:ext>
            </a:extLst>
          </p:cNvPr>
          <p:cNvSpPr/>
          <p:nvPr/>
        </p:nvSpPr>
        <p:spPr>
          <a:xfrm>
            <a:off x="8255000" y="381000"/>
            <a:ext cx="3556000" cy="1524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 amet consectetur elit Lorem ipsum dolor sit</a:t>
            </a:r>
          </a:p>
        </p:txBody>
      </p:sp>
      <p:sp>
        <p:nvSpPr>
          <p:cNvPr id="5" name="Rechteck 4">
            <a:extLst>
              <a:ext uri="{FF2B5EF4-FFF2-40B4-BE49-F238E27FC236}">
                <a16:creationId xmlns:a16="http://schemas.microsoft.com/office/drawing/2014/main" id="{6F124AC3-1886-EE2C-A6F0-2265320711E6}"/>
              </a:ext>
            </a:extLst>
          </p:cNvPr>
          <p:cNvSpPr/>
          <p:nvPr/>
        </p:nvSpPr>
        <p:spPr>
          <a:xfrm>
            <a:off x="381000" y="4191000"/>
            <a:ext cx="3556000" cy="1016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solidFill>
                  <a:srgbClr val="000000"/>
                </a:solidFill>
              </a:rPr>
              <a:t>A line that does not wrap and runs past the edge of its box</a:t>
            </a:r>
            <a:endParaRPr lang="de-DE">
              <a:solidFill>
                <a:srgbClr val="000000"/>
              </a:solidFill>
            </a:endParaRPr>
          </a:p>
        </p:txBody>
      </p:sp>
    </p:spTree>
    <p:extLst>
      <p:ext uri="{BB962C8B-B14F-4D97-AF65-F5344CB8AC3E}">
        <p14:creationId xmlns:p14="http://schemas.microsoft.com/office/powerpoint/2010/main" val="3964996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ntAlgn-t">
            <a:extLst>
              <a:ext uri="{FF2B5EF4-FFF2-40B4-BE49-F238E27FC236}">
                <a16:creationId xmlns:a16="http://schemas.microsoft.com/office/drawing/2014/main" id="{DB308640-B912-31D0-4019-8E9D1404A244}"/>
              </a:ext>
            </a:extLst>
          </p:cNvPr>
          <p:cNvSpPr/>
          <p:nvPr/>
        </p:nvSpPr>
        <p:spPr>
          <a:xfrm>
            <a:off x="381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t"/>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3" name="fontAlgn-ctr">
            <a:extLst>
              <a:ext uri="{FF2B5EF4-FFF2-40B4-BE49-F238E27FC236}">
                <a16:creationId xmlns:a16="http://schemas.microsoft.com/office/drawing/2014/main" id="{BC754AD8-4AA3-14C8-41DB-38EDD423EFCE}"/>
              </a:ext>
            </a:extLst>
          </p:cNvPr>
          <p:cNvSpPr/>
          <p:nvPr/>
        </p:nvSpPr>
        <p:spPr>
          <a:xfrm>
            <a:off x="3302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ctr"/>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4" name="fontAlgn-b">
            <a:extLst>
              <a:ext uri="{FF2B5EF4-FFF2-40B4-BE49-F238E27FC236}">
                <a16:creationId xmlns:a16="http://schemas.microsoft.com/office/drawing/2014/main" id="{82F2B2CB-7718-AC43-678D-EB407CC2F757}"/>
              </a:ext>
            </a:extLst>
          </p:cNvPr>
          <p:cNvSpPr/>
          <p:nvPr/>
        </p:nvSpPr>
        <p:spPr>
          <a:xfrm>
            <a:off x="6223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b"/>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5" name="fontAlgn-base">
            <a:extLst>
              <a:ext uri="{FF2B5EF4-FFF2-40B4-BE49-F238E27FC236}">
                <a16:creationId xmlns:a16="http://schemas.microsoft.com/office/drawing/2014/main" id="{2EB6AA2B-E8D9-2571-FB1F-7116932B73CA}"/>
              </a:ext>
            </a:extLst>
          </p:cNvPr>
          <p:cNvSpPr/>
          <p:nvPr/>
        </p:nvSpPr>
        <p:spPr>
          <a:xfrm>
            <a:off x="9144000" y="381000"/>
            <a:ext cx="2667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base"/>
            <a:r>
              <a:rPr lang="de-DE" sz="3600">
                <a:solidFill>
                  <a:srgbClr val="000000"/>
                </a:solidFill>
              </a:rPr>
              <a:t>Big</a:t>
            </a:r>
            <a:r>
              <a:rPr lang="de-DE">
                <a:solidFill>
                  <a:srgbClr val="000000"/>
                </a:solidFill>
              </a:rPr>
              <a:t/>
            </a:r>
            <a:r>
              <a:rPr lang="de-DE" sz="1000">
                <a:solidFill>
                  <a:srgbClr val="000000"/>
                </a:solidFill>
              </a:rPr>
              <a:t>small</a:t>
            </a:r>
            <a:r>
              <a:rPr lang="de-DE">
                <a:solidFill>
                  <a:srgbClr val="000000"/>
                </a:solidFill>
              </a:rPr>
              <a:t> Big</a:t>
            </a:r>
          </a:p>
        </p:txBody>
      </p:sp>
      <p:sp>
        <p:nvSpPr>
          <p:cNvPr id="6" name="arch-wordart">
            <a:extLst>
              <a:ext uri="{FF2B5EF4-FFF2-40B4-BE49-F238E27FC236}">
                <a16:creationId xmlns:a16="http://schemas.microsoft.com/office/drawing/2014/main" id="{B37779C4-D6ED-519B-BFD6-CE2315BB1287}"/>
              </a:ext>
            </a:extLst>
          </p:cNvPr>
          <p:cNvSpPr/>
          <p:nvPr/>
        </p:nvSpPr>
        <p:spPr>
          <a:xfrm>
            <a:off x="381000" y="3302000"/>
            <a:ext cx="5080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fromWordArt="1">
            <a:prstTxWarp prst="textArchUp">
              <a:avLst/>
            </a:prstTxWarp>
          </a:bodyPr>
          <a:lstStyle/>
          <a:p>
            <a:r>
              <a:rPr lang="de-DE" sz="2800">
                <a:solidFill>
                  <a:srgbClr val="000000"/>
                </a:solidFill>
              </a:rPr>
              <a:t>WordArt text</a:t>
            </a:r>
          </a:p>
        </p:txBody>
      </p:sp>
      <p:sp>
        <p:nvSpPr>
          <p:cNvPr id="7" name="arch">
            <a:extLst>
              <a:ext uri="{FF2B5EF4-FFF2-40B4-BE49-F238E27FC236}">
                <a16:creationId xmlns:a16="http://schemas.microsoft.com/office/drawing/2014/main" id="{255C4EDF-A772-8A89-6936-1B0ED438598D}"/>
              </a:ext>
            </a:extLst>
          </p:cNvPr>
          <p:cNvSpPr/>
          <p:nvPr/>
        </p:nvSpPr>
        <p:spPr>
          <a:xfrm>
            <a:off x="6350000" y="3302000"/>
            <a:ext cx="5080000" cy="1397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Up">
              <a:avLst/>
            </a:prstTxWarp>
          </a:bodyPr>
          <a:lstStyle/>
          <a:p>
            <a:r>
              <a:rPr lang="de-DE" sz="2800">
                <a:solidFill>
                  <a:srgbClr val="000000"/>
                </a:solidFill>
              </a:rPr>
              <a:t>WordArt text</a:t>
            </a:r>
          </a:p>
        </p:txBody>
      </p:sp>
    </p:spTree>
    <p:extLst>
      <p:ext uri="{BB962C8B-B14F-4D97-AF65-F5344CB8AC3E}">
        <p14:creationId xmlns:p14="http://schemas.microsoft.com/office/powerpoint/2010/main" val="32285722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llipsis">
            <a:extLst>
              <a:ext uri="{FF2B5EF4-FFF2-40B4-BE49-F238E27FC236}">
                <a16:creationId xmlns:a16="http://schemas.microsoft.com/office/drawing/2014/main" id="{DD01823F-6E73-5DF5-1E1E-361753D65F44}"/>
              </a:ext>
            </a:extLst>
          </p:cNvPr>
          <p:cNvSpPr/>
          <p:nvPr/>
        </p:nvSpPr>
        <p:spPr>
          <a:xfrm>
            <a:off x="381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vertOverflow="ellipsis"/>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3" name="clip">
            <a:extLst>
              <a:ext uri="{FF2B5EF4-FFF2-40B4-BE49-F238E27FC236}">
                <a16:creationId xmlns:a16="http://schemas.microsoft.com/office/drawing/2014/main" id="{931A79E0-49D1-5BE7-A04E-79009C4EB20A}"/>
              </a:ext>
            </a:extLst>
          </p:cNvPr>
          <p:cNvSpPr/>
          <p:nvPr/>
        </p:nvSpPr>
        <p:spPr>
          <a:xfrm>
            <a:off x="4318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vertOverflow="clip"/>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4" name="overflow">
            <a:extLst>
              <a:ext uri="{FF2B5EF4-FFF2-40B4-BE49-F238E27FC236}">
                <a16:creationId xmlns:a16="http://schemas.microsoft.com/office/drawing/2014/main" id="{62B73280-C369-40EF-60A3-5349C8151F11}"/>
              </a:ext>
            </a:extLst>
          </p:cNvPr>
          <p:cNvSpPr/>
          <p:nvPr/>
        </p:nvSpPr>
        <p:spPr>
          <a:xfrm>
            <a:off x="8255000" y="381000"/>
            <a:ext cx="3556000" cy="1143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000000"/>
                </a:solidFill>
              </a:rPr>
              <a:t>Lorem ipsum dolor sit amet consectetur elit Lorem ipsum dolor sit amet consectetur elit Lorem ipsum dolor sit amet consectetur elit Lorem ipsum dolor sit amet consectetur elit Lorem ipsum dolor sit amet consectetur elit Lorem ipsum dolor sit amet</a:t>
            </a:r>
          </a:p>
        </p:txBody>
      </p:sp>
      <p:sp>
        <p:nvSpPr>
          <p:cNvPr id="5" name="horzClip">
            <a:extLst>
              <a:ext uri="{FF2B5EF4-FFF2-40B4-BE49-F238E27FC236}">
                <a16:creationId xmlns:a16="http://schemas.microsoft.com/office/drawing/2014/main" id="{5F1822DB-4638-DED9-2B7E-8DC1081C00A7}"/>
              </a:ext>
            </a:extLst>
          </p:cNvPr>
          <p:cNvSpPr/>
          <p:nvPr/>
        </p:nvSpPr>
        <p:spPr>
          <a:xfrm>
            <a:off x="381000" y="2921000"/>
            <a:ext cx="2540000" cy="889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horzOverflow="clip"/>
          <a:lstStyle/>
          <a:p>
            <a:pPr algn="ctr"/>
            <a:r>
              <a:rPr lang="de-DE">
                <a:solidFill>
                  <a:srgbClr val="000000"/>
                </a:solidFill>
              </a:rPr>
              <a:t>NoWrapLongWordThatIsWider</a:t>
            </a:r>
          </a:p>
        </p:txBody>
      </p:sp>
      <p:sp>
        <p:nvSpPr>
          <p:cNvPr id="6" name="spcFirstLast-t">
            <a:extLst>
              <a:ext uri="{FF2B5EF4-FFF2-40B4-BE49-F238E27FC236}">
                <a16:creationId xmlns:a16="http://schemas.microsoft.com/office/drawing/2014/main" id="{0CB7207F-1CE5-A06A-5D9F-1B37FB97D6D7}"/>
              </a:ext>
            </a:extLst>
          </p:cNvPr>
          <p:cNvSpPr/>
          <p:nvPr/>
        </p:nvSpPr>
        <p:spPr>
          <a:xfrm>
            <a:off x="4318000" y="2921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t" spcFirstLastPara="1"/>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
        <p:nvSpPr>
          <p:cNvPr id="7" name="spcFirstLast-b">
            <a:extLst>
              <a:ext uri="{FF2B5EF4-FFF2-40B4-BE49-F238E27FC236}">
                <a16:creationId xmlns:a16="http://schemas.microsoft.com/office/drawing/2014/main" id="{338F7348-5A9C-01AA-BD86-02E29D9D31C5}"/>
              </a:ext>
            </a:extLst>
          </p:cNvPr>
          <p:cNvSpPr/>
          <p:nvPr/>
        </p:nvSpPr>
        <p:spPr>
          <a:xfrm>
            <a:off x="8255000" y="2921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spcFirstLastPara="1"/>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
        <p:nvSpPr>
          <p:cNvPr id="8" name="spcDefault-b">
            <a:extLst>
              <a:ext uri="{FF2B5EF4-FFF2-40B4-BE49-F238E27FC236}">
                <a16:creationId xmlns:a16="http://schemas.microsoft.com/office/drawing/2014/main" id="{1CECB375-6554-10FE-D391-AADB48C3C617}"/>
              </a:ext>
            </a:extLst>
          </p:cNvPr>
          <p:cNvSpPr/>
          <p:nvPr/>
        </p:nvSpPr>
        <p:spPr>
          <a:xfrm>
            <a:off x="8255000" y="4826000"/>
            <a:ext cx="3556000" cy="1778000"/>
          </a:xfrm>
          <a:prstGeom prst="rect">
            <a:avLst/>
          </a:prstGeom>
          <a:solidFill>
            <a:srgbClr val="DEEBF7"/>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spcBef>
                <a:spcPts val="3000"/>
              </a:spcBef>
            </a:pPr>
            <a:r>
              <a:rPr lang="de-DE">
                <a:solidFill>
                  <a:srgbClr val="000000"/>
                </a:solidFill>
              </a:rPr>
              <a:t>First</a:t>
            </a:r>
          </a:p>
          <a:p>
            <a:pPr algn="ctr">
              <a:spcAft>
                <a:spcPts val="3000"/>
              </a:spcAft>
            </a:pPr>
            <a:r>
              <a:rPr lang="de-DE">
                <a:solidFill>
                  <a:srgbClr val="000000"/>
                </a:solidFill>
              </a:rPr>
              <a:t>Second</a:t>
            </a:r>
          </a:p>
        </p:txBody>
      </p:sp>
    </p:spTree>
    <p:extLst>
      <p:ext uri="{BB962C8B-B14F-4D97-AF65-F5344CB8AC3E}">
        <p14:creationId xmlns:p14="http://schemas.microsoft.com/office/powerpoint/2010/main" val="160563597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511</Words>
  <Application>Microsoft Office PowerPoint</Application>
  <PresentationFormat>Benutzerdefiniert</PresentationFormat>
  <Paragraphs>39</Paragraphs>
  <Slides>6</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vt:i4>
      </vt:variant>
    </vt:vector>
  </HeadingPairs>
  <TitlesOfParts>
    <vt:vector size="10" baseType="lpstr">
      <vt:lpstr>Aptos</vt:lpstr>
      <vt:lpstr>Aptos Display</vt:lpstr>
      <vt:lpstr>Arial</vt:lpstr>
      <vt:lpstr>Office</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Fidelity generator</dc:creator>
  <cp:lastModifiedBy>Fidelity generator</cp:lastModifiedBy>
  <cp:revision>1</cp:revision>
  <dcterms:created xsi:type="dcterms:W3CDTF">2026-10-08T17:01:46Z</dcterms:created>
  <dcterms:modified xsi:type="dcterms:W3CDTF">2026-10-08T17:01:46Z</dcterms:modified>
</cp:coreProperties>
</file>