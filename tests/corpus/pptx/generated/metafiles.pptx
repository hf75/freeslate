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4" d="100"/>
          <a:sy n="14" d="100"/>
        </p:scale>
        <p:origin x="426" y="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0CA75CD-C2E6-EA03-F8D4-022D856D65F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ED07CAB7-9CDF-34D8-D306-61BC10004FD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096918C6-42B1-E70F-D6D5-EB6506AE13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654E22-CD58-42EE-B3F1-F6E95B788638}" type="datetimeFigureOut">
              <a:rPr lang="de-DE" smtClean="0"/>
              <a:t>09.10.2026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498DB3F-863F-86F0-1A58-ACD7377FBC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D31AF2E-741E-3463-9921-F50C8A7303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244B1B-211B-4F22-B4EF-51464863945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5520385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DB1B4ED-04AF-4FE9-81CB-9E70F8FD8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07D3BCF-8408-9A68-1C6F-12FDD0B075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CCCE108E-2FB4-D4B8-6AC6-B13642BB69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654E22-CD58-42EE-B3F1-F6E95B788638}" type="datetimeFigureOut">
              <a:rPr lang="de-DE" smtClean="0"/>
              <a:t>09.10.2026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B23FED4-5846-755D-55BD-39A97DBEC2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B7549C2E-1355-1D5F-35B3-82934E5BE1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244B1B-211B-4F22-B4EF-51464863945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110875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E4D754A-014C-A2E1-103E-E245CB5351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FF0EBD0E-6829-F70A-BBA2-BABAD0C6585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442E34B-1A67-B092-0B6B-B8D4007EB3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654E22-CD58-42EE-B3F1-F6E95B788638}" type="datetimeFigureOut">
              <a:rPr lang="de-DE" smtClean="0"/>
              <a:t>09.10.2026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B9FE399-7B27-168B-C883-9B8F94E02E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8EDF3608-2E17-CCC5-4607-2BFEFBECFD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244B1B-211B-4F22-B4EF-51464863945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643425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8631644-9F1B-01E6-4EFB-B0B9344DB4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47A5D2E-1562-2601-5333-951E5C321EA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35FF889D-20AD-783B-39C7-F0E729114E8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8A4711B3-086A-E2EE-ECC6-5F05CB8899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654E22-CD58-42EE-B3F1-F6E95B788638}" type="datetimeFigureOut">
              <a:rPr lang="de-DE" smtClean="0"/>
              <a:t>09.10.2026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AB15B43A-EF6A-57B4-9C3F-2C0A40D892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079E4A3C-52FF-8093-599F-590E946C71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244B1B-211B-4F22-B4EF-51464863945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1653513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B6B0A6B-9AE8-4A9A-06DC-A01A006CFC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48552E43-B4D2-3164-E66E-D1C7CD78EF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FCF17DED-B253-E4B3-8961-BA5194DDB72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65A44818-1A95-43FD-F4C4-3DB6BAD0700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62E2A088-8230-1331-09EC-CBC828B36AA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E69525BE-25BA-396E-6021-ABD71FEB91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654E22-CD58-42EE-B3F1-F6E95B788638}" type="datetimeFigureOut">
              <a:rPr lang="de-DE" smtClean="0"/>
              <a:t>09.10.2026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E0A7848A-C879-1BC0-2468-A4C99346E2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C8945D32-9FBA-9357-634B-4EFDDF9DD9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244B1B-211B-4F22-B4EF-51464863945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225703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A38D023-4334-1B50-9719-4CCEDCA43C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8CFECB25-2E26-4CD1-8711-B9A1AFD9AC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654E22-CD58-42EE-B3F1-F6E95B788638}" type="datetimeFigureOut">
              <a:rPr lang="de-DE" smtClean="0"/>
              <a:t>09.10.2026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FE24A258-8AC9-FDC7-1D57-6234EB51D6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ABC9D2A1-8059-FCD2-F88D-BBE669C52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244B1B-211B-4F22-B4EF-51464863945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456750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4B0A6523-6169-6D5E-9573-6D6595DB21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654E22-CD58-42EE-B3F1-F6E95B788638}" type="datetimeFigureOut">
              <a:rPr lang="de-DE" smtClean="0"/>
              <a:t>09.10.2026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F3BEE9A2-A64E-DBA1-EF63-03413D0FC9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6FDEFDF-0915-4A3E-B638-227B26F622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244B1B-211B-4F22-B4EF-51464863945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92757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183FEDE-5EBB-D532-FCA5-3FA7F320A6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A314426-9BD8-7F52-AC7C-71585957A1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BF7A6AAC-EBC3-6CDA-CA5E-D85A304A4DB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BEED20D1-BE29-4092-C48C-B3E59463A9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654E22-CD58-42EE-B3F1-F6E95B788638}" type="datetimeFigureOut">
              <a:rPr lang="de-DE" smtClean="0"/>
              <a:t>09.10.2026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F6B35324-63B2-DDB1-F91F-7C6289322E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2FF49148-4755-B06B-F5B9-C95B25FA17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244B1B-211B-4F22-B4EF-51464863945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467077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03C927C-995D-EA77-764D-058D0A3AE2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3DBF1F79-91F9-5CF7-59FD-91666F3CC4F3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136917E7-0ED2-C591-D590-FBBC521538C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43ADAD82-3643-F0FD-7575-353F1037D1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654E22-CD58-42EE-B3F1-F6E95B788638}" type="datetimeFigureOut">
              <a:rPr lang="de-DE" smtClean="0"/>
              <a:t>09.10.2026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2BDBE84D-6471-1B67-A42C-5AE77A6DF1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082B67A0-3C80-8BA2-3BD6-F14E057616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244B1B-211B-4F22-B4EF-51464863945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154095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9CE5DB3-B17F-A29B-9A73-F7611361D4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4C0113DD-5824-3C06-0C46-4582EA66AD1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F6CC2DC-D88C-BB63-80BE-9E3F35E701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654E22-CD58-42EE-B3F1-F6E95B788638}" type="datetimeFigureOut">
              <a:rPr lang="de-DE" smtClean="0"/>
              <a:t>09.10.2026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E6AEDE3-A8B5-876F-BF46-D7807ABEFE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8A3F119-801B-584C-67BA-DC9772A4F6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244B1B-211B-4F22-B4EF-51464863945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5566943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E05BFC61-FCED-840F-E57E-0A4E540C9AE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73EFD4C4-5D11-5F8F-4C88-2E89675F26F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13D92CF4-B86F-D10F-B179-73F9F750C1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654E22-CD58-42EE-B3F1-F6E95B788638}" type="datetimeFigureOut">
              <a:rPr lang="de-DE" smtClean="0"/>
              <a:t>09.10.2026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29FB9D42-4558-1481-7A60-9B87D1A64F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D4D0827F-4590-E436-B0A2-C95BAF370D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244B1B-211B-4F22-B4EF-51464863945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574034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E72CDBCF-A99D-52A9-6F34-B6D597A798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0352075A-285E-9951-D96E-91B24FFC37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C362A46C-5A2C-8715-BBC8-29E78FC9BC4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8654E22-CD58-42EE-B3F1-F6E95B788638}" type="datetimeFigureOut">
              <a:rPr lang="de-DE" smtClean="0"/>
              <a:t>09.10.2026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5D74AC5-3817-4760-FAF0-74A88FAC984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89BF0D3F-5C6E-584F-0D16-9EAFADB1E77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2244B1B-211B-4F22-B4EF-51464863945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134899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7" Type="http://schemas.openxmlformats.org/officeDocument/2006/relationships/image" Target="../media/image6.emf"/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5.emf"/><Relationship Id="rId5" Type="http://schemas.openxmlformats.org/officeDocument/2006/relationships/image" Target="../media/image4.emf"/><Relationship Id="rId4" Type="http://schemas.openxmlformats.org/officeDocument/2006/relationships/image" Target="../media/image3.emf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wmf"/><Relationship Id="rId7" Type="http://schemas.openxmlformats.org/officeDocument/2006/relationships/image" Target="../media/image12.wmf"/><Relationship Id="rId2" Type="http://schemas.openxmlformats.org/officeDocument/2006/relationships/image" Target="../media/image7.wmf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1.wmf"/><Relationship Id="rId5" Type="http://schemas.openxmlformats.org/officeDocument/2006/relationships/image" Target="../media/image10.wmf"/><Relationship Id="rId4" Type="http://schemas.openxmlformats.org/officeDocument/2006/relationships/image" Target="../media/image9.wmf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emf"/><Relationship Id="rId2" Type="http://schemas.openxmlformats.org/officeDocument/2006/relationships/image" Target="../media/image13.emf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emf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F06850E-E9E3-0CFD-25F4-713453AFC8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EMF exported by PowerPoint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8A181F27-8141-7963-E9A7-91DE5C0706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000" y="1651000"/>
            <a:ext cx="3354324" cy="1958340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021E1F1A-C949-0EDC-7B4A-193BBF6794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18000" y="1651000"/>
            <a:ext cx="1976628" cy="1979676"/>
          </a:xfrm>
          <a:prstGeom prst="rect">
            <a:avLst/>
          </a:prstGeom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17EFB27C-8691-9874-AE20-631F143A3C9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8000" y="1651000"/>
            <a:ext cx="2859024" cy="1844040"/>
          </a:xfrm>
          <a:prstGeom prst="rect">
            <a:avLst/>
          </a:prstGeom>
        </p:spPr>
      </p:pic>
      <p:pic>
        <p:nvPicPr>
          <p:cNvPr id="10" name="Grafik 9">
            <a:extLst>
              <a:ext uri="{FF2B5EF4-FFF2-40B4-BE49-F238E27FC236}">
                <a16:creationId xmlns:a16="http://schemas.microsoft.com/office/drawing/2014/main" id="{C0A9A7DC-D9F3-4590-2474-2FF3D7EF8D9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8000" y="4191000"/>
            <a:ext cx="2982468" cy="1330452"/>
          </a:xfrm>
          <a:prstGeom prst="rect">
            <a:avLst/>
          </a:prstGeom>
        </p:spPr>
      </p:pic>
      <p:pic>
        <p:nvPicPr>
          <p:cNvPr id="12" name="Grafik 11">
            <a:extLst>
              <a:ext uri="{FF2B5EF4-FFF2-40B4-BE49-F238E27FC236}">
                <a16:creationId xmlns:a16="http://schemas.microsoft.com/office/drawing/2014/main" id="{035F1746-160C-6F42-C52F-91975DD9241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18000" y="4191000"/>
            <a:ext cx="2705100" cy="1813560"/>
          </a:xfrm>
          <a:prstGeom prst="rect">
            <a:avLst/>
          </a:prstGeom>
        </p:spPr>
      </p:pic>
      <p:pic>
        <p:nvPicPr>
          <p:cNvPr id="14" name="Grafik 13">
            <a:extLst>
              <a:ext uri="{FF2B5EF4-FFF2-40B4-BE49-F238E27FC236}">
                <a16:creationId xmlns:a16="http://schemas.microsoft.com/office/drawing/2014/main" id="{16F0E24F-DCE5-4C39-24DD-48B344D6A6A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28000" y="4191000"/>
            <a:ext cx="3409188" cy="10180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235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D7C1E22-F42A-5F97-D504-768ADF4213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WMF exported by PowerPoint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13528C07-60F4-B759-814D-7FE40A6731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000" y="1651000"/>
            <a:ext cx="11756571" cy="6858000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BB707545-A7D4-8FE5-E2D0-76567B3F3B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18000" y="1651000"/>
            <a:ext cx="1986844" cy="1975556"/>
          </a:xfrm>
          <a:prstGeom prst="rect">
            <a:avLst/>
          </a:prstGeom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B111DC62-9E4A-2461-8014-3608692158C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8000" y="1651000"/>
            <a:ext cx="10641724" cy="6858000"/>
          </a:xfrm>
          <a:prstGeom prst="rect">
            <a:avLst/>
          </a:prstGeom>
        </p:spPr>
      </p:pic>
      <p:pic>
        <p:nvPicPr>
          <p:cNvPr id="10" name="Grafik 9">
            <a:extLst>
              <a:ext uri="{FF2B5EF4-FFF2-40B4-BE49-F238E27FC236}">
                <a16:creationId xmlns:a16="http://schemas.microsoft.com/office/drawing/2014/main" id="{1FA4D61B-5BCE-21D0-048C-386F077BE68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8000" y="4191000"/>
            <a:ext cx="2991556" cy="1320800"/>
          </a:xfrm>
          <a:prstGeom prst="rect">
            <a:avLst/>
          </a:prstGeom>
        </p:spPr>
      </p:pic>
      <p:pic>
        <p:nvPicPr>
          <p:cNvPr id="12" name="Grafik 11">
            <a:extLst>
              <a:ext uri="{FF2B5EF4-FFF2-40B4-BE49-F238E27FC236}">
                <a16:creationId xmlns:a16="http://schemas.microsoft.com/office/drawing/2014/main" id="{B5DD46C5-6487-D8DA-E321-55DBE1C8D86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18000" y="4191000"/>
            <a:ext cx="10226947" cy="6858000"/>
          </a:xfrm>
          <a:prstGeom prst="rect">
            <a:avLst/>
          </a:prstGeom>
        </p:spPr>
      </p:pic>
      <p:pic>
        <p:nvPicPr>
          <p:cNvPr id="14" name="Grafik 13">
            <a:extLst>
              <a:ext uri="{FF2B5EF4-FFF2-40B4-BE49-F238E27FC236}">
                <a16:creationId xmlns:a16="http://schemas.microsoft.com/office/drawing/2014/main" id="{6183D9B6-2831-4E20-7035-74D751A3D08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28000" y="4191000"/>
            <a:ext cx="12192000" cy="36416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571257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225249E-7384-3455-DCFA-B812FA5E73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Recorded with GDI+: dual and GDI only</a:t>
            </a:r>
            <a:endParaRPr lang="de-DE"/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A32D3322-673B-D059-CAA5-92495FE924B2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508000" y="1651000"/>
            <a:ext cx="5334000" cy="4000500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5034239E-6D45-DC67-4C9A-4B678B5F40F0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6350000" y="1651000"/>
            <a:ext cx="5334000" cy="4000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766079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B2B3253-88CB-5CC4-5FF2-262FA421E6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GDI records: PolyDraw, MaskBlt, PlgBlt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4F0897F9-FA40-111F-E74F-BACBD1E88264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508000" y="1651000"/>
            <a:ext cx="7620000" cy="381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849356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24</Words>
  <Application>Microsoft Office PowerPoint</Application>
  <PresentationFormat>Benutzerdefiniert</PresentationFormat>
  <Paragraphs>4</Paragraphs>
  <Slides>4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4</vt:i4>
      </vt:variant>
    </vt:vector>
  </HeadingPairs>
  <TitlesOfParts>
    <vt:vector size="8" baseType="lpstr">
      <vt:lpstr>Aptos</vt:lpstr>
      <vt:lpstr>Aptos Display</vt:lpstr>
      <vt:lpstr>Arial</vt:lpstr>
      <vt:lpstr>Office</vt:lpstr>
      <vt:lpstr>EMF exported by PowerPoint</vt:lpstr>
      <vt:lpstr>WMF exported by PowerPoint</vt:lpstr>
      <vt:lpstr>Recorded with GDI+: dual and GDI only</vt:lpstr>
      <vt:lpstr>GDI records: PolyDraw, MaskBlt, PlgBlt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Fidelity generator</dc:creator>
  <cp:lastModifiedBy>Fidelity generator</cp:lastModifiedBy>
  <cp:revision>1</cp:revision>
  <dcterms:created xsi:type="dcterms:W3CDTF">2026-10-09T11:58:49Z</dcterms:created>
  <dcterms:modified xsi:type="dcterms:W3CDTF">2026-10-09T11:58:49Z</dcterms:modified>
</cp:coreProperties>
</file>