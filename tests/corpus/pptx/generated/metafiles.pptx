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" d="100"/>
          <a:sy n="14" d="100"/>
        </p:scale>
        <p:origin x="42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9BD11E-55B0-7F1E-9566-DFE2957DD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D5D00EA-B7E1-1670-7A8B-BB6FF16A8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B0C2A4-A4C5-686D-D813-267FF0C8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4070-F85C-4111-A372-7E705E3388D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ABC6B1-D888-8771-EE21-738847079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BB1FFF-0C6C-0088-A440-12F68D387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39B9-E078-4A98-B70F-66F2A2822D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160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19F477-D8F8-6D86-3CBC-0A8E49DED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0013BC-D42A-2FB8-849B-3E73A7A14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BC0635-D029-DE52-D7FA-088DDD245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4070-F85C-4111-A372-7E705E3388D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571775-CF75-0810-654E-F7A9F76C7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37B7A2-7083-11BD-68D3-8E22B2B1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39B9-E078-4A98-B70F-66F2A2822D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3250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2AAE0E-13F8-D0E2-C34C-3EC6AFA6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D68F3B-9915-D613-0236-2EFE7D989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296700-F606-8C96-BF7F-B9D22A916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4070-F85C-4111-A372-7E705E3388D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B1A590-865A-767C-D817-6F21BE07C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F2D9FF-6068-36DA-2529-C1E9B583D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39B9-E078-4A98-B70F-66F2A2822D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8130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DE37CD-2C69-B8FD-B1E8-01AA67565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09B7BE-203B-1336-4EDD-7B84A52ED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8D86615-8395-4520-84D5-1802E56CA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9D0AD64-57A1-EB22-78E7-F8DC9AE68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4070-F85C-4111-A372-7E705E3388D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7D95CD3-B9F2-72C2-E54E-180739EAF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02B824D-55A8-7E8E-D3EC-BC5E1869B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39B9-E078-4A98-B70F-66F2A2822D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5776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E20460-A292-1310-444C-BD5C49E36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0DCE47-1BD2-C709-52D4-1B89F7095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534621E-FC3A-F05F-4F61-F5C649FB2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12E34EA-641D-8D37-0E8D-AA9E55900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BB73B56-4564-150A-7C70-45012CC69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A1F67C5-E9CE-D0FD-96F6-E11691B5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4070-F85C-4111-A372-7E705E3388D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466D55C-67E5-7D95-A162-D07ED1AE9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DEF3BF2-F33C-5CB5-7CBA-39C6649B0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39B9-E078-4A98-B70F-66F2A2822D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144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02F476-6301-7F31-1B00-C97A0537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9EDC889-C096-E7BC-72DA-EE9B50D1F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4070-F85C-4111-A372-7E705E3388D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7A06B62-892B-D379-4709-8109E428A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9C76F0E-DE01-E438-42E1-2EA814818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39B9-E078-4A98-B70F-66F2A2822D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044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A26E8C-AC06-4732-989E-98AA8C7C9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4070-F85C-4111-A372-7E705E3388D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A966A7-EEB5-7061-1C0E-D8900CA0E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2C3C62B-D716-381C-4059-6ABF9EA22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39B9-E078-4A98-B70F-66F2A2822D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0452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471FDC-B5BE-BE5F-2C62-56A3F8C53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016F9B-9B4A-C28D-093F-71676F645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A40D8E-2967-24FF-3E8B-BAC7CCB33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29E82A-1952-9687-05DC-A3E648454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4070-F85C-4111-A372-7E705E3388D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BC66E2-643C-2C41-F61B-2BDBB4E49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BBD85F-E984-9D75-2FEA-E3A7AECF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39B9-E078-4A98-B70F-66F2A2822D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310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408445-DA6D-17AA-4197-A8237B3A1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F358AED-361F-5A76-2782-252C2D4873A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CF9577B-AAE0-86C8-8B96-501902F27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8F2BFC-5F6E-63FB-2D4E-F038A3FDE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4070-F85C-4111-A372-7E705E3388D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194796-F8F0-111B-CD42-6FBAB4A8F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3CAE56-87EB-B708-3298-AF53F419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39B9-E078-4A98-B70F-66F2A2822D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977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A417CC-526F-E1C2-EE0E-C43EE89A3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1BB0F4C-DAE8-2031-90F0-587AB1CD0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D72EAD-0FC4-7D55-E60A-4CD01784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4070-F85C-4111-A372-7E705E3388D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735B12-83F3-E856-1EA4-1563C271A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A43A07-06BB-39ED-539F-F6BB8EC2C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39B9-E078-4A98-B70F-66F2A2822D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16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7A6E8-30BD-DAF4-3DE4-9BAA5EF706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07CD2D-1A8C-73D8-78A7-42267B7C1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71FF44-ED8E-EB4F-C5B0-2C173F7EC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4070-F85C-4111-A372-7E705E3388D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63CAC6-A80B-C2E7-F204-D68F8E70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9D251A-DADF-FEFF-16DF-CE6B33554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39B9-E078-4A98-B70F-66F2A2822D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3496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961FCF9-6E39-72C8-DC43-10F8F7F9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F847F4-99EF-091B-51AA-AADEBC306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24E3B4-483D-9BD4-1E34-DE76F6BAC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F84070-F85C-4111-A372-7E705E3388D5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C7511D-8986-E26B-2F59-3BBB0A3CF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796DA1-3F43-4C33-23BB-0A6697E71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AE39B9-E078-4A98-B70F-66F2A2822D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4119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D085FB-B4D3-27B3-4626-93965D8F2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EMF exported by PowerPoint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106B2B3-1CAB-507B-8F87-BEA001DB8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651000"/>
            <a:ext cx="3354324" cy="195834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FEC339E-90CB-98F6-F008-5D14CD0BF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1651000"/>
            <a:ext cx="1976628" cy="197967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8702830-F027-B091-7715-994BA0030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1651000"/>
            <a:ext cx="2859024" cy="184404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7A56B33-7159-1415-D662-88C145231C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4191000"/>
            <a:ext cx="2982468" cy="133045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68B6393-6DFE-9271-D586-E7D0B3C683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00" y="4191000"/>
            <a:ext cx="2705100" cy="181356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27379C20-240E-C4C9-46B9-2F93D27D89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0" y="4191000"/>
            <a:ext cx="3409188" cy="101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816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B88C13-983C-D74D-BC90-E1C2B94A1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WMF exported by PowerPoint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C8A3CE0-3508-5384-7D79-D95679D16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651000"/>
            <a:ext cx="11756571" cy="6858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1836A6D-B395-B49A-28C2-5B6C1917A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1651000"/>
            <a:ext cx="1986844" cy="197555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9DD0D7E-1D15-8379-FE4F-1D71DC766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1651000"/>
            <a:ext cx="10641724" cy="6858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39BB0D1-0ACD-19C5-41CA-9F05227CB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4191000"/>
            <a:ext cx="2991556" cy="13208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7542B56-82F9-BFE7-3EEA-9AE4B27107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00" y="4191000"/>
            <a:ext cx="10226947" cy="6858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C0D4518-EB30-E6BF-226B-30F1EDBCD9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0" y="4191000"/>
            <a:ext cx="12192000" cy="364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54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C3CFA4-F6D1-E022-A921-8A76DCDD6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Recorded with GDI+: dual and GDI only</a:t>
            </a:r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8616272-4879-8B5F-95C8-20080F927CC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651000"/>
            <a:ext cx="5334000" cy="40005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847E740-5732-8ECD-ABD0-8ED235E4455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165100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821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Benutzerdefiniert</PresentationFormat>
  <Paragraphs>3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EMF exported by PowerPoint</vt:lpstr>
      <vt:lpstr>WMF exported by PowerPoint</vt:lpstr>
      <vt:lpstr>Recorded with GDI+: dual and GDI only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2026-10-08T10:42:20Z</dcterms:created>
  <dcterms:modified xsi:type="dcterms:W3CDTF">2026-10-08T10:42:21Z</dcterms:modified>
</cp:coreProperties>
</file>