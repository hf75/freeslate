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773081-2F41-DC01-19C6-B061032FB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8EDD828-6E00-3E71-2E2F-104E61203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914161-2549-797E-450E-804C70AF3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43EF9-7E37-429E-B5EE-70C540B5AD0D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31A222-035C-7539-34A7-4994EA9A8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30DBFD-F6DC-5886-0C81-65A2FE7F9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F1400-01B8-455E-975D-8798302995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701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9B4060-2145-0B5F-8A18-83BF1DC5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3F73D3-7825-C010-329E-A4876F99A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6B0900-9F13-5211-DE13-11DA7EB96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43EF9-7E37-429E-B5EE-70C540B5AD0D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3EB512-6DB8-B052-BE14-627CD21B4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496026-257A-88D0-87C9-2E630FDBE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F1400-01B8-455E-975D-8798302995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9850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D1A9DE-B904-868E-9DA8-7326FBD20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06C1A7D-E24B-16F2-E3D9-F482D3DFF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97DE10-E51B-390E-C3C8-ADF417ACE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43EF9-7E37-429E-B5EE-70C540B5AD0D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86E5D9-8E23-8729-542B-230F555DB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3352B0-6A77-EF49-DF6C-3A7244F7C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F1400-01B8-455E-975D-8798302995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0628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279E04-6298-F6B5-DE48-FBEFE28E7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251BDB-1480-A233-6F4A-5100480495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F369A3C-11AB-E09A-1AAA-695AFD8E8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19AE64-2D01-9B32-3A83-C283AE93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43EF9-7E37-429E-B5EE-70C540B5AD0D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F3A6FA-CE9E-9533-77AA-3E79EB7E4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4D9DD4B-426B-5F2E-0A05-8880E8E83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F1400-01B8-455E-975D-8798302995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5232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ADC893-83D9-2C16-4CD5-C0BC5735C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D3DCC8-7E45-D6D2-2C6A-6869C2E55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B6B15A0-1D9E-0AF8-77E5-1E010FA2E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3B3F8E8-6EF7-61B9-58ED-82BF85816E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7D5F8B1-03DE-9058-CD99-A6B92CFAEA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665BF4C-7592-8BF2-1731-DAD6BA4D2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43EF9-7E37-429E-B5EE-70C540B5AD0D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C38CF88-6D65-BA36-1D47-043F07913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69BC17D-EC91-2441-65F4-2D912748E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F1400-01B8-455E-975D-8798302995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9660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ACE183-24C1-FA3F-E9E1-D3C472FF9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FB66407-6DB5-A06E-74B7-C2702C7B8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43EF9-7E37-429E-B5EE-70C540B5AD0D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32D12C0-273A-9BFF-E921-B60CAA27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D356E1-3729-7CD3-835A-AFE4E8AF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F1400-01B8-455E-975D-8798302995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0568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8C1A458-2DFF-90F6-D9B3-0B432A12E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43EF9-7E37-429E-B5EE-70C540B5AD0D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BA9EF9A-0CCE-EC65-AD5C-57FED2D4E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729934-1B57-FD20-B92F-4EABD7B9E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F1400-01B8-455E-975D-8798302995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772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5D3ED8-1491-5C6B-1875-DF6BEE17A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EC8870-124B-F2F8-093C-8377E429F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2CAE1C0-B44A-B8CC-FE36-FB0C2E6D5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F3EF068-9A95-BBD3-1035-22A084FC4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43EF9-7E37-429E-B5EE-70C540B5AD0D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298BA3B-59E9-66F2-9F85-F256E51BD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A6BE202-87C4-72A0-7DED-2A0913157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F1400-01B8-455E-975D-8798302995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3099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4C4EA8-7E80-5B9E-7CF1-460165DD1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5B29E53-D528-4823-3489-B1CA7410DE9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0DF3208-07C2-9CA8-0DA2-9128778E3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3CCCC3F-31E6-1C5A-78F5-4C6F0C6FB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43EF9-7E37-429E-B5EE-70C540B5AD0D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C0E7C0-309B-AE12-0C7B-C821EC3EF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930DC7E-945A-DA94-4F36-AFB5B98D8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F1400-01B8-455E-975D-8798302995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3467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A0BCA3-10F9-7E40-BB2F-5B323D2D3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EBE2E32-39AF-61BD-21A8-1D4B2E30F8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BCE02A-BCA7-570E-E3D6-293501603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43EF9-7E37-429E-B5EE-70C540B5AD0D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17398C-2D69-9C50-5171-45FC3866A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3994EE-4681-7915-C4DC-9F7E2092D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F1400-01B8-455E-975D-8798302995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1403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737BC9A-19E5-6DC9-279D-575D09663D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EA3A79D-00B1-CA69-0211-031DB2E4B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592818-CEFB-43AE-7DD1-D180FF29E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43EF9-7E37-429E-B5EE-70C540B5AD0D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9AAEEB-2D5E-0121-48DB-2287B3655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9FB132-FD24-D959-8A96-989F7701A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F1400-01B8-455E-975D-8798302995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2410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324B16B-188B-6C0A-7309-B1AE75BD9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9323414-5DB2-C608-B708-2399B34B4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D63206-1846-80A8-778C-85446B24DE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D43EF9-7E37-429E-B5EE-70C540B5AD0D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66B44A-D6EE-12B5-DAAC-25C511C8C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7115ED-49F4-A21C-72F3-DF7B3F1DFE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9F1400-01B8-455E-975D-8798302995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1143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7/06/relationships/model3d" Target="../media/model3d3.glb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7/06/relationships/model3d" Target="../media/model3d4.glb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7/06/relationships/model3d" Target="../media/model3d5.glb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81BFBA9-40C4-D405-EAFB-97C57F7EB87B}"/>
              </a:ext>
            </a:extLst>
          </p:cNvPr>
          <p:cNvSpPr txBox="1"/>
          <p:nvPr/>
        </p:nvSpPr>
        <p:spPr>
          <a:xfrm>
            <a:off x="508000" y="2540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400"/>
              <a:t>Turntable: node rotation, materials, texture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-Modell 2">
                <a:extLst>
                  <a:ext uri="{FF2B5EF4-FFF2-40B4-BE49-F238E27FC236}">
                    <a16:creationId xmlns:a16="http://schemas.microsoft.com/office/drawing/2014/main" id="{96BE69FE-9017-364C-22EE-92D3F68D745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144344481"/>
                  </p:ext>
                </p:extLst>
              </p:nvPr>
            </p:nvGraphicFramePr>
            <p:xfrm>
              <a:off x="2921000" y="1016000"/>
              <a:ext cx="6350000" cy="558800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6350000" cy="5588000"/>
                    </a:xfrm>
                    <a:prstGeom prst="rect">
                      <a:avLst/>
                    </a:prstGeom>
                  </am3d:spPr>
                  <am3d:camera>
                    <am3d:pos x="0" y="0" z="7399486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02171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2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805963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-Modell 2">
                <a:extLst>
                  <a:ext uri="{FF2B5EF4-FFF2-40B4-BE49-F238E27FC236}">
                    <a16:creationId xmlns:a16="http://schemas.microsoft.com/office/drawing/2014/main" id="{96BE69FE-9017-364C-22EE-92D3F68D745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21000" y="1016000"/>
                <a:ext cx="6350000" cy="558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0790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144BA55-570C-13EB-1030-E0E779E6E321}"/>
              </a:ext>
            </a:extLst>
          </p:cNvPr>
          <p:cNvSpPr txBox="1"/>
          <p:nvPr/>
        </p:nvSpPr>
        <p:spPr>
          <a:xfrm>
            <a:off x="508000" y="2540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/>
              <a:t>Bounce: cubic spline translation, scale</a:t>
            </a:r>
            <a:endParaRPr lang="de-DE" sz="240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-Modell 2">
                <a:extLst>
                  <a:ext uri="{FF2B5EF4-FFF2-40B4-BE49-F238E27FC236}">
                    <a16:creationId xmlns:a16="http://schemas.microsoft.com/office/drawing/2014/main" id="{5B895EC9-DAED-E202-104F-AF986BF0B9C0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48363087"/>
                  </p:ext>
                </p:extLst>
              </p:nvPr>
            </p:nvGraphicFramePr>
            <p:xfrm>
              <a:off x="2921000" y="1016000"/>
              <a:ext cx="6350000" cy="558800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6350000" cy="5588000"/>
                    </a:xfrm>
                    <a:prstGeom prst="rect">
                      <a:avLst/>
                    </a:prstGeom>
                  </am3d:spPr>
                  <am3d:camera>
                    <am3d:pos x="0" y="0" z="4871291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98412" d="1000000"/>
                    <am3d:preTrans dx="0" dy="-15714284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15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582313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-Modell 2">
                <a:extLst>
                  <a:ext uri="{FF2B5EF4-FFF2-40B4-BE49-F238E27FC236}">
                    <a16:creationId xmlns:a16="http://schemas.microsoft.com/office/drawing/2014/main" id="{5B895EC9-DAED-E202-104F-AF986BF0B9C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21000" y="1016000"/>
                <a:ext cx="6350000" cy="558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4426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043646B-1138-33B7-E350-89B6D0DE6598}"/>
              </a:ext>
            </a:extLst>
          </p:cNvPr>
          <p:cNvSpPr txBox="1"/>
          <p:nvPr/>
        </p:nvSpPr>
        <p:spPr>
          <a:xfrm>
            <a:off x="508000" y="2540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400"/>
              <a:t>Arm: skin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-Modell 2">
                <a:extLst>
                  <a:ext uri="{FF2B5EF4-FFF2-40B4-BE49-F238E27FC236}">
                    <a16:creationId xmlns:a16="http://schemas.microsoft.com/office/drawing/2014/main" id="{91095D6F-2B36-7937-7796-B2F19D6574E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81876765"/>
                  </p:ext>
                </p:extLst>
              </p:nvPr>
            </p:nvGraphicFramePr>
            <p:xfrm>
              <a:off x="2921000" y="1016000"/>
              <a:ext cx="6350000" cy="558800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6350000" cy="5588000"/>
                    </a:xfrm>
                    <a:prstGeom prst="rect">
                      <a:avLst/>
                    </a:prstGeom>
                  </am3d:spPr>
                  <am3d:camera>
                    <am3d:pos x="0" y="0" z="6867666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2686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2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770375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-Modell 2">
                <a:extLst>
                  <a:ext uri="{FF2B5EF4-FFF2-40B4-BE49-F238E27FC236}">
                    <a16:creationId xmlns:a16="http://schemas.microsoft.com/office/drawing/2014/main" id="{91095D6F-2B36-7937-7796-B2F19D6574E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21000" y="1016000"/>
                <a:ext cx="6350000" cy="558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378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92660C9-D892-53A7-3430-3F0C93C7D11D}"/>
              </a:ext>
            </a:extLst>
          </p:cNvPr>
          <p:cNvSpPr txBox="1"/>
          <p:nvPr/>
        </p:nvSpPr>
        <p:spPr>
          <a:xfrm>
            <a:off x="508000" y="2540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400"/>
              <a:t>Blob: morph targets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-Modell 2">
                <a:extLst>
                  <a:ext uri="{FF2B5EF4-FFF2-40B4-BE49-F238E27FC236}">
                    <a16:creationId xmlns:a16="http://schemas.microsoft.com/office/drawing/2014/main" id="{AE0DA6F4-0BBC-098F-3354-A5CCA8D014E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386027529"/>
                  </p:ext>
                </p:extLst>
              </p:nvPr>
            </p:nvGraphicFramePr>
            <p:xfrm>
              <a:off x="2921000" y="1016000"/>
              <a:ext cx="6350000" cy="558800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6350000" cy="5588000"/>
                    </a:xfrm>
                    <a:prstGeom prst="rect">
                      <a:avLst/>
                    </a:prstGeom>
                  </am3d:spPr>
                  <am3d:camera>
                    <am3d:pos x="0" y="0" z="8146920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996731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-Modell 2">
                <a:extLst>
                  <a:ext uri="{FF2B5EF4-FFF2-40B4-BE49-F238E27FC236}">
                    <a16:creationId xmlns:a16="http://schemas.microsoft.com/office/drawing/2014/main" id="{AE0DA6F4-0BBC-098F-3354-A5CCA8D014E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21000" y="1016000"/>
                <a:ext cx="6350000" cy="558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7756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E547EBD-6CC7-843C-84C8-F0F2145E6E73}"/>
              </a:ext>
            </a:extLst>
          </p:cNvPr>
          <p:cNvSpPr txBox="1"/>
          <p:nvPr/>
        </p:nvSpPr>
        <p:spPr>
          <a:xfrm>
            <a:off x="508000" y="2540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400"/>
              <a:t>Scenes: the second animation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-Modell 2">
                <a:extLst>
                  <a:ext uri="{FF2B5EF4-FFF2-40B4-BE49-F238E27FC236}">
                    <a16:creationId xmlns:a16="http://schemas.microsoft.com/office/drawing/2014/main" id="{D132E9CE-4240-BCD1-3F80-3371E59DD68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67334837"/>
                  </p:ext>
                </p:extLst>
              </p:nvPr>
            </p:nvGraphicFramePr>
            <p:xfrm>
              <a:off x="2921000" y="1016000"/>
              <a:ext cx="6350000" cy="558800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6350000" cy="5588000"/>
                    </a:xfrm>
                    <a:prstGeom prst="rect">
                      <a:avLst/>
                    </a:prstGeom>
                  </am3d:spPr>
                  <am3d:camera>
                    <am3d:pos x="0" y="0" z="7288489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57393" d="1000000"/>
                    <am3d:preTrans dx="0" dy="-2114885" dz="-291232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extLst>
                    <a:ext uri="{9A65AA19-BECB-4387-8358-8AD5134E1D82}">
                      <a3danim:embedAnim xmlns:a3danim="http://schemas.microsoft.com/office/drawing/2018/animation/model3d" animId="1">
                        <a3danim:animPr length="16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1"/>
                    </a:ext>
                  </am3d:extLst>
                  <am3d:objViewport viewportSz="709391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-Modell 2">
                <a:extLst>
                  <a:ext uri="{FF2B5EF4-FFF2-40B4-BE49-F238E27FC236}">
                    <a16:creationId xmlns:a16="http://schemas.microsoft.com/office/drawing/2014/main" id="{D132E9CE-4240-BCD1-3F80-3371E59DD68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21000" y="1016000"/>
                <a:ext cx="6350000" cy="558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7945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embedded2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Benutzerdefiniert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2026-10-10T12:53:38Z</dcterms:created>
  <dcterms:modified xsi:type="dcterms:W3CDTF">2026-10-10T12:53:38Z</dcterms:modified>
</cp:coreProperties>
</file>