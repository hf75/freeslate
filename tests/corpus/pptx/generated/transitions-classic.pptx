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F10267-3448-E07E-4616-712EA132E3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C497CDA-390A-6DC3-EC09-328BE670A5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1D1895C-C729-8622-1659-18D3C5D1E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DED56-23C9-42AB-9DE2-29F9F79F36FD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F4A0E7-DE7E-75ED-0648-454381883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8B471C9-6F84-44F8-DBF3-967BA7295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900E7-93C7-493D-9317-02D9171E5A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5354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D48212-B04C-D021-0D73-5F3492D8B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2B75CE-C333-EBD5-8D0F-2679C66F5B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EDCC3C0-E3FB-F398-F64D-20C0C7492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DED56-23C9-42AB-9DE2-29F9F79F36FD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5DD75C4-7CED-E0C2-FD8A-A2A12B736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981CF40-AF9E-250F-0488-6ABB3FA94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900E7-93C7-493D-9317-02D9171E5A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9307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0AFFA9-A325-CFC7-5A12-7D7B0E17C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7666F59-028F-DF1B-D534-D8505CE24E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8DC00F6-A360-ECEC-727C-EDA3590C7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DED56-23C9-42AB-9DE2-29F9F79F36FD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2672AC-5876-B7E2-7825-22F09E21B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42D7CEA-A537-778E-DE25-C25F1C15E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900E7-93C7-493D-9317-02D9171E5A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5360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FCB5DF-4871-561E-D883-4BD93E40F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116F37A-6948-AE93-2855-67E4AEAD72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E59BAD0-A604-70E2-B174-12CFF12A18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2E2322C-61C0-BF54-FC3B-181BBB199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DED56-23C9-42AB-9DE2-29F9F79F36FD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37AE4CB-19FF-01DC-54D1-7806A8195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C8EC275-31D9-F492-13D4-A323C6F21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900E7-93C7-493D-9317-02D9171E5A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9489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8D5A5C-A58A-0AF4-F1D3-0F9217BC8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379053C-2167-99B0-E600-68AD37FB0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3BB218B-B70A-4712-25AB-90A7EF84F8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B714C41-AB6C-1A73-2310-2D45B1038C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444DE87-6143-6C63-F43E-AFD765226C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5C49806-15F5-20DB-19E8-7341EA066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DED56-23C9-42AB-9DE2-29F9F79F36FD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B0FC06C-3AC6-2604-0180-4338DDCAB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18D8B3A-0272-CFED-50DA-1891FAE7F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900E7-93C7-493D-9317-02D9171E5A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4123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E25FC9-FEB9-4AB5-5EF8-0EA1CCF26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8CB40EF-B7BE-14F3-2EFF-422B1A3AE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DED56-23C9-42AB-9DE2-29F9F79F36FD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A1537E3-1D7C-CBA6-0854-AA1D622BF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E27A86A-489D-AE89-118C-808B05DF9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900E7-93C7-493D-9317-02D9171E5A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8632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DE54C2B-AA47-2DB0-908E-80D39BA09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DED56-23C9-42AB-9DE2-29F9F79F36FD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F376404-AD94-D10A-4DE8-2862C89F4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B769DE0-001C-54E0-2FDF-F44572C46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900E7-93C7-493D-9317-02D9171E5A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46359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F577CD-105E-5B3D-C7DB-3CB42FBDE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00134F3-F1AB-A7BC-C7CA-4F21D4C33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1E1A7BF-CEB8-3C66-FCCE-3266A8385F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C8282A7-D4E6-0C66-803D-240EE4579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DED56-23C9-42AB-9DE2-29F9F79F36FD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DC32275-E00E-C90B-8D42-7B21817B0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45F21B1-6DA0-CFCC-27E8-DCA67292F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900E7-93C7-493D-9317-02D9171E5A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1084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BC8DCD-2DA5-8B1E-8E18-FC3FE4BF4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47534B7-F603-620C-D3A6-9E5DA80202F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2F9B7A0-EEFB-A487-CA01-5637625789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DD90F8D-CB9A-5EA8-782D-EFDD0E180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DED56-23C9-42AB-9DE2-29F9F79F36FD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B41F91-823A-E221-42F6-DF9C0CC58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56D6C40-D449-4D52-83FC-36DDF3374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900E7-93C7-493D-9317-02D9171E5A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907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8A5A59-0FD0-5132-0A0E-DDB66D3DF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AA969A2-17EE-58AD-4974-2871340020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1023B3A-FB60-0063-6F75-4CFFFA453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DED56-23C9-42AB-9DE2-29F9F79F36FD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F1CBA29-E7A7-A770-90BA-BC8F5A6C5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3BC99B5-D54B-037C-DCAF-91CB5C1A5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900E7-93C7-493D-9317-02D9171E5A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74613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7BBF920-68AA-1DEA-E0F4-71F083C43E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AD9CB57-BD00-AD7B-5CF2-4F2B6EB011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82880BA-20A9-2161-611E-5A66ABB16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DED56-23C9-42AB-9DE2-29F9F79F36FD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A49C796-900C-D99D-3744-82C9B9E09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EA7C77-FE10-BE21-E15B-FBAC43BB4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900E7-93C7-493D-9317-02D9171E5A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3846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8C4C3EA-57E1-7B3F-11C1-F4C4E5CDB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F3D1B35-7BCA-0D90-227C-9AFF61C358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A5574E1-F34A-95B8-10F8-19FCA3385E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FDED56-23C9-42AB-9DE2-29F9F79F36FD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F8F886D-C2CD-3D42-2137-A35C4000A4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7208F7-B902-692A-C923-D652C2CDE0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7900E7-93C7-493D-9317-02D9171E5A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2921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B9F2C35A-754B-14A3-BCE4-59BB5EEAC5CF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Start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362E072C-7D0F-9D5B-3C56-43185F84E7E1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3683FD56-C55C-8ABA-8C7E-37AC4779C9C4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3968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2E0CFF58-7645-5E3D-712F-3F6245159120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257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8CC2BDFF-0F75-3D8A-21AE-5E35FAD271AB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8374EC91-2F21-8DC5-5385-44B4B052AE61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5972512"/>
      </p:ext>
    </p:extLst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5E904EE7-99D6-71A3-394B-3BCB9667E2D9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258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82C419CA-1E9D-7541-199F-7204C5BF244D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E70C866-533E-9BD9-0CE6-2F5EBBDD8D00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4575201"/>
      </p:ext>
    </p:extLst>
  </p:cSld>
  <p:clrMapOvr>
    <a:masterClrMapping/>
  </p:clrMapOvr>
  <p:transition spd="slow">
    <p:cut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08D80F4C-03C0-C8BC-D8D3-1192552C193C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769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B3C21993-A15E-BC64-01C6-B920F9E90F3F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657F54D-9FC2-35F4-5869-4756FA42DC7D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56439"/>
      </p:ext>
    </p:extLst>
  </p:cSld>
  <p:clrMapOvr>
    <a:masterClrMapping/>
  </p:clrMapOvr>
  <p:transition spd="slow">
    <p:blinds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6A506EDF-500B-56FF-9353-539C73FE6D73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770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79F74315-8A08-9186-08A4-AC06B4F79BFB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0438C8F5-1BAD-21DE-4D30-28B603879575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1511036"/>
      </p:ext>
    </p:extLst>
  </p:cSld>
  <p:clrMapOvr>
    <a:masterClrMapping/>
  </p:clrMapOvr>
  <p:transition spd="slow">
    <p:blinds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A25211C3-5893-B796-EBA5-FFE0B1EB9CD5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1025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2BE0911E-B30E-5775-4414-AB9AE8A01A44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0D2CD93C-5E25-911E-D3A8-BAABECA1E31C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1944204"/>
      </p:ext>
    </p:extLst>
  </p:cSld>
  <p:clrMapOvr>
    <a:masterClrMapping/>
  </p:clrMapOvr>
  <p:transition spd="slow">
    <p:check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EFF3A689-EE30-4A5E-D8DC-5AA35C33176E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1026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1B2F396F-EB6B-1370-88FA-2023B32EB3C0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5D4BE35-47EA-F76E-6461-0856FDACF9D0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6069274"/>
      </p:ext>
    </p:extLst>
  </p:cSld>
  <p:clrMapOvr>
    <a:masterClrMapping/>
  </p:clrMapOvr>
  <p:transition spd="slow">
    <p:checke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C8CE9DF4-F0CA-9964-289F-FD70020D91F9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1281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1675900A-D466-BD0D-E5CF-B75D35DB76D4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DBAA99AB-89BF-3E9D-7836-8CC90CE16E49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8370937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41C33354-EDC5-D2F7-6ECE-BDD217609086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1282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7011DB58-D584-09F4-37E9-504D2196F460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D1E33944-8273-270F-658F-AE10EE329442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7592392"/>
      </p:ext>
    </p:extLst>
  </p:cSld>
  <p:clrMapOvr>
    <a:masterClrMapping/>
  </p:clrMapOvr>
  <p:transition spd="slow">
    <p:cover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8FDE43DD-CFF0-C3D0-C1C7-10F411E7539B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1283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CBCD5EDB-DB0E-8ED3-929A-5C968901F66E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E4FF802-4BAC-D89B-B869-58FDF4F0A492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8798209"/>
      </p:ext>
    </p:extLst>
  </p:cSld>
  <p:clrMapOvr>
    <a:masterClrMapping/>
  </p:clrMapOvr>
  <p:transition spd="slow">
    <p:cover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DE322E7C-5D46-EC0A-576C-B50AF2781B78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1284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B9B3A5F6-D449-D77B-AAE0-2FFA41286D81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3E5F1A7B-0BBD-E988-27B0-7C4171ECE590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0516748"/>
      </p:ext>
    </p:extLst>
  </p:cSld>
  <p:clrMapOvr>
    <a:masterClrMapping/>
  </p:clrMapOvr>
  <p:transition spd="slow">
    <p:cover dir="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8B7806E8-1F41-FD69-FE0F-120A8C3524B2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1285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D41DF7DF-323B-924E-0467-DF9E0007D3AD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2318AB3-71E4-614E-0989-40470BCB958A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8125339"/>
      </p:ext>
    </p:extLst>
  </p:cSld>
  <p:clrMapOvr>
    <a:masterClrMapping/>
  </p:clrMapOvr>
  <p:transition spd="slow">
    <p:cover dir="l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8B966449-D7BF-01CF-4356-29054CDE6E76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1286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111BE1A3-5A13-0ED4-D5F8-2C5C35E96962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C822E175-19BC-6912-2B55-59A39ECF0C5D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0744773"/>
      </p:ext>
    </p:extLst>
  </p:cSld>
  <p:clrMapOvr>
    <a:masterClrMapping/>
  </p:clrMapOvr>
  <p:transition spd="slow">
    <p:cover dir="r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375FBB33-1FA5-5D9D-5B81-5C095C87D0F4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1287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BFF1D165-8CD0-0673-2D37-E42F25EB02E0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888974CB-8A9F-4FF5-2C52-87D5FFDB5762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0345251"/>
      </p:ext>
    </p:extLst>
  </p:cSld>
  <p:clrMapOvr>
    <a:masterClrMapping/>
  </p:clrMapOvr>
  <p:transition spd="slow">
    <p:cover dir="l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8D577ED1-7C25-72D7-9BCE-02B2CD0B72C2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1288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9FDA39E4-64D3-C1A9-3DFB-BB96F57C3B81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3D0200C0-111C-3BBB-6768-BE19D76997FF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6075504"/>
      </p:ext>
    </p:extLst>
  </p:cSld>
  <p:clrMapOvr>
    <a:masterClrMapping/>
  </p:clrMapOvr>
  <p:transition spd="slow">
    <p:cover dir="r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9DEFB939-398F-E2E1-2046-C5575B49EDC4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1537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3BCDF21B-EACF-4AF3-05EB-EC3F8D0971FA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F0B24533-1B1B-3349-FC7E-D3991F5657B2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9624325"/>
      </p:ext>
    </p:extLst>
  </p:cSld>
  <p:clrMapOvr>
    <a:masterClrMapping/>
  </p:clrMapOvr>
  <p:transition spd="slow">
    <p:dissolv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2A926319-49B5-F02E-C642-6DE89AF20727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1793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4B5BE1A0-D333-7B3D-8F51-8921A622DC6D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4FBC7E1-FAF2-C194-80A7-3EE7B8BD904A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481760"/>
      </p:ext>
    </p:extLst>
  </p:cSld>
  <p:clrMapOvr>
    <a:masterClrMapping/>
  </p:clrMapOvr>
  <p:transition spd="slow"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C3CE69E9-028E-ABDB-11FD-009A4B4597FA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2049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984342EF-C22D-C932-09E3-DF2A6FCA43D8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341E184-8FE2-B3DB-567D-196377F29C09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9179262"/>
      </p:ext>
    </p:extLst>
  </p:cSld>
  <p:clrMapOvr>
    <a:masterClrMapping/>
  </p:clrMapOvr>
  <p:transition spd="slow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9D750CDE-EC23-F676-3974-4E83F79E299E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2050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5C380E6A-3F86-48FA-600D-6F325A474A04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32EAF265-1E53-72DD-31E9-C338BC4E0E24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4668216"/>
      </p:ext>
    </p:extLst>
  </p:cSld>
  <p:clrMapOvr>
    <a:masterClrMapping/>
  </p:clrMapOvr>
  <p:transition spd="slow">
    <p:pull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CBD1EE9B-8AC9-62A4-3C7B-DFE02FF5B538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2051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DA36153C-F227-2C3A-7445-FD4E61E96480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69009D0-A334-A16F-8404-DD13A7E4DFA3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8375505"/>
      </p:ext>
    </p:extLst>
  </p:cSld>
  <p:clrMapOvr>
    <a:masterClrMapping/>
  </p:clrMapOvr>
  <p:transition spd="slow">
    <p:pull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32EE61D1-7E43-29E6-C04C-FD70636E33D4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2052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E06F6F3C-FD80-A9F1-1FDC-08616649901C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EDA699C-6EA7-A959-F357-FFF0D31C7F00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4494944"/>
      </p:ext>
    </p:extLst>
  </p:cSld>
  <p:clrMapOvr>
    <a:masterClrMapping/>
  </p:clrMapOvr>
  <p:transition spd="slow">
    <p:pull dir="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E4961F15-696B-C7CA-69DA-AD1035269D2D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2053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4BC706C5-223C-0A95-1A28-1C6FD7E22147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9B95F19-45BE-BCB0-E722-75591E778974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8446389"/>
      </p:ext>
    </p:extLst>
  </p:cSld>
  <p:clrMapOvr>
    <a:masterClrMapping/>
  </p:clrMapOvr>
  <p:transition spd="slow">
    <p:pull dir="l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2F95B69C-8CC3-2FE4-AB69-1433361BC8C2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2054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D94C991A-07F2-5C7E-AC59-855E96A0B4EA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6136E5A-3186-2E70-CB96-8F1D1F5DEE2A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4800163"/>
      </p:ext>
    </p:extLst>
  </p:cSld>
  <p:clrMapOvr>
    <a:masterClrMapping/>
  </p:clrMapOvr>
  <p:transition spd="slow">
    <p:pull dir="r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2496A5D2-7558-CC36-CD5D-7BD8AE90659A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2055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7D11CC17-1D36-3316-E281-C372BE3B279B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DA73D895-3D47-7B8E-21CA-E5B913242F16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528639"/>
      </p:ext>
    </p:extLst>
  </p:cSld>
  <p:clrMapOvr>
    <a:masterClrMapping/>
  </p:clrMapOvr>
  <p:transition spd="slow">
    <p:pull dir="l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D37F4069-EE07-485A-9DDD-88FA9B942BE8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2056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8DC0F4BF-3187-B21A-1125-869422DE3F22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BD6CE91-1537-6E2E-B16B-43E3BAC92DDD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4038246"/>
      </p:ext>
    </p:extLst>
  </p:cSld>
  <p:clrMapOvr>
    <a:masterClrMapping/>
  </p:clrMapOvr>
  <p:transition spd="slow">
    <p:pull dir="r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57E1BCC0-6F29-E084-3357-CAFFE0787DEB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2305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B0B1ADBD-9CDD-FFA0-2B1C-F842A8471153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097CF9A-D045-5B12-561F-7B4579F86F5E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6526329"/>
      </p:ext>
    </p:extLst>
  </p:cSld>
  <p:clrMapOvr>
    <a:masterClrMapping/>
  </p:clrMapOvr>
  <p:transition spd="slow">
    <p:randomBar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534EFF05-E70D-6309-272A-B512753C63EA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2306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92308747-E362-F714-669A-D7196C6C6D7F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341B2A82-FBDC-32C0-BBAC-123C0788ECBF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5430258"/>
      </p:ext>
    </p:extLst>
  </p:cSld>
  <p:clrMapOvr>
    <a:masterClrMapping/>
  </p:clrMapOvr>
  <p:transition spd="slow">
    <p:randomBar dir="vert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A7CE31C9-51D2-FC8A-CA67-934A89D26963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2565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78ECC7C6-82D5-F84C-BC1E-59B93166688F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5B3ECC8-24FA-CEB5-27F9-18E7B4336A2B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059775"/>
      </p:ext>
    </p:extLst>
  </p:cSld>
  <p:clrMapOvr>
    <a:masterClrMapping/>
  </p:clrMapOvr>
  <p:transition spd="slow">
    <p:strips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33C35FBB-D7DE-CF02-4210-67B645BD46FF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2566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56959D07-2C16-03F8-93A6-33D3AED464A2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4FD652F-FF24-21F2-D1FF-04BDF3780F7B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9634746"/>
      </p:ext>
    </p:extLst>
  </p:cSld>
  <p:clrMapOvr>
    <a:masterClrMapping/>
  </p:clrMapOvr>
  <p:transition spd="slow">
    <p:strips dir="r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46EE02C2-DCD9-F2D8-A175-B8475FF68691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2567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60649EC4-0B60-0D31-6431-0FE1A8C27056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435864E-7E93-DCC1-8204-6CB92E494C3A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085126"/>
      </p:ext>
    </p:extLst>
  </p:cSld>
  <p:clrMapOvr>
    <a:masterClrMapping/>
  </p:clrMapOvr>
  <p:transition spd="slow">
    <p:strips dir="ld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A57E94F8-A2B7-BD4E-8A8B-FAD42D5D4902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2568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DCCE4D57-869C-77F0-F64A-DD63A1A1EF37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AEBD6048-EE2C-31D6-D5B5-51670ED7B0B9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9855282"/>
      </p:ext>
    </p:extLst>
  </p:cSld>
  <p:clrMapOvr>
    <a:masterClrMapping/>
  </p:clrMapOvr>
  <p:transition spd="slow">
    <p:strips dir="rd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C047215D-C9D0-8AB9-A463-055CCE4428E9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2817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B5226FBB-1DEB-E0B9-D178-EECB4D9108EA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92815C74-28C3-D97F-E47A-1A5CEE39A4DC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9905704"/>
      </p:ext>
    </p:extLst>
  </p:cSld>
  <p:clrMapOvr>
    <a:masterClrMapping/>
  </p:clrMapOvr>
  <p:transition spd="slow">
    <p:wip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08B04AA7-D3D8-D319-231E-7B3FD1159C7C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2818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373A6164-8699-7AD2-04ED-8E599CA716DF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C937890-95A0-1FA1-CFC4-FB7DBAAC9A36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0229631"/>
      </p:ext>
    </p:extLst>
  </p:cSld>
  <p:clrMapOvr>
    <a:masterClrMapping/>
  </p:clrMapOvr>
  <p:transition spd="slow">
    <p:wipe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4C8B2AB4-20B1-42DE-D80E-244A60751752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2819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7EE59B4B-09A3-5DB8-984C-9CE447AC34F7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378239FD-40AF-0927-31CB-AED6A364CF5B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2083904"/>
      </p:ext>
    </p:extLst>
  </p:cSld>
  <p:clrMapOvr>
    <a:masterClrMapping/>
  </p:clrMapOvr>
  <p:transition spd="slow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5398CEC2-D41A-A9EE-9AAB-7D98EC8DBCB6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2820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75739C58-167D-3EE6-EBF6-BFF7D616BD39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C31D8DE-6EC8-6CF3-70DD-48C8FA439B97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8079776"/>
      </p:ext>
    </p:extLst>
  </p:cSld>
  <p:clrMapOvr>
    <a:masterClrMapping/>
  </p:clrMapOvr>
  <p:transition spd="slow">
    <p:wipe dir="d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6BBE4A34-20B9-9F26-02E7-F4E596320618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3073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29C7D057-C297-71E4-5DF9-FEE18552ED92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BCB123E-A9B7-1B1F-BADE-90F53CFFA120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6756866"/>
      </p:ext>
    </p:extLst>
  </p:cSld>
  <p:clrMapOvr>
    <a:masterClrMapping/>
  </p:clrMapOvr>
  <p:transition spd="slow">
    <p:zo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8A75B524-776C-E887-6FAC-A5149AC018C8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3074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8D0F16A4-C6DD-84B9-80CB-C3E93BF32101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1F22F0F-E641-F5AA-00AA-2DE27A0D4BD9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0178451"/>
      </p:ext>
    </p:extLst>
  </p:cSld>
  <p:clrMapOvr>
    <a:masterClrMapping/>
  </p:clrMapOvr>
  <p:transition spd="slow">
    <p:zoom dir="in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DBF6270C-8243-BAD0-9212-89EC7C0AD417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3585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87A42B01-2D61-25AB-75F3-7D3EE93DF909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47AFA12-D3BE-50F3-A807-825271572035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0277709"/>
      </p:ext>
    </p:extLst>
  </p:cSld>
  <p:clrMapOvr>
    <a:masterClrMapping/>
  </p:clrMapOvr>
  <p:transition spd="slow">
    <p:spli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7E16A828-1A10-5ACB-9495-4ADBE8C0EE91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3586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EAEDC4D1-A9D7-30D2-7015-A89D08BA62DF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A7147B98-88A6-1A13-1952-5BB51C0C7572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7328202"/>
      </p:ext>
    </p:extLst>
  </p:cSld>
  <p:clrMapOvr>
    <a:masterClrMapping/>
  </p:clrMapOvr>
  <p:transition spd="slow">
    <p:split dir="in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EEC76E8A-BCB2-C07E-ACA3-120FB9423DCB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3587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9AF5C2CC-94CE-11A2-EE93-561E2E5BFE60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C02B9BE5-8D38-5DBE-309C-7897B9F72114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7156499"/>
      </p:ext>
    </p:extLst>
  </p:cSld>
  <p:clrMapOvr>
    <a:masterClrMapping/>
  </p:clrMapOvr>
  <p:transition spd="slow">
    <p:split orient="vert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FAAB6047-9063-DFE6-6856-6B1B6AE865F1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3588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A3307C8A-9083-58A9-1195-EEFF8BEF238F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7A5A1D0-912F-53FD-26C9-E0A10AD1A3B5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2891857"/>
      </p:ext>
    </p:extLst>
  </p:cSld>
  <p:clrMapOvr>
    <a:masterClrMapping/>
  </p:clrMapOvr>
  <p:transition spd="slow">
    <p:split orient="vert" dir="in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DB18DADD-A047-E5AC-7937-ED63885A40D2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3845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D88DABBB-2CFC-F56E-0A35-4FCA5960206F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3709DB44-D6A5-E1BE-FAEA-F8263B216EB4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05866505"/>
      </p:ext>
    </p:extLst>
  </p:cSld>
  <p:clrMapOvr>
    <a:masterClrMapping/>
  </p:clrMapOvr>
  <p:transition spd="slow">
    <p:circl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B31C777A-2DE2-4FFB-5EE2-C137938A490E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3846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5D41E7B2-E004-B9DC-0505-0DF468B0989F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AA1C57FD-C0AE-C906-7D55-9CE949FB2F7F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834417"/>
      </p:ext>
    </p:extLst>
  </p:cSld>
  <p:clrMapOvr>
    <a:masterClrMapping/>
  </p:clrMapOvr>
  <p:transition spd="slow">
    <p:diamond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4B46ACE5-CACF-58A7-586A-45886D35A415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3847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6488C33C-3520-3CB4-37AE-65FC381794EF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828DF7D-7F08-3E87-8447-3D737E50E367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0487169"/>
      </p:ext>
    </p:extLst>
  </p:cSld>
  <p:clrMapOvr>
    <a:masterClrMapping/>
  </p:clrMapOvr>
  <p:transition spd="slow">
    <p:comb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2EDB102A-4931-B6C9-D7EE-8E36DFB5D30D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3848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04074DB2-7CC0-AA2D-E1B4-E66CFB96C174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D6A921FE-47B6-7B3E-483D-612B34D86134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0961280"/>
      </p:ext>
    </p:extLst>
  </p:cSld>
  <p:clrMapOvr>
    <a:masterClrMapping/>
  </p:clrMapOvr>
  <p:transition spd="slow">
    <p:comb dir="vert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D40CC382-FBE9-E36B-6254-4D2FFC89AC78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3849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4E04D7FF-D70C-8EF9-D9CD-880AF0B33501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70ACA47-5CCD-6D1F-832C-1CAFA6D15F79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4774334"/>
      </p:ext>
    </p:extLst>
  </p:cSld>
  <p:clrMapOvr>
    <a:masterClrMapping/>
  </p:clrMapOvr>
  <p:transition spd="slow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DDD6CA8D-C869-B7DF-03B2-B2732311F3BE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3850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A4509530-73D3-3A2E-1C18-901767C2CCA2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C418CCA7-E600-C54A-019B-2CB1EB4DEE6C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561422"/>
      </p:ext>
    </p:extLst>
  </p:cSld>
  <p:clrMapOvr>
    <a:masterClrMapping/>
  </p:clrMapOvr>
  <p:transition spd="slow">
    <p:newsflash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B70ECA6B-41BA-F403-0CE6-AFF93446917B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3851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9C409765-53B7-7171-65B0-6DE5E6D88EFC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379EBC4-170C-DF09-669C-F8172E15AC79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4781990"/>
      </p:ext>
    </p:extLst>
  </p:cSld>
  <p:clrMapOvr>
    <a:masterClrMapping/>
  </p:clrMapOvr>
  <p:transition spd="slow">
    <p:plus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55AAC585-10AC-930C-76BA-6565CA752451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3852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2ED1D838-1A4F-1F60-7471-D7BFC31507D1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AA174B73-73B7-5CD7-09A0-647A4A86BBEA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9478535"/>
      </p:ext>
    </p:extLst>
  </p:cSld>
  <p:clrMapOvr>
    <a:masterClrMapping/>
  </p:clrMapOvr>
  <p:transition spd="slow">
    <p:push dir="d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371C1807-C221-AE3E-AAE8-D2C7884989A8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3853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07E08913-833C-1054-029A-D45341ABC383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88DA74A2-3C88-2CF2-CC69-99C7E86777DF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9900936"/>
      </p:ext>
    </p:extLst>
  </p:cSld>
  <p:clrMapOvr>
    <a:masterClrMapping/>
  </p:clrMapOvr>
  <p:transition spd="slow">
    <p:push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FBFAEA33-A420-AD24-C396-691782548AB2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3854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A5463D11-B045-D6C6-5D70-1E380CCF22EF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06B2BA5-11B0-D51B-4C38-B90FBD51CC52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3323740"/>
      </p:ext>
    </p:extLst>
  </p:cSld>
  <p:clrMapOvr>
    <a:masterClrMapping/>
  </p:clrMapOvr>
  <p:transition spd="slow">
    <p:push dir="r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EE80F606-2080-4281-C9B5-F2D3688C4034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3855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151EFE19-0B06-2698-59D3-C6D247CB803F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98BD9B8F-161F-1A7D-CBB9-E30F69CB3734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0933201"/>
      </p:ext>
    </p:extLst>
  </p:cSld>
  <p:clrMapOvr>
    <a:masterClrMapping/>
  </p:clrMapOvr>
  <p:transition spd="slow">
    <p:push dir="u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93FD9617-5D51-22FA-CFE0-7908A17F06FF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3856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1E574424-8DC8-0FA7-5D5F-3B6E32C00945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23A55D2-18CF-B22B-8016-9A4E0F71AAE4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1279811"/>
      </p:ext>
    </p:extLst>
  </p:cSld>
  <p:clrMapOvr>
    <a:masterClrMapping/>
  </p:clrMapOvr>
  <p:transition spd="slow">
    <p:wedg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D646E444-3376-CFA4-AAC4-D83782D899A4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3857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D1372CA4-BEC5-5C91-3B59-F9162F0499EA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0614CD8F-4E33-37A2-57F3-65871594029F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3783949"/>
      </p:ext>
    </p:extLst>
  </p:cSld>
  <p:clrMapOvr>
    <a:masterClrMapping/>
  </p:clrMapOvr>
  <p:transition spd="slow">
    <p:wheel spokes="1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DEA5B7DD-C196-FA92-AB31-0EF904CC7726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3858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EEA232BD-367B-88AF-7CCC-9C9D234A8850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DAA33D0A-777D-BA50-9EF4-288AC518A6C6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7159173"/>
      </p:ext>
    </p:extLst>
  </p:cSld>
  <p:clrMapOvr>
    <a:masterClrMapping/>
  </p:clrMapOvr>
  <p:transition spd="slow">
    <p:wheel spokes="2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FD4D3440-76E2-DB87-7849-640110E19F75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3859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17B6B878-FAFE-8A5C-D99C-4FF4D6C780CF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DF1EDE0E-D004-C44B-BCD7-B796B87F2549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9601635"/>
      </p:ext>
    </p:extLst>
  </p:cSld>
  <p:clrMapOvr>
    <a:masterClrMapping/>
  </p:clrMapOvr>
  <p:transition spd="slow">
    <p:wheel spokes="3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E0B44638-8B1E-2E20-5477-75425AEA8D23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Transition 3860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8205A73C-AFCC-A106-23C7-43D5C0D167CA}"/>
              </a:ext>
            </a:extLst>
          </p:cNvPr>
          <p:cNvSpPr/>
          <p:nvPr/>
        </p:nvSpPr>
        <p:spPr>
          <a:xfrm>
            <a:off x="8128000" y="1905000"/>
            <a:ext cx="3302000" cy="3302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980C23E-06B8-5720-A5D2-E7B4C171528C}"/>
              </a:ext>
            </a:extLst>
          </p:cNvPr>
          <p:cNvSpPr/>
          <p:nvPr/>
        </p:nvSpPr>
        <p:spPr>
          <a:xfrm>
            <a:off x="762000" y="4191000"/>
            <a:ext cx="5080000" cy="1905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4948504"/>
      </p:ext>
    </p:extLst>
  </p:cSld>
  <p:clrMapOvr>
    <a:masterClrMapping/>
  </p:clrMapOvr>
  <p:transition spd="slow">
    <p:wheel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6FAB26BA-BA3F-5F74-ECF6-B376FC65598C}"/>
              </a:ext>
            </a:extLst>
          </p:cNvPr>
          <p:cNvSpPr txBox="1"/>
          <p:nvPr/>
        </p:nvSpPr>
        <p:spPr>
          <a:xfrm>
            <a:off x="508000" y="381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4000">
                <a:solidFill>
                  <a:srgbClr val="843C0C"/>
                </a:solidFill>
              </a:rPr>
              <a:t>Transition 3861</a:t>
            </a:r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86F37184-9545-0F6B-AE52-E1E03BC3D456}"/>
              </a:ext>
            </a:extLst>
          </p:cNvPr>
          <p:cNvSpPr/>
          <p:nvPr/>
        </p:nvSpPr>
        <p:spPr>
          <a:xfrm>
            <a:off x="762000" y="1778000"/>
            <a:ext cx="3810000" cy="330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08D3435C-69B2-2A73-6B05-6CBD1E9F1D2E}"/>
              </a:ext>
            </a:extLst>
          </p:cNvPr>
          <p:cNvSpPr/>
          <p:nvPr/>
        </p:nvSpPr>
        <p:spPr>
          <a:xfrm>
            <a:off x="7112000" y="3810000"/>
            <a:ext cx="4572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2502786"/>
      </p:ext>
    </p:extLst>
  </p:cSld>
  <p:clrMapOvr>
    <a:masterClrMapping/>
  </p:clrMapOvr>
  <p:transition spd="slow">
    <p:wheel spokes="8"/>
  </p:transition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</Words>
  <Application>Microsoft Office PowerPoint</Application>
  <PresentationFormat>Benutzerdefiniert</PresentationFormat>
  <Paragraphs>58</Paragraphs>
  <Slides>58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58</vt:i4>
      </vt:variant>
    </vt:vector>
  </HeadingPairs>
  <TitlesOfParts>
    <vt:vector size="62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Fidelity generator</dc:creator>
  <cp:lastModifiedBy>Fidelity generator</cp:lastModifiedBy>
  <cp:revision>1</cp:revision>
  <dcterms:created xsi:type="dcterms:W3CDTF">2026-10-09T05:53:28Z</dcterms:created>
  <dcterms:modified xsi:type="dcterms:W3CDTF">2026-10-09T05:53:29Z</dcterms:modified>
</cp:coreProperties>
</file>