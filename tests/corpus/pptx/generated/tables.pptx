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0879BF-57E2-230D-98E0-1666B7087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468F93-7AB8-4BAB-3723-85A02315C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43919C-51D0-6839-59D1-6F437087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37F966-BD27-A448-2D91-F830E7E3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0EB45-CD1C-655B-004E-08955C98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42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D1052-8884-F508-7021-251DDD62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53EB8B-3CC1-58AF-A3FF-A26C294CA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E26C7A-C001-85E7-8E1A-EE829372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A60683-AF1D-5E71-F05E-5C7253C6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A9D504-8C27-8CCC-AAC2-08130F26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701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CE9342-D737-72CB-EE6B-F2B7EA3A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324744-FEF6-A62F-8B8D-0F50DF691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305425-8CD0-561B-4611-2BA5C6C49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0E1082-6FC1-EEE5-7CEA-4F8BDBB3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791316-DF5D-5DCC-0302-7DBB3A02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71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71B35-AF73-620E-FDB4-EC33C6DA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1E395F-27C7-7D24-F87D-37ABFFB68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2DFCDF-F5E4-4ADC-7664-9BB3ED900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50B8CA-3220-18FA-0679-A60CC777D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B1C70A-0527-C60B-2EDF-1A6F0D73F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FF8C01-D8AE-7C1D-7648-56EC49BFC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5023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FC7A44-7463-7D04-38EA-4991745E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A47775-B16F-1F80-DA18-05AB1FA2F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30E3EDF-8097-4235-8976-E9426AF76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D70609E-760D-6DE4-1DDE-6D00359C7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2929E0A-2A7A-9A8F-76C3-222ED5319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BE464F7-0DAE-03E2-F83A-95E7B19D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84A6B35-FE68-03C3-544B-D3BA2D318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3DD9FB-10D4-833B-558A-E74341DB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005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391ECD-1F06-C58E-62C8-4E32C907D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6FD152-4900-184D-CE81-90DECCED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56565F-B7D8-D8C1-A08F-349724CDC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6B75A4-31EA-880B-1EDF-AEAD9C2A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30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21778E6-2DBF-6471-29A2-F5624DF8C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3D7FE91-5630-2249-6A8C-C7EF305A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6F8B07-6D89-B248-3DE4-7D83D5807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05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D8B9E-B29D-67E9-2579-34643B11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FFD136-9624-4B23-ECF0-051D5E4E1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C62741-FB90-2EB9-2EBB-E7375C90E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E24507-EB1B-E465-A24B-FBD30B1F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B04A97-D159-C581-2CA9-1A17DAE6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7BAE60-4CA5-8367-1210-FFB9EDAE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514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EC0A6-522A-B636-039B-F854F7BC4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1086BAB-4D9B-DA14-CB7D-2A85A363F1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262C05-6955-C741-C2EB-5A9984CC6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7C114-8164-6D7D-6A53-EA69A9BB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2C52C6-CBBF-CEB5-67EE-CCF1C48CC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DD14BE-2137-FC2D-A8FB-AFA037E2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72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F952CD-9C38-2217-0332-1AFE77777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AD06C6-8AD7-44D6-2EC1-D15F3AEF4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DB9B44-58F1-1A7E-1EC9-C0154490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A7F5FE-9B53-C0AE-EB1A-CBFEAE51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05AB34-6A12-1822-CB66-A37DF90A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05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654FC0E-1EE5-3349-FCB5-EFA15B7AE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EB290E1-63A2-A6A5-BD2B-833FC4A17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B91F46-F1A1-F114-EBD5-C0D2574B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99A805-6E7B-13BF-8320-4764056D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F7580A-9372-3F85-332D-78466AF34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51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7C9E83-A54D-CC07-7F2C-DED107DD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12BF4A-986C-C637-74D0-A9F977CBC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DCE41E-5372-F7F1-B433-61902FEDF8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DA3C3-51DF-4EE9-86A1-34325403423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B5A3EB-960A-9B3D-815C-AE350B796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55C9D6-3D14-A08F-1DC3-DDA4A47E6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0D18B-266E-488B-AD8F-5C6559F88A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105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C3CCE5B2-D6E5-BE2E-2903-F457B5ED7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429834"/>
              </p:ext>
            </p:extLst>
          </p:nvPr>
        </p:nvGraphicFramePr>
        <p:xfrm>
          <a:off x="381000" y="381000"/>
          <a:ext cx="5461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2891003596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63934254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993690114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Medium 2 Accent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28099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10687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50283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050906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874D6DF3-0360-99C5-EABA-6EA7D3400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570613"/>
              </p:ext>
            </p:extLst>
          </p:nvPr>
        </p:nvGraphicFramePr>
        <p:xfrm>
          <a:off x="6223000" y="381000"/>
          <a:ext cx="5461000" cy="2540000"/>
        </p:xfrm>
        <a:graphic>
          <a:graphicData uri="http://schemas.openxmlformats.org/drawingml/2006/table">
            <a:tbl>
              <a:tblPr firstRow="1" lastRow="1" bandRow="1">
                <a:tableStyleId>{3B4B98B0-60AC-42C2-AFA5-B58CD77FA1E5}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2425920554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81172817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54201479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Light 1 Accent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33751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60529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7062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772526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EDF5A23-8952-2266-CD95-583B91C2C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499940"/>
              </p:ext>
            </p:extLst>
          </p:nvPr>
        </p:nvGraphicFramePr>
        <p:xfrm>
          <a:off x="381000" y="3556000"/>
          <a:ext cx="5461000" cy="2540000"/>
        </p:xfrm>
        <a:graphic>
          <a:graphicData uri="http://schemas.openxmlformats.org/drawingml/2006/table">
            <a:tbl>
              <a:tblPr firstRow="1" firstCol="1" bandCol="1">
                <a:tableStyleId>{E8034E78-7F5D-4C2E-B375-FC64B27BC917}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4091855188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597995934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339141265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Dark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87097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19887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08496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383465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2AF2E37-9608-DF6D-A13B-A4FA65C81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578188"/>
              </p:ext>
            </p:extLst>
          </p:nvPr>
        </p:nvGraphicFramePr>
        <p:xfrm>
          <a:off x="6223000" y="3556000"/>
          <a:ext cx="5461000" cy="2540000"/>
        </p:xfrm>
        <a:graphic>
          <a:graphicData uri="http://schemas.openxmlformats.org/drawingml/2006/table">
            <a:tbl>
              <a:tblPr firstRow="1" firstCol="1" lastRow="1" lastCol="1" bandRow="1">
                <a:tableStyleId>{3C2FFA5D-87B4-456A-9821-1D502468CF0F}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2466653158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013858495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411525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Themed 1 Accent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1013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27121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52605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67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26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09EC3DC2-7C14-F443-B918-B7288B7B5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311556"/>
              </p:ext>
            </p:extLst>
          </p:nvPr>
        </p:nvGraphicFramePr>
        <p:xfrm>
          <a:off x="381000" y="381000"/>
          <a:ext cx="5461000" cy="2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665779275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963532456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56661832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Medium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04809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65450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316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751203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24435FDC-4C76-84BE-57FD-6C99C5E50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596066"/>
              </p:ext>
            </p:extLst>
          </p:nvPr>
        </p:nvGraphicFramePr>
        <p:xfrm>
          <a:off x="6223000" y="381000"/>
          <a:ext cx="5461000" cy="2540000"/>
        </p:xfrm>
        <a:graphic>
          <a:graphicData uri="http://schemas.openxmlformats.org/drawingml/2006/table">
            <a:tbl>
              <a:tblPr firstRow="1" lastRow="1" bandCol="1">
                <a:tableStyleId>{D7AC3CCA-C797-4891-BE02-D94E43425B78}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2370831160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000015714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769095346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Medium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634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84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53494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902545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3F7E7F61-818F-52D0-7445-EF4F0E311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291164"/>
              </p:ext>
            </p:extLst>
          </p:nvPr>
        </p:nvGraphicFramePr>
        <p:xfrm>
          <a:off x="381000" y="3556000"/>
          <a:ext cx="5461000" cy="254000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4153718091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764804452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417737575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Light 2 Accent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14932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12412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74605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92057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87B22E2-6FCC-D3BA-92D9-706F6A1A3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443845"/>
              </p:ext>
            </p:extLst>
          </p:nvPr>
        </p:nvGraphicFramePr>
        <p:xfrm>
          <a:off x="6223000" y="3556000"/>
          <a:ext cx="5461000" cy="2540000"/>
        </p:xfrm>
        <a:graphic>
          <a:graphicData uri="http://schemas.openxmlformats.org/drawingml/2006/table">
            <a:tbl>
              <a:tblPr firstRow="1" firstCol="1" lastRow="1" lastCol="1" bandRow="1">
                <a:tableStyleId>{BC89EF96-8CEA-46FF-86C4-4CE0E7609802}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1996026123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1062233843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19280952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Light 3 Accent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34660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3392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2432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123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495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6738C736-158E-04EB-5D3D-EA4F40708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841045"/>
              </p:ext>
            </p:extLst>
          </p:nvPr>
        </p:nvGraphicFramePr>
        <p:xfrm>
          <a:off x="381000" y="381000"/>
          <a:ext cx="5461000" cy="2540000"/>
        </p:xfrm>
        <a:graphic>
          <a:graphicData uri="http://schemas.openxmlformats.org/drawingml/2006/table">
            <a:tbl>
              <a:tblPr firstRow="1" bandCol="1">
                <a:tableStyleId>{5940675A-B579-460E-94D1-54222C63F5DA}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4049660909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514629642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355632316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Table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77334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55918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99872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08725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B2406724-501D-9B0E-190D-756ADF439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781965"/>
              </p:ext>
            </p:extLst>
          </p:nvPr>
        </p:nvGraphicFramePr>
        <p:xfrm>
          <a:off x="6223000" y="381000"/>
          <a:ext cx="5461000" cy="2540000"/>
        </p:xfrm>
        <a:graphic>
          <a:graphicData uri="http://schemas.openxmlformats.org/drawingml/2006/table">
            <a:tbl>
              <a:tblPr firstRow="1" lastRow="1" bandRow="1">
                <a:tableStyleId>{F5AB1C69-6EDB-4FF4-983F-18BD219EF322}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3970052804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96364081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185889375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Medium 2 Accent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452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30908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84793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349139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3E424BF3-AF7F-DD5D-1E46-C2529926E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291509"/>
              </p:ext>
            </p:extLst>
          </p:nvPr>
        </p:nvGraphicFramePr>
        <p:xfrm>
          <a:off x="381000" y="3556000"/>
          <a:ext cx="5461000" cy="2540000"/>
        </p:xfrm>
        <a:graphic>
          <a:graphicData uri="http://schemas.openxmlformats.org/drawingml/2006/table">
            <a:tbl>
              <a:tblPr firstRow="1" firstCol="1" bandRow="1">
                <a:tableStyleId>{D113A9D2-9D6B-4929-AA2D-F23B5EE8CBE7}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4000404095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1868611453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313620974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Themed 2 Accent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333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91453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48698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809440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1C6B765D-2E18-4623-F5A6-A93625745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440763"/>
              </p:ext>
            </p:extLst>
          </p:nvPr>
        </p:nvGraphicFramePr>
        <p:xfrm>
          <a:off x="6223000" y="3556000"/>
          <a:ext cx="5461000" cy="2540000"/>
        </p:xfrm>
        <a:graphic>
          <a:graphicData uri="http://schemas.openxmlformats.org/drawingml/2006/table">
            <a:tbl>
              <a:tblPr firstRow="1" firstCol="1" lastRow="1" lastCol="1" bandCol="1">
                <a:tableStyleId>{6E25E649-3F16-4E02-A733-19D2CDBF48F0}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3387547613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1357135471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1899123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Medium 3 Accent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71622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50607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3312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325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16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C7CA6566-92BE-F875-5D0E-396B1F29C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716885"/>
              </p:ext>
            </p:extLst>
          </p:nvPr>
        </p:nvGraphicFramePr>
        <p:xfrm>
          <a:off x="381000" y="381000"/>
          <a:ext cx="660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48187715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56736037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12977509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21946828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de-DE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1.2</a:t>
                      </a:r>
                    </a:p>
                  </a:txBody>
                  <a:tcPr>
                    <a:lnT w="50800" cmpd="sng">
                      <a:solidFill>
                        <a:srgbClr val="C80000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1.3</a:t>
                      </a:r>
                    </a:p>
                  </a:txBody>
                  <a:tcPr>
                    <a:lnB w="25400" cmpd="sng">
                      <a:solidFill>
                        <a:srgbClr val="0078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178445"/>
                  </a:ext>
                </a:extLst>
              </a:tr>
              <a:tr h="762000">
                <a:tc gridSpan="3">
                  <a:txBody>
                    <a:bodyPr/>
                    <a:lstStyle/>
                    <a:p>
                      <a:r>
                        <a:rPr lang="de-DE"/>
                        <a:t>2.1</a:t>
                      </a:r>
                    </a:p>
                    <a:p>
                      <a:r>
                        <a:rPr lang="de-DE"/>
                        <a:t>2.2</a:t>
                      </a:r>
                    </a:p>
                    <a:p>
                      <a:r>
                        <a:rPr lang="de-DE"/>
                        <a:t>2.3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489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de-DE"/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3.3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de-DE"/>
                        <a:t>3.4</a:t>
                      </a:r>
                    </a:p>
                    <a:p>
                      <a:r>
                        <a:rPr lang="de-DE"/>
                        <a:t>4.4</a:t>
                      </a:r>
                    </a:p>
                    <a:p>
                      <a:r>
                        <a:rPr lang="de-DE"/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675061"/>
                  </a:ext>
                </a:extLst>
              </a:tr>
              <a:tr h="762000">
                <a:tc rowSpan="2" gridSpan="2">
                  <a:txBody>
                    <a:bodyPr/>
                    <a:lstStyle/>
                    <a:p>
                      <a:r>
                        <a:rPr lang="de-DE"/>
                        <a:t>4.1</a:t>
                      </a:r>
                    </a:p>
                    <a:p>
                      <a:r>
                        <a:rPr lang="de-DE"/>
                        <a:t>4.2</a:t>
                      </a:r>
                    </a:p>
                    <a:p>
                      <a:r>
                        <a:rPr lang="de-DE"/>
                        <a:t>5.1</a:t>
                      </a:r>
                    </a:p>
                    <a:p>
                      <a:r>
                        <a:rPr lang="de-DE"/>
                        <a:t>5.2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4.3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22067"/>
                  </a:ext>
                </a:extLst>
              </a:tr>
              <a:tr h="76200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5.3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525487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2DF8BB84-3544-95D4-1B25-B8FBBF1AA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214216"/>
              </p:ext>
            </p:extLst>
          </p:nvPr>
        </p:nvGraphicFramePr>
        <p:xfrm>
          <a:off x="7366000" y="381000"/>
          <a:ext cx="4445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667">
                  <a:extLst>
                    <a:ext uri="{9D8B030D-6E8A-4147-A177-3AD203B41FA5}">
                      <a16:colId xmlns:a16="http://schemas.microsoft.com/office/drawing/2014/main" val="3853644869"/>
                    </a:ext>
                  </a:extLst>
                </a:gridCol>
                <a:gridCol w="1481667">
                  <a:extLst>
                    <a:ext uri="{9D8B030D-6E8A-4147-A177-3AD203B41FA5}">
                      <a16:colId xmlns:a16="http://schemas.microsoft.com/office/drawing/2014/main" val="3076364414"/>
                    </a:ext>
                  </a:extLst>
                </a:gridCol>
                <a:gridCol w="1481667">
                  <a:extLst>
                    <a:ext uri="{9D8B030D-6E8A-4147-A177-3AD203B41FA5}">
                      <a16:colId xmlns:a16="http://schemas.microsoft.com/office/drawing/2014/main" val="375861039"/>
                    </a:ext>
                  </a:extLst>
                </a:gridCol>
              </a:tblGrid>
              <a:tr h="1270000">
                <a:tc>
                  <a:txBody>
                    <a:bodyPr/>
                    <a:lstStyle/>
                    <a:p>
                      <a:r>
                        <a:rPr lang="de-DE"/>
                        <a:t>Cell 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Cell 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Cell 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347014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r>
                        <a:rPr lang="de-DE"/>
                        <a:t>Cell 2.1</a:t>
                      </a:r>
                    </a:p>
                  </a:txBody>
                  <a:tcPr marL="254000" marT="190500"/>
                </a:tc>
                <a:tc>
                  <a:txBody>
                    <a:bodyPr/>
                    <a:lstStyle/>
                    <a:p>
                      <a:r>
                        <a:rPr lang="de-DE"/>
                        <a:t>Cell 2.2</a:t>
                      </a:r>
                    </a:p>
                  </a:txBody>
                  <a:tcPr anchor="ctr">
                    <a:solidFill>
                      <a:srgbClr val="FFE6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Cell 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29309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r>
                        <a:rPr lang="de-DE"/>
                        <a:t>Cell 3.1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/>
                        <a:t>Cell 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Cell 3.3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677625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327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Benutzerdefiniert</PresentationFormat>
  <Paragraphs>173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2026-10-08T13:23:01Z</dcterms:created>
  <dcterms:modified xsi:type="dcterms:W3CDTF">2026-10-08T13:23:02Z</dcterms:modified>
</cp:coreProperties>
</file>