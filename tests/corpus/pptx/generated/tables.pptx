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57B38F-EE50-A01F-5FD9-C494B404A1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BFFF0FA-3794-3A29-6A41-00E7F2BEE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55792A-E9EB-CA1B-2C30-4EACB0980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3B00AF-E091-B145-63D5-288A189D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A9D4E-5D1D-254C-85F7-B97720A0D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794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88387-008A-FE99-53E0-C6419071F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478148-2859-B7F3-F743-FBB955632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715469-1A29-36FA-60D9-00B3205DE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60FED4-3CED-7F6A-F7F9-D00856EBC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61DA59-CE2A-DFC9-05A1-73C04273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606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BFD96F-9D04-56EE-0F3F-44FA2AA2F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F1C5DA-0741-3F9F-E54D-D70B77C84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04EEB7-2409-2628-24BB-A339D7F89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4B6C75-162C-A75B-D9DB-9EDF4AD4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BC0283-4169-582C-ECD8-61A6ABBD9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2042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C72B5-9BD0-834B-C53B-8AD3E4386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60DF1D-930F-2AE2-D407-88513979B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9223ECD-E3D1-50E0-67CE-EE2E6386F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8CBDAD4-E765-8E95-A1B8-44A04D4F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D66A80C-78DD-C828-EF66-AFDE96DC7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29C464E-CE0D-33F7-82DD-605CA1870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734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C53A37-6671-D984-E45E-47616FD95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1510203-FE24-5DDB-F9C6-23B49D066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E4D5F1B-9563-2129-6E93-71D1FB388D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9E943C2-ADC5-4FBA-1B19-B3BE636553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E0AE93-1407-5907-FD84-A6A4FF0D56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A858D30-E1B3-2B5C-3772-28351B4CE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0847A26-CCCE-C684-FD76-479D63FB7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A1401A9-2364-00D0-3AE9-D4CB99A11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169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0D726-3112-DBD9-496A-219776764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FA3AEF2-F702-803A-3116-C57804857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8F70AFA-B58F-6FFD-007B-BD4D4EBB3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1326AF-D988-0586-1BCD-A2CB51434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123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BF0B750-5608-972F-D261-EB7E70BA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07882F3-BB38-B51E-F688-60EB663BC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A80769-8CBF-FDC3-6140-51F6979A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2219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F1314-4023-5CD5-1614-B7C91309A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00E1A9-D836-9C8A-2DDA-82BC19388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359544-2D0D-1097-8B5F-94071C2FAF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0BC532-2F99-A23A-23F7-C3D1BB13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FB1B37E-62B6-08E8-735E-BD39190D8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2D256-CD82-919B-AA7A-B56582B11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4209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41D88A-3D0F-F5FF-27E5-A9C6E312B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DB38CA0-A6C3-1B65-188D-6D62AD880BD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13E905C-223E-00E1-82F3-CD3EB3D52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98E62E-34CF-DE94-336F-15E35B0A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EE473-453F-C9F5-A86A-E9C88346A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3E7860-E52D-5872-C96C-0A8A63BD8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3098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745A8-73B3-8E2C-A898-69BC80442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E38756F-0FF3-ECBA-B397-30D15089D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F08F76-99F4-E727-F965-F9894C8A2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6B6C33-834A-23F7-6EFC-FF520F4C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63ACA4-41DD-60B2-7F8A-4F461950E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8045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0142DEE-F8FE-E7FF-F890-25DACD409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06FB0F-8ADB-70CC-A7F9-4C9EA342B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1566EC-E815-A54E-B7A4-64AED6F32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5ACDF9-F07D-803C-077B-40486D5BE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633D2-0039-82FC-947C-C5BF7935B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776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79F1479-D317-D974-2F50-3E1EED1E4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F33F74-EE18-17DB-8A3C-7C9354BB6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61741F-0D2D-AB7E-4BDC-E62CDDE46A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8CD8EF-D6A2-48A4-B300-6579972A128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5FC8FA-B5A4-8132-5224-A8D40AC228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210A2A-B940-55EF-42F6-1C6B34613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7A06F6-DCB2-44F2-9195-0F2ECB91F40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2050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03EF30-E854-10EB-4EEC-64B9AAFF8A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542894"/>
              </p:ext>
            </p:extLst>
          </p:nvPr>
        </p:nvGraphicFramePr>
        <p:xfrm>
          <a:off x="381000" y="381000"/>
          <a:ext cx="5461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2506257352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950816056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139231231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Medium 2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17129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376586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850864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57151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0E47FCC-9E3E-4628-AB79-802FDE14C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939803"/>
              </p:ext>
            </p:extLst>
          </p:nvPr>
        </p:nvGraphicFramePr>
        <p:xfrm>
          <a:off x="6223000" y="381000"/>
          <a:ext cx="5461000" cy="2540000"/>
        </p:xfrm>
        <a:graphic>
          <a:graphicData uri="http://schemas.openxmlformats.org/drawingml/2006/table">
            <a:tbl>
              <a:tblPr firstRow="1" lastRow="1" bandRow="1">
                <a:tableStyleId>{3B4B98B0-60AC-42C2-AFA5-B58CD77FA1E5}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4005037166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986967671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81214251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Light 1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34864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23308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17588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18143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DEB4A477-7F5A-C4C4-57B1-169C9FB10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84999"/>
              </p:ext>
            </p:extLst>
          </p:nvPr>
        </p:nvGraphicFramePr>
        <p:xfrm>
          <a:off x="381000" y="3556000"/>
          <a:ext cx="5461000" cy="2540000"/>
        </p:xfrm>
        <a:graphic>
          <a:graphicData uri="http://schemas.openxmlformats.org/drawingml/2006/table">
            <a:tbl>
              <a:tblPr firstRow="1" firstCol="1" bandCol="1">
                <a:tableStyleId>{E8034E78-7F5D-4C2E-B375-FC64B27BC917}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60212023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71849200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4175102835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Dark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888105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64193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85214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097275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B58AA97E-D2EE-A3B4-BA30-F8CE74ECB7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695908"/>
              </p:ext>
            </p:extLst>
          </p:nvPr>
        </p:nvGraphicFramePr>
        <p:xfrm>
          <a:off x="6223000" y="3556000"/>
          <a:ext cx="5461000" cy="2540000"/>
        </p:xfrm>
        <a:graphic>
          <a:graphicData uri="http://schemas.openxmlformats.org/drawingml/2006/table">
            <a:tbl>
              <a:tblPr firstRow="1" firstCol="1" lastRow="1" lastCol="1" bandRow="1">
                <a:tableStyleId>{3C2FFA5D-87B4-456A-9821-1D502468CF0F}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165555950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289792871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4198219828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Themed 1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4827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68845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41217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118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832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89B61F7C-A078-F115-105D-1340F6EEBF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718542"/>
              </p:ext>
            </p:extLst>
          </p:nvPr>
        </p:nvGraphicFramePr>
        <p:xfrm>
          <a:off x="381000" y="381000"/>
          <a:ext cx="5461000" cy="254000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1858798744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119186661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4288659805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Medium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26359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06499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2522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356000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552D1E7F-5E31-BBDF-CA8F-0D5E7A8AA7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447564"/>
              </p:ext>
            </p:extLst>
          </p:nvPr>
        </p:nvGraphicFramePr>
        <p:xfrm>
          <a:off x="6223000" y="381000"/>
          <a:ext cx="5461000" cy="2540000"/>
        </p:xfrm>
        <a:graphic>
          <a:graphicData uri="http://schemas.openxmlformats.org/drawingml/2006/table">
            <a:tbl>
              <a:tblPr firstRow="1" lastRow="1" bandCol="1">
                <a:tableStyleId>{D7AC3CCA-C797-4891-BE02-D94E43425B78}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509879161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15373392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24835079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Medium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58555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44117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50503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260780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D298A866-4F69-A54E-2761-6D67120C3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1165309"/>
              </p:ext>
            </p:extLst>
          </p:nvPr>
        </p:nvGraphicFramePr>
        <p:xfrm>
          <a:off x="381000" y="3556000"/>
          <a:ext cx="5461000" cy="2540000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1213211754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313173442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251229658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Light 2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83298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47305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999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0285248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D1C799E7-1FF6-68B1-C5B4-2EA0EEA05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183451"/>
              </p:ext>
            </p:extLst>
          </p:nvPr>
        </p:nvGraphicFramePr>
        <p:xfrm>
          <a:off x="6223000" y="3556000"/>
          <a:ext cx="5461000" cy="2540000"/>
        </p:xfrm>
        <a:graphic>
          <a:graphicData uri="http://schemas.openxmlformats.org/drawingml/2006/table">
            <a:tbl>
              <a:tblPr firstRow="1" firstCol="1" lastRow="1" lastCol="1" bandRow="1">
                <a:tableStyleId>{BC89EF96-8CEA-46FF-86C4-4CE0E7609802}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265232098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95614273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52405977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Light 3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0033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75268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31496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215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47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59DEC61F-7243-67D6-A5E8-8C255B8FA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205339"/>
              </p:ext>
            </p:extLst>
          </p:nvPr>
        </p:nvGraphicFramePr>
        <p:xfrm>
          <a:off x="381000" y="381000"/>
          <a:ext cx="5461000" cy="2540000"/>
        </p:xfrm>
        <a:graphic>
          <a:graphicData uri="http://schemas.openxmlformats.org/drawingml/2006/table">
            <a:tbl>
              <a:tblPr firstRow="1" bandCol="1">
                <a:tableStyleId>{5940675A-B579-460E-94D1-54222C63F5DA}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569477014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89078327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23354879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Table 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786982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59401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354686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164971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C5832BAC-22AD-7615-C59E-BB7E30D1E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453915"/>
              </p:ext>
            </p:extLst>
          </p:nvPr>
        </p:nvGraphicFramePr>
        <p:xfrm>
          <a:off x="6223000" y="381000"/>
          <a:ext cx="5461000" cy="2540000"/>
        </p:xfrm>
        <a:graphic>
          <a:graphicData uri="http://schemas.openxmlformats.org/drawingml/2006/table">
            <a:tbl>
              <a:tblPr firstRow="1" lastRow="1" bandRow="1">
                <a:tableStyleId>{F5AB1C69-6EDB-4FF4-983F-18BD219EF322}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2603086526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3059702740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871410376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Medium 2 Accent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577073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86015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64961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7264338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B03E991C-7332-2059-C971-DF0464DFB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202474"/>
              </p:ext>
            </p:extLst>
          </p:nvPr>
        </p:nvGraphicFramePr>
        <p:xfrm>
          <a:off x="381000" y="3556000"/>
          <a:ext cx="5461000" cy="2540000"/>
        </p:xfrm>
        <a:graphic>
          <a:graphicData uri="http://schemas.openxmlformats.org/drawingml/2006/table">
            <a:tbl>
              <a:tblPr firstRow="1" firstCol="1" bandRow="1">
                <a:tableStyleId>{D113A9D2-9D6B-4929-AA2D-F23B5EE8CBE7}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132610216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670619268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934582166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Themed 2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42762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28173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9151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468871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875D210-437B-AEAD-49E3-EBB1C560B1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233488"/>
              </p:ext>
            </p:extLst>
          </p:nvPr>
        </p:nvGraphicFramePr>
        <p:xfrm>
          <a:off x="6223000" y="3556000"/>
          <a:ext cx="5461000" cy="2540000"/>
        </p:xfrm>
        <a:graphic>
          <a:graphicData uri="http://schemas.openxmlformats.org/drawingml/2006/table">
            <a:tbl>
              <a:tblPr firstRow="1" firstCol="1" lastRow="1" lastCol="1" bandCol="1">
                <a:tableStyleId>{6E25E649-3F16-4E02-A733-19D2CDBF48F0}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425336355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213278313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209007331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Medium 3 Accent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47440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68121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8801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812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3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6A7D49F7-5130-6102-8C2E-C4BD439EC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923701"/>
              </p:ext>
            </p:extLst>
          </p:nvPr>
        </p:nvGraphicFramePr>
        <p:xfrm>
          <a:off x="381000" y="381000"/>
          <a:ext cx="660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46543933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3047110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957413065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425953074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de-DE"/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1.2</a:t>
                      </a:r>
                    </a:p>
                  </a:txBody>
                  <a:tcPr>
                    <a:lnT w="50800" cmpd="sng">
                      <a:solidFill>
                        <a:srgbClr val="C8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1.3</a:t>
                      </a:r>
                    </a:p>
                  </a:txBody>
                  <a:tcPr>
                    <a:lnB w="25400" cmpd="sng">
                      <a:solidFill>
                        <a:srgbClr val="007800"/>
                      </a:solidFill>
                      <a:prstDash val="dash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1.4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36430"/>
                  </a:ext>
                </a:extLst>
              </a:tr>
              <a:tr h="762000">
                <a:tc gridSpan="3">
                  <a:txBody>
                    <a:bodyPr/>
                    <a:lstStyle/>
                    <a:p>
                      <a:r>
                        <a:rPr lang="de-DE"/>
                        <a:t>2.1</a:t>
                      </a:r>
                    </a:p>
                    <a:p>
                      <a:r>
                        <a:rPr lang="de-DE"/>
                        <a:t>2.2</a:t>
                      </a:r>
                    </a:p>
                    <a:p>
                      <a:r>
                        <a:rPr lang="de-DE"/>
                        <a:t>2.3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2.4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26448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de-DE"/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3.3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lang="de-DE"/>
                        <a:t>3.4</a:t>
                      </a:r>
                    </a:p>
                    <a:p>
                      <a:r>
                        <a:rPr lang="de-DE"/>
                        <a:t>4.4</a:t>
                      </a:r>
                    </a:p>
                    <a:p>
                      <a:r>
                        <a:rPr lang="de-DE"/>
                        <a:t>5.4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60713"/>
                  </a:ext>
                </a:extLst>
              </a:tr>
              <a:tr h="762000">
                <a:tc rowSpan="2" gridSpan="2">
                  <a:txBody>
                    <a:bodyPr/>
                    <a:lstStyle/>
                    <a:p>
                      <a:r>
                        <a:rPr lang="de-DE"/>
                        <a:t>4.1</a:t>
                      </a:r>
                    </a:p>
                    <a:p>
                      <a:r>
                        <a:rPr lang="de-DE"/>
                        <a:t>4.2</a:t>
                      </a:r>
                    </a:p>
                    <a:p>
                      <a:r>
                        <a:rPr lang="de-DE"/>
                        <a:t>5.1</a:t>
                      </a:r>
                    </a:p>
                    <a:p>
                      <a:r>
                        <a:rPr lang="de-DE"/>
                        <a:t>5.2</a:t>
                      </a: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4.3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4978431"/>
                  </a:ext>
                </a:extLst>
              </a:tr>
              <a:tr h="76200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5.3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684437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C5201B0C-DAC8-201C-E368-F2532EF5F0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053450"/>
              </p:ext>
            </p:extLst>
          </p:nvPr>
        </p:nvGraphicFramePr>
        <p:xfrm>
          <a:off x="7366000" y="381000"/>
          <a:ext cx="4445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667">
                  <a:extLst>
                    <a:ext uri="{9D8B030D-6E8A-4147-A177-3AD203B41FA5}">
                      <a16:colId xmlns:a16="http://schemas.microsoft.com/office/drawing/2014/main" val="1555858034"/>
                    </a:ext>
                  </a:extLst>
                </a:gridCol>
                <a:gridCol w="1481667">
                  <a:extLst>
                    <a:ext uri="{9D8B030D-6E8A-4147-A177-3AD203B41FA5}">
                      <a16:colId xmlns:a16="http://schemas.microsoft.com/office/drawing/2014/main" val="3588977550"/>
                    </a:ext>
                  </a:extLst>
                </a:gridCol>
                <a:gridCol w="1481667">
                  <a:extLst>
                    <a:ext uri="{9D8B030D-6E8A-4147-A177-3AD203B41FA5}">
                      <a16:colId xmlns:a16="http://schemas.microsoft.com/office/drawing/2014/main" val="3653280104"/>
                    </a:ext>
                  </a:extLst>
                </a:gridCol>
              </a:tblGrid>
              <a:tr h="1270000">
                <a:tc>
                  <a:txBody>
                    <a:bodyPr/>
                    <a:lstStyle/>
                    <a:p>
                      <a:r>
                        <a:rPr lang="de-DE"/>
                        <a:t>Cell 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1.3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209727"/>
                  </a:ext>
                </a:extLst>
              </a:tr>
              <a:tr h="1524000">
                <a:tc>
                  <a:txBody>
                    <a:bodyPr/>
                    <a:lstStyle/>
                    <a:p>
                      <a:r>
                        <a:rPr lang="de-DE"/>
                        <a:t>Cell 2.1</a:t>
                      </a:r>
                    </a:p>
                  </a:txBody>
                  <a:tcPr marL="254000" marT="190500"/>
                </a:tc>
                <a:tc>
                  <a:txBody>
                    <a:bodyPr/>
                    <a:lstStyle/>
                    <a:p>
                      <a:r>
                        <a:rPr lang="de-DE"/>
                        <a:t>Cell 2.2</a:t>
                      </a:r>
                    </a:p>
                  </a:txBody>
                  <a:tcPr anchor="ctr">
                    <a:solidFill>
                      <a:srgbClr val="FFE69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Cell 2.3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634605"/>
                  </a:ext>
                </a:extLst>
              </a:tr>
              <a:tr h="1397000">
                <a:tc>
                  <a:txBody>
                    <a:bodyPr/>
                    <a:lstStyle/>
                    <a:p>
                      <a:r>
                        <a:rPr lang="de-DE"/>
                        <a:t>Cell 3.1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/>
                        <a:t>Cell 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3.3</a:t>
                      </a: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1263744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0181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E94E3B1D-B6D2-3FBA-B823-420B0295F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7570188"/>
              </p:ext>
            </p:extLst>
          </p:nvPr>
        </p:nvGraphicFramePr>
        <p:xfrm>
          <a:off x="381000" y="381000"/>
          <a:ext cx="5334000" cy="190500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93601965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77914796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34889735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R1 C1</a:t>
                      </a:r>
                    </a:p>
                  </a:txBody>
                  <a:tcPr>
                    <a:lnB w="50800" cmpd="sng">
                      <a:solidFill>
                        <a:srgbClr val="DC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R1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9885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 C1</a:t>
                      </a:r>
                    </a:p>
                  </a:txBody>
                  <a:tcPr>
                    <a:lnL w="50800" cmpd="sng">
                      <a:solidFill>
                        <a:srgbClr val="00C800"/>
                      </a:solidFill>
                    </a:lnL>
                    <a:lnT w="50800" cmpd="sng">
                      <a:solidFill>
                        <a:srgbClr val="DC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31524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 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07015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EF0D09EA-1681-D393-23D3-3E876D59F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972939"/>
              </p:ext>
            </p:extLst>
          </p:nvPr>
        </p:nvGraphicFramePr>
        <p:xfrm>
          <a:off x="6350000" y="381000"/>
          <a:ext cx="5334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3614099313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494179273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870534701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R1 C1</a:t>
                      </a:r>
                    </a:p>
                  </a:txBody>
                  <a:tcPr>
                    <a:lnB w="50800" cmpd="sng">
                      <a:solidFill>
                        <a:srgbClr val="DC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R1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R1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967074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 C1</a:t>
                      </a:r>
                    </a:p>
                  </a:txBody>
                  <a:tcPr>
                    <a:lnL w="50800" cmpd="sng">
                      <a:solidFill>
                        <a:srgbClr val="00C800"/>
                      </a:solidFill>
                    </a:lnL>
                    <a:lnT w="50800" cmpd="sng">
                      <a:solidFill>
                        <a:srgbClr val="DC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R2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124192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 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 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 C3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013777"/>
                  </a:ext>
                </a:extLst>
              </a:tr>
            </a:tbl>
          </a:graphicData>
        </a:graphic>
      </p:graphicFrame>
      <p:graphicFrame>
        <p:nvGraphicFramePr>
          <p:cNvPr id="4" name="anchorCtr-cells">
            <a:extLst>
              <a:ext uri="{FF2B5EF4-FFF2-40B4-BE49-F238E27FC236}">
                <a16:creationId xmlns:a16="http://schemas.microsoft.com/office/drawing/2014/main" id="{2E1B64E6-D590-1041-84F2-9F3D693EC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597800"/>
              </p:ext>
            </p:extLst>
          </p:nvPr>
        </p:nvGraphicFramePr>
        <p:xfrm>
          <a:off x="381000" y="3556000"/>
          <a:ext cx="5334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89598452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457414021"/>
                    </a:ext>
                  </a:extLst>
                </a:gridCol>
              </a:tblGrid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de-DE"/>
                        <a:t>Short</a:t>
                      </a:r>
                    </a:p>
                    <a:p>
                      <a:pPr algn="l"/>
                      <a:r>
                        <a:rPr lang="de-DE"/>
                        <a:t>longer second line</a:t>
                      </a:r>
                    </a:p>
                  </a:txBody>
                  <a:tcPr anchorCtr="1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/>
                        <a:t>Short</a:t>
                      </a:r>
                    </a:p>
                    <a:p>
                      <a:pPr algn="r"/>
                      <a:r>
                        <a:rPr lang="de-DE"/>
                        <a:t>longer second line</a:t>
                      </a:r>
                    </a:p>
                  </a:txBody>
                  <a:tcPr anchorCtr="1"/>
                </a:tc>
                <a:extLst>
                  <a:ext uri="{0D108BD9-81ED-4DB2-BD59-A6C34878D82A}">
                    <a16:rowId xmlns:a16="http://schemas.microsoft.com/office/drawing/2014/main" val="273141996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de-DE"/>
                        <a:t>Short</a:t>
                      </a:r>
                    </a:p>
                    <a:p>
                      <a:pPr algn="l"/>
                      <a:r>
                        <a:rPr lang="de-DE"/>
                        <a:t>longer second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/>
                        <a:t>Short</a:t>
                      </a:r>
                    </a:p>
                    <a:p>
                      <a:pPr algn="r"/>
                      <a:r>
                        <a:rPr lang="de-DE"/>
                        <a:t>longer second 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68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551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Office PowerPoint</Application>
  <PresentationFormat>Benutzerdefiniert</PresentationFormat>
  <Paragraphs>199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2026-10-08T17:01:46Z</dcterms:created>
  <dcterms:modified xsi:type="dcterms:W3CDTF">2026-10-08T17:01:46Z</dcterms:modified>
</cp:coreProperties>
</file>