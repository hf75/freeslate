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B050"/>
        </p14:laserClr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05C45C-0A39-76C2-4AFC-D969921B5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E6EFB4-27E8-CFC7-30EA-B9C1EA75A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039F6C-8F65-C098-0A44-C75EBF65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0FB2B9-A38A-40B5-E43F-FF6F6F8E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DB7C4F-C3AB-A535-52AE-43AC82E3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4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1F6E-8F41-0A43-3AE4-1674EC89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5F0D63-B154-F7F4-D59B-FAC1B6BA1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B49058-D488-0452-E68D-80E06DA04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01052D-6A1B-3A07-96FB-199664DB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7B1A7D-257D-38F6-9042-D0883952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282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2E46C2-313B-0333-7358-97155347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83698F-A62D-668A-4EC7-2CCA01C74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734B50-6345-1827-43E2-54140046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B5DBFC-414A-7A2E-CB96-0D45FEF8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DD391D-4390-F748-6FD3-37A1343A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96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D5C10F-D89F-9E14-05F8-759C71BB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1454F9-3A49-0E27-9C28-4EDE0D334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5AAF63-4E95-8035-BFDD-8D07501CD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385914-F77F-45A2-9ECE-393C4ACD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1085DC-DE61-50A2-03D6-4D6108350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03FDB6-06DF-F6FB-EFD9-A72FF793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35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6B8B8-8423-BABA-38EA-D2D3FBE1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905AD7-9791-6D5B-33BD-60D4E31AA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12A29B-A58F-98FA-F7C3-6F492D7A9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7FB7FE7-3DAF-113C-5319-D2621200B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6029E3-DC67-F54A-BEA8-54D337043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0769D40-C23A-1C5D-2B69-413016E9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74E7984-FF5E-432F-8BE8-FBB5E9FF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A5ADE9C-AA15-3932-75E7-8B31DEB7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160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A473F5-48CD-38A4-5088-D3E67DE6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9D0945-CD73-1A4A-F5C3-536DBD117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F92141-96BE-6586-40F4-75132BAFB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AFBBB9-E00E-B9D0-0066-23407AF1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26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13BF0E-95E1-1ED5-30C4-498C470C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F5E1FA-4B56-6C83-DBF3-561312FE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C63F96-F609-347B-BE02-50A668F6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71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3D480C-8370-F953-72E7-2199DDF31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7CDAA0-C7C9-EB6E-A306-86C451C27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C5CD2C-E869-27D4-3822-5C4626D64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DADF00-55BE-AB3C-9640-15CB8230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E60A2E-4526-753F-5664-4148AA23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AABCC8-D32C-3A3C-DCE1-715DCB2C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03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B6FC4D-CFEE-8D2F-2964-76C8B291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A3D806C-FF26-3731-6C79-8042F35CB1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504506-0295-E02D-BDD7-FFECA41BF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ED4CD8-C75B-AD14-792C-901AE60F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CD090A-492D-DF32-7E2C-2B2BD41D4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C407A8-41AD-8723-9771-21B4F379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51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762AD-BB7F-4A61-8F3E-17176139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A2A8C4-6CA8-D944-0CB5-2848403A4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60110F-18B0-D857-C45D-64F151FF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BF91F2-69D0-9551-6C5D-B2D4BAA0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ED622A-6198-33B3-A9F4-EF07D545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633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E1E000B-EA80-6EF4-F4AF-F013853DF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AC1A7A-0327-AE04-34AB-C868B2526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B5FC64-0CA2-E519-B3AC-1572A507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03B0E9-A509-F8CD-61AA-0A04021D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BED2E6-166D-B3C7-8FC2-F401D966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167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3CF3D08-15D9-9EFA-89C9-20AFE45A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DFF72F-FD6A-02AF-D90E-D12D20FF2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F29873-8C77-76F1-EFBF-084333C19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97EA4-F5B5-4A06-9634-B6B76847BA6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CDD8DE-5A76-86C5-1973-70A1609CD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0F02B6-98F4-E003-1C8A-CC1C26CDF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C4319-BDC0-4AC3-AF22-FAF87EF506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472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E843293-41D6-927E-0F8A-81F1D14589CD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600"/>
              <a:t>Recorded laser pointer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0DAEB4E-D421-5236-5EFD-E8D18658C97E}"/>
              </a:ext>
            </a:extLst>
          </p:cNvPr>
          <p:cNvSpPr/>
          <p:nvPr/>
        </p:nvSpPr>
        <p:spPr>
          <a:xfrm>
            <a:off x="1905000" y="2286000"/>
            <a:ext cx="3810000" cy="203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22452C8-23AC-3E45-0C94-D16425E3DA82}"/>
              </a:ext>
            </a:extLst>
          </p:cNvPr>
          <p:cNvSpPr/>
          <p:nvPr/>
        </p:nvSpPr>
        <p:spPr>
          <a:xfrm>
            <a:off x="7112000" y="2032000"/>
            <a:ext cx="3302000" cy="3302000"/>
          </a:xfrm>
          <a:prstGeom prst="ellipse">
            <a:avLst/>
          </a:prstGeom>
          <a:solidFill>
            <a:srgbClr val="2E9A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8189030"/>
      </p:ext>
    </p:extLst>
  </p:cSld>
  <p:clrMapOvr>
    <a:masterClrMapping/>
  </p:clrMapOvr>
  <p:extLst>
    <p:ext uri="{3A86A75C-4F4B-4683-9AE1-C65F6400EC91}">
      <p14:laserTraceLst xmlns:p14="http://schemas.microsoft.com/office/powerpoint/2010/main">
        <p14:tracePtLst>
          <p14:tracePt t="500" x="2540000" y="3302000"/>
          <p14:tracePt t="1000" x="4064000" y="3429000"/>
          <p14:tracePt t="1500" x="5588000" y="3556000"/>
          <p14:tracePt t="2000" x="7112000" y="3683000"/>
          <p14:tracePt t="2500" x="8636000" y="3810000"/>
        </p14:tracePtLst>
        <p14:tracePtLst>
          <p14:tracePt t="3s" x="9779000" y="3683000"/>
          <p14:tracePt t="3.125s" x="9481420" y="4401420"/>
          <p14:tracePt t="3.25s" x="8763000" y="4699000"/>
          <p14:tracePt t="3.375s" x="8044580" y="4401420"/>
          <p14:tracePt t="3.5s" x="7747000" y="3683000"/>
          <p14:tracePt t="3.625s" x="8044580" y="2964580"/>
          <p14:tracePt t="3.75s" x="8763000" y="2667000"/>
          <p14:tracePt t="3.875s" x="9481420" y="2964580"/>
          <p14:tracePt t="4s" x="9779000" y="3683000"/>
        </p14:tracePtLst>
      </p14:laserTraceLst>
    </p:ext>
  </p:extLs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Benutzerdefiniert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2026-10-08T18:30:40Z</dcterms:created>
  <dcterms:modified xsi:type="dcterms:W3CDTF">2026-10-08T18:30:40Z</dcterms:modified>
</cp:coreProperties>
</file>