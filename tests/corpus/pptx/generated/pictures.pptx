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8265-76DE-1E48-B2E8-C7C989F4A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820FF32-9475-2BC7-E0C9-2C2C3FFF7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4C3A93-5E39-1279-974B-3156161B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9AAF91-BB9C-D5A0-9C4E-50848D57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DDB1A5-DA6A-3141-6F28-2FFDFF3A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78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FA775-5C56-A207-CD25-B1A7BD71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4732DE-6ABD-A74B-7FFF-FC827DB4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E6E140-3827-E756-558D-1E58661C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819CDF-5C10-8C9C-1A37-45CC5234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AAFD19-F4B0-7C40-37BD-7B69BB20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9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92AFA-E83D-5DED-0B3E-05D76AFE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C70D1-B734-BEAD-CFE0-B80B8488E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095A2-4ACC-57F7-9E9A-0790B0732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2B990A-4B6A-26E8-E77D-341AFAE3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658668-1AA9-749F-C07E-6B430592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9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2A220-6FCB-FE2E-0400-4ACAEB06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EACBB7-631C-49B0-9EAD-446A39A77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BEACE1-EAB6-97ED-89A7-4282931C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8D6FE5-7470-D017-BF31-A9AE10B6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ADBDAE-D7CF-F307-0B2A-BED7FEFF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55B9B0-C95B-1C6D-7A86-C678EAD0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35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7FDA8-9F9C-D7E1-E650-ED28461CF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F8A10C-2BB7-A238-4BEC-51176E141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807137-E993-D473-B6FE-638D23539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0EF392-04D8-E83D-DFB1-1BEC0CD57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525A4E-71B5-795E-834B-B08174537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94367C-FE37-EC86-5330-78A04A21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500A30-6CD7-0628-BFB4-66F235DA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3F138B-549A-B504-EB92-1E56BD84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161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13917-583B-B97C-D972-C5B33CEC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FED301D-F36A-E18A-E2BF-DDB35982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C1BD46-0F88-85BE-30BC-A4C0A5DA6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338CA9-201C-94A3-A46A-2C7C37EF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84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6D3D68-C852-7105-AF0E-9004D328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954FA6-426B-C0F3-02F6-80F3EBFB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3576A0-F3E9-EDED-5E1D-9F689D0F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44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DD9FE-F5ED-6AAD-E454-D44D94343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194093-DE18-0C4F-383A-861461A91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5EDBD0-D11E-D1BD-A510-52A06F20C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57D564-64D1-EF0E-0D13-14357A438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E26C06-9D33-0CED-0ACF-93014356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E6CA9B-C230-43D2-7609-A975A9F2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22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DC0BF7-DA6B-CA1E-AD5C-22A07312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E136CB6-E131-B743-1F3F-506FC68997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B1723E-6661-9951-E223-0C987E5C0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A10271-5DBF-DB35-4E81-EEE98B60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DF634E-0DB7-97DA-D1BD-44559E82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1E25F5-8964-197C-4E09-5E8DFC58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123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62F5D-51E9-9384-4EFE-2BB53BE2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19C503-88D1-D8A7-5D7D-41D13DFBD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A36722-3147-BEBA-C072-2591BDFB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ABDA2C-EAD5-12D2-D34A-748F3F4F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63E7DC-70B7-F98A-21AB-F51A56B4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328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B61DD0-943D-CABE-E8CD-E456AB954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DDE158-4E58-1A42-1FC1-2CFCB957A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4481B8-7DBB-6155-6F34-376E5ACC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8D8B49-547F-9626-2879-9A26E9460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254691-A75F-5322-EC06-BC9960A7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99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C1DC41-A7A1-819F-CA89-F27D2CFA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995BCE-8EA6-E95C-CC45-34646C898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B5118-F616-E088-1BFC-05AF7C28B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2324D-4E8E-44E4-A96D-9B762148D60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538900-2097-86CA-4567-568C497E4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B1CE7D-623B-2AC7-E9E9-0B1FAE3F7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53F25-81DA-4FBA-AC4F-9CA66A52BD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63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E33B37-D81D-5302-A8B8-D064CFFC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Picture color effects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FD8184F-A513-14F4-1E6B-58F94FC591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3429000" cy="2286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1646F-F762-C3B3-8CC0-4900A1FC0342}"/>
              </a:ext>
            </a:extLst>
          </p:cNvPr>
          <p:cNvPicPr>
            <a:picLocks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651000"/>
            <a:ext cx="3429000" cy="228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5567168-5673-7F57-C4A0-101932770AFA}"/>
              </a:ext>
            </a:extLst>
          </p:cNvPr>
          <p:cNvPicPr>
            <a:picLocks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651000"/>
            <a:ext cx="3429000" cy="228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51AFF39-DD3A-DB8A-C9E1-79487FE715E6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191000"/>
            <a:ext cx="3429000" cy="228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38C471E-D0A5-0D8A-3684-A97B900148EC}"/>
              </a:ext>
            </a:extLst>
          </p:cNvPr>
          <p:cNvPicPr>
            <a:picLocks/>
          </p:cNvPicPr>
          <p:nvPr/>
        </p:nvPicPr>
        <p:blipFill>
          <a:blip r:embed="rId2">
            <a:lum bright="3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4191000"/>
            <a:ext cx="3429000" cy="2286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A4604ED-1BD5-9F64-239B-D2E86059C842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4191000"/>
            <a:ext cx="3429000" cy="2286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110128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0E9AC-E3BD-B3C6-5599-9122717A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Artistic effects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16E791B-8289-58CB-A21A-52D4FE523D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3429000" cy="2286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5AA511E-7C25-860C-3251-9FD0B6AABD9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651000"/>
            <a:ext cx="3429000" cy="2286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BD52585-BB2F-A6E2-8913-02D61528EDB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651000"/>
            <a:ext cx="3429000" cy="228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3C77B0D-3A73-B992-2B25-7825C4E8391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191000"/>
            <a:ext cx="3429000" cy="2286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D3CD404-5E97-8274-EC31-4FA7E5B45791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4191000"/>
            <a:ext cx="3429000" cy="2286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C429498-56E9-FA2C-6325-8755907054B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4191000"/>
            <a:ext cx="3429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2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4CE29-A13D-6FF5-D03C-29D438AB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OLE object and transparency</a:t>
            </a:r>
          </a:p>
        </p:txBody>
      </p:sp>
      <p:graphicFrame>
        <p:nvGraphicFramePr>
          <p:cNvPr id="3" name="Objekt 2">
            <a:extLst>
              <a:ext uri="{FF2B5EF4-FFF2-40B4-BE49-F238E27FC236}">
                <a16:creationId xmlns:a16="http://schemas.microsoft.com/office/drawing/2014/main" id="{E8A8F7AA-A1B9-9E55-1C0E-756FF53DB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625297"/>
              </p:ext>
            </p:extLst>
          </p:nvPr>
        </p:nvGraphicFramePr>
        <p:xfrm>
          <a:off x="5638800" y="30416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-Manager-Shellobjekt" showAsIcon="1" r:id="rId2" imgW="914400" imgH="771525" progId="Package">
                  <p:embed/>
                </p:oleObj>
              </mc:Choice>
              <mc:Fallback>
                <p:oleObj name="Objekt-Manager-Shellobjekt" showAsIcon="1" r:id="rId2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416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87250165-85F6-D9E3-CB80-9BE1F3CE663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1905000"/>
            <a:ext cx="5080000" cy="381000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24380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Benutzerdefiniert</PresentationFormat>
  <Paragraphs>3</Paragraphs>
  <Slides>3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Paket</vt:lpstr>
      <vt:lpstr>Picture color effects</vt:lpstr>
      <vt:lpstr>Artistic effects</vt:lpstr>
      <vt:lpstr>OLE object and transparency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2026-10-08T10:56:26Z</dcterms:created>
  <dcterms:modified xsi:type="dcterms:W3CDTF">2026-10-08T10:56:26Z</dcterms:modified>
</cp:coreProperties>
</file>