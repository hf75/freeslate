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A2C8-A792-15B1-D8D1-01B72CEA2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69AA1C-D4A2-0FE1-3D30-7B64A3175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3A0C9-9366-A7E1-7533-4DCED141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153967-D316-B6D7-C6A9-9B9C878C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43577F-CC9F-C3FB-6BA5-CE729C74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894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068C4-964F-FB47-22BE-F64C6A04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BE70DA-8C2B-826D-A879-AF4C0CF66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23272-7E56-A844-EAAC-0F7D509C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6AB10A-E621-9589-1CA0-6101133F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939AA9-5FC5-F103-04EE-27A95CAC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754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5DB19A-E8BF-8017-3646-5C5B074E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9D8D4F-5F31-CA84-F1C5-9BA778D2B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1E5C31-5C5B-E000-5740-84C4E2A4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EDF39-0071-380F-3259-06C592BB9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7489FF-49DC-92CA-2C0F-5365C066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12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166AF-B8D4-DED1-BF9E-84E505D2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1B7ED-6274-D0A7-0C91-F09000ED9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51E30E-2873-D118-BB72-2F2627047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293773-4E06-FAF4-BB34-A35B50D5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119275-7FF1-E422-A3B7-5B37EFEB9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59290D-0E30-0043-A5E0-64B5CCEF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167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74A56-4B1A-95BF-3FF3-6F0B2F42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26FFD1-CD2E-AB67-5039-D06936EB9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2F04C6E-4AD8-DF4B-71DD-9226AF1D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E4010BD-9B1D-730B-A30F-CEEC198F3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129207-FA65-22C8-2A8D-C9BAA1417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7119EAC-2F65-A35C-03F5-FC8A59D6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68488F-0A1B-A0D6-51AA-6475A9DA7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CE6CB4F-D81E-3EB1-489D-0B5A10FE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968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33D4BC-A42D-A36C-65EA-60ADC151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343526-A70F-E2DE-3C2F-6E0F8195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C28E15-84B4-9C34-31DE-15344357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F1EADF-CAD1-122B-7328-A9E0AAB0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2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61CC10F-00E4-89CA-5382-90B498CE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482D007-C0F5-61D6-A9DD-69885DE6B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CD5FA7-0325-8BBD-914F-0FDB4FE0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3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D26761-FFB4-D16E-D82A-ABCBB6CEA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F09BC4-40B5-E3C7-E6E8-DBB4C4E68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4951B2-FCBD-4C32-0C2B-145B2339B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19202A-F41F-7483-22FE-3E06D86D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EC278D-820F-CE6C-C707-23275D9D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796731-DCD2-CF48-A7EE-0A17D5BA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80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21E54F-34FF-BCE7-54B8-7459A4EE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CD87BBB-EA58-9E7E-FAC1-F42BD8363B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DC4A7C-B476-DB50-2F3F-C242C24CD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8A65CF-AAAB-FBC5-CD6F-4565AED5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79DCA4-12A0-C8BB-08EB-442DB0D2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DF349C-8F2A-05D3-77E9-5E2D77EA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26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DE301D-0579-F1C8-643A-9F07A3F75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482A77-9BE2-CC73-FA3D-DD0E01ECC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5A0ED9-3429-C2EB-FF46-44FB2960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3AE498-E35E-2C82-8FFD-FF51A1CC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597435-98D1-0D45-E6A1-3B5919C5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10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6F37EA-D088-F635-E59C-84F557AE3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82EB33-5639-80CF-E891-764AFBCBE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1F22E8-D938-6D60-FEF8-262EF5A7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6A750-B4AB-0FA9-B42C-EC1FED7D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FCF99E-CA11-4DF1-9363-5A7E3B61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98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AFA280-E9C9-869F-E5D4-047F2672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573D6F-F05F-10AF-86AA-BE827BD11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10E2C7-744B-62A5-1960-1E2AEF871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2AB97-FA21-4A1D-B8B7-C85A9885393E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557A42-FAC0-234A-D8B4-24FA8EFAA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6CBA04-157C-BABB-69F9-C28856A79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EDF52-B49D-4E93-A519-143CC33091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88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426FC61-E402-BCF7-C87B-F54EBCD5F3AD}"/>
              </a:ext>
            </a:extLst>
          </p:cNvPr>
          <p:cNvSpPr txBox="1"/>
          <p:nvPr/>
        </p:nvSpPr>
        <p:spPr>
          <a:xfrm>
            <a:off x="254000" y="127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sng">
                <a:latin typeface="Arial" panose="020B0604020202020204" pitchFamily="34" charset="0"/>
              </a:rPr>
              <a:t>Underline single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D92989-383A-E69E-93EB-79ED69CC1333}"/>
              </a:ext>
            </a:extLst>
          </p:cNvPr>
          <p:cNvSpPr txBox="1"/>
          <p:nvPr/>
        </p:nvSpPr>
        <p:spPr>
          <a:xfrm>
            <a:off x="254000" y="863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bl">
                <a:latin typeface="Arial" panose="020B0604020202020204" pitchFamily="34" charset="0"/>
              </a:rPr>
              <a:t>Underline double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A28C9AE-212F-3EB2-ABF2-E77162A5274C}"/>
              </a:ext>
            </a:extLst>
          </p:cNvPr>
          <p:cNvSpPr txBox="1"/>
          <p:nvPr/>
        </p:nvSpPr>
        <p:spPr>
          <a:xfrm>
            <a:off x="254000" y="1600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heavy">
                <a:latin typeface="Arial" panose="020B0604020202020204" pitchFamily="34" charset="0"/>
              </a:rPr>
              <a:t>Underline heavy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35A862-28F1-0BC2-4A52-4C0799D9119E}"/>
              </a:ext>
            </a:extLst>
          </p:cNvPr>
          <p:cNvSpPr txBox="1"/>
          <p:nvPr/>
        </p:nvSpPr>
        <p:spPr>
          <a:xfrm>
            <a:off x="254000" y="23368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otted">
                <a:latin typeface="Arial" panose="020B0604020202020204" pitchFamily="34" charset="0"/>
              </a:rPr>
              <a:t>Underline dotted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633E18-E002-DCAF-06E9-0813D3F7240D}"/>
              </a:ext>
            </a:extLst>
          </p:cNvPr>
          <p:cNvSpPr txBox="1"/>
          <p:nvPr/>
        </p:nvSpPr>
        <p:spPr>
          <a:xfrm>
            <a:off x="254000" y="30734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ottedHeavy">
                <a:latin typeface="Arial" panose="020B0604020202020204" pitchFamily="34" charset="0"/>
              </a:rPr>
              <a:t>Underline dotted heavy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304A66-5919-5392-5A91-B19DC92100A7}"/>
              </a:ext>
            </a:extLst>
          </p:cNvPr>
          <p:cNvSpPr txBox="1"/>
          <p:nvPr/>
        </p:nvSpPr>
        <p:spPr>
          <a:xfrm>
            <a:off x="254000" y="3810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ash">
                <a:latin typeface="Arial" panose="020B0604020202020204" pitchFamily="34" charset="0"/>
              </a:rPr>
              <a:t>Underline dash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1B082C0-3191-56DA-5808-E17DAC2A23CF}"/>
              </a:ext>
            </a:extLst>
          </p:cNvPr>
          <p:cNvSpPr txBox="1"/>
          <p:nvPr/>
        </p:nvSpPr>
        <p:spPr>
          <a:xfrm>
            <a:off x="254000" y="4546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ashHeavy">
                <a:latin typeface="Arial" panose="020B0604020202020204" pitchFamily="34" charset="0"/>
              </a:rPr>
              <a:t>Underline dash heavy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420F52-65FA-43F4-2D6E-51EDF5A61363}"/>
              </a:ext>
            </a:extLst>
          </p:cNvPr>
          <p:cNvSpPr txBox="1"/>
          <p:nvPr/>
        </p:nvSpPr>
        <p:spPr>
          <a:xfrm>
            <a:off x="254000" y="5283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ashLong">
                <a:latin typeface="Arial" panose="020B0604020202020204" pitchFamily="34" charset="0"/>
              </a:rPr>
              <a:t>Underline long dash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3A148F5-DB29-8FC6-9CEB-45DBDEAAC23A}"/>
              </a:ext>
            </a:extLst>
          </p:cNvPr>
          <p:cNvSpPr txBox="1"/>
          <p:nvPr/>
        </p:nvSpPr>
        <p:spPr>
          <a:xfrm>
            <a:off x="254000" y="60198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ashLongHeavy">
                <a:latin typeface="Arial" panose="020B0604020202020204" pitchFamily="34" charset="0"/>
              </a:rPr>
              <a:t>Underline long dash heavy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7BC3725-DDE8-F4CE-418D-2D0E45F283C1}"/>
              </a:ext>
            </a:extLst>
          </p:cNvPr>
          <p:cNvSpPr txBox="1"/>
          <p:nvPr/>
        </p:nvSpPr>
        <p:spPr>
          <a:xfrm>
            <a:off x="6223000" y="127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otDash">
                <a:latin typeface="Arial" panose="020B0604020202020204" pitchFamily="34" charset="0"/>
              </a:rPr>
              <a:t>Underline dot dash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9AFEBB3-732D-A9A4-34E2-BEC8264BE7DF}"/>
              </a:ext>
            </a:extLst>
          </p:cNvPr>
          <p:cNvSpPr txBox="1"/>
          <p:nvPr/>
        </p:nvSpPr>
        <p:spPr>
          <a:xfrm>
            <a:off x="6223000" y="863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otDashHeavy">
                <a:latin typeface="Arial" panose="020B0604020202020204" pitchFamily="34" charset="0"/>
              </a:rPr>
              <a:t>Underline dot dash heavy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E54D09D-ABDE-08EF-BA2B-B0CE8E404899}"/>
              </a:ext>
            </a:extLst>
          </p:cNvPr>
          <p:cNvSpPr txBox="1"/>
          <p:nvPr/>
        </p:nvSpPr>
        <p:spPr>
          <a:xfrm>
            <a:off x="6223000" y="1600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otDotDash">
                <a:latin typeface="Arial" panose="020B0604020202020204" pitchFamily="34" charset="0"/>
              </a:rPr>
              <a:t>Underline dot dot dash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04C1FB9-7EAD-2D7D-AD8E-766F6540EC57}"/>
              </a:ext>
            </a:extLst>
          </p:cNvPr>
          <p:cNvSpPr txBox="1"/>
          <p:nvPr/>
        </p:nvSpPr>
        <p:spPr>
          <a:xfrm>
            <a:off x="6223000" y="23368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dotDotDashHeavy">
                <a:latin typeface="Arial" panose="020B0604020202020204" pitchFamily="34" charset="0"/>
              </a:rPr>
              <a:t>Underline dot dot dash heavy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83E1DC1-7D2D-BFF8-CA30-D8C354D31A47}"/>
              </a:ext>
            </a:extLst>
          </p:cNvPr>
          <p:cNvSpPr txBox="1"/>
          <p:nvPr/>
        </p:nvSpPr>
        <p:spPr>
          <a:xfrm>
            <a:off x="6223000" y="30734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wavy">
                <a:latin typeface="Arial" panose="020B0604020202020204" pitchFamily="34" charset="0"/>
              </a:rPr>
              <a:t>Underline wavy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2AAAA67-601E-3B2A-E6AA-F370D52A94FB}"/>
              </a:ext>
            </a:extLst>
          </p:cNvPr>
          <p:cNvSpPr txBox="1"/>
          <p:nvPr/>
        </p:nvSpPr>
        <p:spPr>
          <a:xfrm>
            <a:off x="6223000" y="3810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wavyHeavy">
                <a:latin typeface="Arial" panose="020B0604020202020204" pitchFamily="34" charset="0"/>
              </a:rPr>
              <a:t>Underline wavy heavy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25AFC99-26EB-7BF3-63F9-ABEC5E7BAA88}"/>
              </a:ext>
            </a:extLst>
          </p:cNvPr>
          <p:cNvSpPr txBox="1"/>
          <p:nvPr/>
        </p:nvSpPr>
        <p:spPr>
          <a:xfrm>
            <a:off x="6223000" y="4546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wavyDbl">
                <a:latin typeface="Arial" panose="020B0604020202020204" pitchFamily="34" charset="0"/>
              </a:rPr>
              <a:t>Underline wavy double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E3F01C2-B009-A7E7-3318-7490B414E199}"/>
              </a:ext>
            </a:extLst>
          </p:cNvPr>
          <p:cNvSpPr txBox="1"/>
          <p:nvPr/>
        </p:nvSpPr>
        <p:spPr>
          <a:xfrm>
            <a:off x="6223000" y="5283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600" u="words">
                <a:latin typeface="Arial" panose="020B0604020202020204" pitchFamily="34" charset="0"/>
              </a:rPr>
              <a:t>Underline words only here</a:t>
            </a:r>
          </a:p>
        </p:txBody>
      </p:sp>
    </p:spTree>
    <p:extLst>
      <p:ext uri="{BB962C8B-B14F-4D97-AF65-F5344CB8AC3E}">
        <p14:creationId xmlns:p14="http://schemas.microsoft.com/office/powerpoint/2010/main" val="419888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A8960A4-45DA-BF7F-90E5-0A10CBFF9AA7}"/>
              </a:ext>
            </a:extLst>
          </p:cNvPr>
          <p:cNvSpPr txBox="1"/>
          <p:nvPr/>
        </p:nvSpPr>
        <p:spPr>
          <a:xfrm>
            <a:off x="254000" y="127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sng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single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2B83E86-6B3D-8148-4831-57A4AFEED5AA}"/>
              </a:ext>
            </a:extLst>
          </p:cNvPr>
          <p:cNvSpPr txBox="1"/>
          <p:nvPr/>
        </p:nvSpPr>
        <p:spPr>
          <a:xfrm>
            <a:off x="254000" y="863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bl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double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D6E4F08-6D8E-4EC7-12B6-DE86526A4BE3}"/>
              </a:ext>
            </a:extLst>
          </p:cNvPr>
          <p:cNvSpPr txBox="1"/>
          <p:nvPr/>
        </p:nvSpPr>
        <p:spPr>
          <a:xfrm>
            <a:off x="254000" y="1600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heavy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8A11630-2B92-DD63-3546-6372356E3E53}"/>
              </a:ext>
            </a:extLst>
          </p:cNvPr>
          <p:cNvSpPr txBox="1"/>
          <p:nvPr/>
        </p:nvSpPr>
        <p:spPr>
          <a:xfrm>
            <a:off x="254000" y="23368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otted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dotted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71AA692-1DE3-43A8-A041-1945CD5CC5C4}"/>
              </a:ext>
            </a:extLst>
          </p:cNvPr>
          <p:cNvSpPr txBox="1"/>
          <p:nvPr/>
        </p:nvSpPr>
        <p:spPr>
          <a:xfrm>
            <a:off x="254000" y="30734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otted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dotted heavy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BC3BF2D-FF1A-8515-3241-E50FF8512FF3}"/>
              </a:ext>
            </a:extLst>
          </p:cNvPr>
          <p:cNvSpPr txBox="1"/>
          <p:nvPr/>
        </p:nvSpPr>
        <p:spPr>
          <a:xfrm>
            <a:off x="254000" y="3810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ash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dash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CF43B76-B4CB-6A1A-0C77-948EBB2C2DEE}"/>
              </a:ext>
            </a:extLst>
          </p:cNvPr>
          <p:cNvSpPr txBox="1"/>
          <p:nvPr/>
        </p:nvSpPr>
        <p:spPr>
          <a:xfrm>
            <a:off x="254000" y="4546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ash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dash heavy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E642AB6-FE6D-82C4-8F01-460A26D2F16C}"/>
              </a:ext>
            </a:extLst>
          </p:cNvPr>
          <p:cNvSpPr txBox="1"/>
          <p:nvPr/>
        </p:nvSpPr>
        <p:spPr>
          <a:xfrm>
            <a:off x="254000" y="5283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ashLong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long dash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7BA2D21-BBE3-084C-C44A-2283EBD41E42}"/>
              </a:ext>
            </a:extLst>
          </p:cNvPr>
          <p:cNvSpPr txBox="1"/>
          <p:nvPr/>
        </p:nvSpPr>
        <p:spPr>
          <a:xfrm>
            <a:off x="254000" y="60198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ashLong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long dash heavy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88EB8C3-BBCA-4473-E710-2E2277F2273A}"/>
              </a:ext>
            </a:extLst>
          </p:cNvPr>
          <p:cNvSpPr txBox="1"/>
          <p:nvPr/>
        </p:nvSpPr>
        <p:spPr>
          <a:xfrm>
            <a:off x="6223000" y="127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otDash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dot dash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D2C01AA-7D9B-5948-748C-E122C2021E27}"/>
              </a:ext>
            </a:extLst>
          </p:cNvPr>
          <p:cNvSpPr txBox="1"/>
          <p:nvPr/>
        </p:nvSpPr>
        <p:spPr>
          <a:xfrm>
            <a:off x="6223000" y="863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otDash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dot dash heavy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A3168AB-2F3A-C2EB-CA75-6B1971280953}"/>
              </a:ext>
            </a:extLst>
          </p:cNvPr>
          <p:cNvSpPr txBox="1"/>
          <p:nvPr/>
        </p:nvSpPr>
        <p:spPr>
          <a:xfrm>
            <a:off x="6223000" y="1600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otDotDash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dot dot dash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EAC0FF1-0ED0-F91C-3982-9CEC6575E570}"/>
              </a:ext>
            </a:extLst>
          </p:cNvPr>
          <p:cNvSpPr txBox="1"/>
          <p:nvPr/>
        </p:nvSpPr>
        <p:spPr>
          <a:xfrm>
            <a:off x="6223000" y="23368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dotDotDash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dot dot dash heavy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500FE27-0AF0-5B75-0B9E-2484A728B372}"/>
              </a:ext>
            </a:extLst>
          </p:cNvPr>
          <p:cNvSpPr txBox="1"/>
          <p:nvPr/>
        </p:nvSpPr>
        <p:spPr>
          <a:xfrm>
            <a:off x="6223000" y="30734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w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wavy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CE2A8E5-C7DF-41A8-F03F-AE897F007017}"/>
              </a:ext>
            </a:extLst>
          </p:cNvPr>
          <p:cNvSpPr txBox="1"/>
          <p:nvPr/>
        </p:nvSpPr>
        <p:spPr>
          <a:xfrm>
            <a:off x="6223000" y="38100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wavyHeavy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wavy heavy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6619BF9-77EE-0FC0-59C3-5F54F4696E1F}"/>
              </a:ext>
            </a:extLst>
          </p:cNvPr>
          <p:cNvSpPr txBox="1"/>
          <p:nvPr/>
        </p:nvSpPr>
        <p:spPr>
          <a:xfrm>
            <a:off x="6223000" y="45466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wavyDbl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wavy double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708EC81-25FB-9767-D3A0-367851A0FF51}"/>
              </a:ext>
            </a:extLst>
          </p:cNvPr>
          <p:cNvSpPr txBox="1"/>
          <p:nvPr/>
        </p:nvSpPr>
        <p:spPr>
          <a:xfrm>
            <a:off x="6223000" y="5283200"/>
            <a:ext cx="5588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0" lang="de-DE" sz="2600" b="0" i="0" u="words" strike="noStrike" kern="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Arial" panose="020B0604020202020204" pitchFamily="34" charset="0"/>
              </a:rPr>
              <a:t>Underline words only here</a:t>
            </a:r>
          </a:p>
        </p:txBody>
      </p:sp>
    </p:spTree>
    <p:extLst>
      <p:ext uri="{BB962C8B-B14F-4D97-AF65-F5344CB8AC3E}">
        <p14:creationId xmlns:p14="http://schemas.microsoft.com/office/powerpoint/2010/main" val="2964475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Ln thin">
            <a:extLst>
              <a:ext uri="{FF2B5EF4-FFF2-40B4-BE49-F238E27FC236}">
                <a16:creationId xmlns:a16="http://schemas.microsoft.com/office/drawing/2014/main" id="{47B72EA6-0B66-375F-DF8A-601D5AD880EE}"/>
              </a:ext>
            </a:extLst>
          </p:cNvPr>
          <p:cNvSpPr txBox="1"/>
          <p:nvPr/>
        </p:nvSpPr>
        <p:spPr>
          <a:xfrm>
            <a:off x="254000" y="254000"/>
            <a:ext cx="558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 u="sng">
                <a:uLn w="6350">
                  <a:solidFill>
                    <a:srgbClr val="C00000"/>
                  </a:solidFill>
                </a:uLn>
                <a:latin typeface="Arial" panose="020B0604020202020204" pitchFamily="34" charset="0"/>
              </a:rPr>
              <a:t>Underlined uLn thin text</a:t>
            </a:r>
          </a:p>
        </p:txBody>
      </p:sp>
      <p:sp>
        <p:nvSpPr>
          <p:cNvPr id="3" name="uLn thick">
            <a:extLst>
              <a:ext uri="{FF2B5EF4-FFF2-40B4-BE49-F238E27FC236}">
                <a16:creationId xmlns:a16="http://schemas.microsoft.com/office/drawing/2014/main" id="{D99A9BC5-6D35-589D-F6FC-62A38475BE04}"/>
              </a:ext>
            </a:extLst>
          </p:cNvPr>
          <p:cNvSpPr txBox="1"/>
          <p:nvPr/>
        </p:nvSpPr>
        <p:spPr>
          <a:xfrm>
            <a:off x="254000" y="1524000"/>
            <a:ext cx="558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 u="sng">
                <a:uLn w="50800">
                  <a:solidFill>
                    <a:srgbClr val="2E75B6"/>
                  </a:solidFill>
                </a:uLn>
                <a:uFill>
                  <a:solidFill>
                    <a:srgbClr val="FFC000"/>
                  </a:solidFill>
                </a:uFill>
                <a:latin typeface="Arial" panose="020B0604020202020204" pitchFamily="34" charset="0"/>
              </a:rPr>
              <a:t>Underlined uLn thick text</a:t>
            </a:r>
          </a:p>
        </p:txBody>
      </p:sp>
      <p:sp>
        <p:nvSpPr>
          <p:cNvPr id="4" name="uLn dashed">
            <a:extLst>
              <a:ext uri="{FF2B5EF4-FFF2-40B4-BE49-F238E27FC236}">
                <a16:creationId xmlns:a16="http://schemas.microsoft.com/office/drawing/2014/main" id="{26EF4212-4671-D8FF-71C7-79765223B158}"/>
              </a:ext>
            </a:extLst>
          </p:cNvPr>
          <p:cNvSpPr txBox="1"/>
          <p:nvPr/>
        </p:nvSpPr>
        <p:spPr>
          <a:xfrm>
            <a:off x="254000" y="2794000"/>
            <a:ext cx="558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 u="sng">
                <a:uLn w="25400">
                  <a:solidFill>
                    <a:srgbClr val="7030A0"/>
                  </a:solidFill>
                  <a:prstDash val="dash"/>
                </a:uLn>
                <a:latin typeface="Arial" panose="020B0604020202020204" pitchFamily="34" charset="0"/>
              </a:rPr>
              <a:t>Underlined uLn dashed text</a:t>
            </a:r>
          </a:p>
        </p:txBody>
      </p:sp>
      <p:sp>
        <p:nvSpPr>
          <p:cNvPr id="5" name="uLnTx uFillTx">
            <a:extLst>
              <a:ext uri="{FF2B5EF4-FFF2-40B4-BE49-F238E27FC236}">
                <a16:creationId xmlns:a16="http://schemas.microsoft.com/office/drawing/2014/main" id="{807387F4-38A1-905A-0122-B6053F5AA304}"/>
              </a:ext>
            </a:extLst>
          </p:cNvPr>
          <p:cNvSpPr txBox="1"/>
          <p:nvPr/>
        </p:nvSpPr>
        <p:spPr>
          <a:xfrm>
            <a:off x="254000" y="4064000"/>
            <a:ext cx="558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3200" u="sng">
                <a:solidFill>
                  <a:srgbClr val="00B050"/>
                </a:solidFill>
                <a:uLnTx/>
                <a:uFillTx/>
                <a:latin typeface="Arial" panose="020B0604020202020204" pitchFamily="34" charset="0"/>
              </a:rPr>
              <a:t>Underlined uLnTx uFillTx text</a:t>
            </a:r>
          </a:p>
        </p:txBody>
      </p:sp>
      <p:sp>
        <p:nvSpPr>
          <p:cNvPr id="6" name="mixed runs">
            <a:extLst>
              <a:ext uri="{FF2B5EF4-FFF2-40B4-BE49-F238E27FC236}">
                <a16:creationId xmlns:a16="http://schemas.microsoft.com/office/drawing/2014/main" id="{CC3A1956-08DC-FB49-9319-049672D6D8DF}"/>
              </a:ext>
            </a:extLst>
          </p:cNvPr>
          <p:cNvSpPr txBox="1"/>
          <p:nvPr/>
        </p:nvSpPr>
        <p:spPr>
          <a:xfrm>
            <a:off x="254000" y="5334000"/>
            <a:ext cx="558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u="sng">
                <a:latin typeface="Arial" panose="020B0604020202020204" pitchFamily="34" charset="0"/>
              </a:rPr>
              <a:t>Underlined</a:t>
            </a:r>
            <a:r>
              <a:rPr lang="de-DE" sz="3200" u="sng">
                <a:latin typeface="Arial" panose="020B0604020202020204" pitchFamily="34" charset="0"/>
              </a:rPr>
              <a:t> </a:t>
            </a:r>
            <a:r>
              <a:rPr lang="de-DE" sz="3200" u="sng">
                <a:solidFill>
                  <a:srgbClr val="008000"/>
                </a:solidFill>
                <a:latin typeface="Arial" panose="020B0604020202020204" pitchFamily="34" charset="0"/>
              </a:rPr>
              <a:t>mixed</a:t>
            </a:r>
            <a:r>
              <a:rPr lang="de-DE" sz="3200" u="sng">
                <a:latin typeface="Arial" panose="020B0604020202020204" pitchFamily="34" charset="0"/>
              </a:rPr>
              <a:t> </a:t>
            </a:r>
            <a:r>
              <a:rPr lang="de-DE" sz="4400" u="sng">
                <a:latin typeface="Arial" panose="020B0604020202020204" pitchFamily="34" charset="0"/>
              </a:rPr>
              <a:t>runs</a:t>
            </a:r>
            <a:r>
              <a:rPr lang="de-DE" sz="3200" u="sng">
                <a:latin typeface="Arial" panose="020B0604020202020204" pitchFamily="34" charset="0"/>
              </a:rPr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161315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Benutzerdefiniert</PresentationFormat>
  <Paragraphs>39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2026-10-08T23:26:16Z</dcterms:created>
  <dcterms:modified xsi:type="dcterms:W3CDTF">2026-10-08T23:26:16Z</dcterms:modified>
</cp:coreProperties>
</file>